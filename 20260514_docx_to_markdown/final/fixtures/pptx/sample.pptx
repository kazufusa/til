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月次売上レポート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docx/xlsx/pptx → markdown 変換テスト用 pptx fixture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売上一覧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商品名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数量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単価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りんご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450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バナナ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みかん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640</a:t>
                      </a:r>
                      <a:endParaRPr lang="en-US" sz="16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売上グラフ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572000" cy="2743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各商品の売上を示しています。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構成比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09728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月次売上レポート (pptx fixture)</dc:title>
  <dc:subject>PptxGenJS Presentation</dc:subject>
  <dc:creator>til-fixture</dc:creator>
  <cp:lastModifiedBy>til-fixture</cp:lastModifiedBy>
  <cp:revision>1</cp:revision>
  <dcterms:created xsi:type="dcterms:W3CDTF">2026-05-14T13:45:13Z</dcterms:created>
  <dcterms:modified xsi:type="dcterms:W3CDTF">2026-05-14T13:45:13Z</dcterms:modified>
</cp:coreProperties>
</file>