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theme/theme5.xml" ContentType="application/vnd.openxmlformats-officedocument.theme+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6.xml" ContentType="application/vnd.openxmlformats-officedocument.theme+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rts/chart1.xml" ContentType="application/vnd.openxmlformats-officedocument.drawingml.chart+xml"/>
  <Override PartName="/ppt/theme/themeOverride1.xml" ContentType="application/vnd.openxmlformats-officedocument.themeOverr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removePersonalInfoOnSave="1" saveSubsetFonts="1">
  <p:sldMasterIdLst>
    <p:sldMasterId id="2147483648" r:id="rId1"/>
    <p:sldMasterId id="2147485860" r:id="rId2"/>
    <p:sldMasterId id="2147485848" r:id="rId3"/>
    <p:sldMasterId id="2147485900" r:id="rId4"/>
    <p:sldMasterId id="2147486216" r:id="rId5"/>
    <p:sldMasterId id="2147488507" r:id="rId6"/>
    <p:sldMasterId id="2147488520" r:id="rId7"/>
  </p:sldMasterIdLst>
  <p:notesMasterIdLst>
    <p:notesMasterId r:id="rId19"/>
  </p:notesMasterIdLst>
  <p:handoutMasterIdLst>
    <p:handoutMasterId r:id="rId20"/>
  </p:handoutMasterIdLst>
  <p:sldIdLst>
    <p:sldId id="256" r:id="rId8"/>
    <p:sldId id="446" r:id="rId9"/>
    <p:sldId id="427" r:id="rId10"/>
    <p:sldId id="392" r:id="rId11"/>
    <p:sldId id="418" r:id="rId12"/>
    <p:sldId id="434" r:id="rId13"/>
    <p:sldId id="437" r:id="rId14"/>
    <p:sldId id="448" r:id="rId15"/>
    <p:sldId id="449" r:id="rId16"/>
    <p:sldId id="447" r:id="rId17"/>
    <p:sldId id="443" r:id="rId18"/>
  </p:sldIdLst>
  <p:sldSz cx="9906000" cy="6858000" type="A4"/>
  <p:notesSz cx="6735763" cy="9866313"/>
  <p:defaultTextStyle>
    <a:defPPr>
      <a:defRPr lang="ja-JP"/>
    </a:defPPr>
    <a:lvl1pPr algn="l" rtl="0" fontAlgn="base">
      <a:spcBef>
        <a:spcPct val="0"/>
      </a:spcBef>
      <a:spcAft>
        <a:spcPct val="0"/>
      </a:spcAft>
      <a:defRPr kumimoji="1" sz="1400" b="1" kern="1200">
        <a:solidFill>
          <a:srgbClr val="000066"/>
        </a:solidFill>
        <a:latin typeface="Arial" panose="020B0604020202020204" pitchFamily="34" charset="0"/>
        <a:ea typeface="ＭＳ Ｐゴシック" panose="020B0600070205080204" pitchFamily="50" charset="-128"/>
        <a:cs typeface="+mn-cs"/>
      </a:defRPr>
    </a:lvl1pPr>
    <a:lvl2pPr marL="455613" indent="1588" algn="l" rtl="0" fontAlgn="base">
      <a:spcBef>
        <a:spcPct val="0"/>
      </a:spcBef>
      <a:spcAft>
        <a:spcPct val="0"/>
      </a:spcAft>
      <a:defRPr kumimoji="1" sz="1400" b="1" kern="1200">
        <a:solidFill>
          <a:srgbClr val="000066"/>
        </a:solidFill>
        <a:latin typeface="Arial" panose="020B0604020202020204" pitchFamily="34" charset="0"/>
        <a:ea typeface="ＭＳ Ｐゴシック" panose="020B0600070205080204" pitchFamily="50" charset="-128"/>
        <a:cs typeface="+mn-cs"/>
      </a:defRPr>
    </a:lvl2pPr>
    <a:lvl3pPr marL="912813" indent="1588" algn="l" rtl="0" fontAlgn="base">
      <a:spcBef>
        <a:spcPct val="0"/>
      </a:spcBef>
      <a:spcAft>
        <a:spcPct val="0"/>
      </a:spcAft>
      <a:defRPr kumimoji="1" sz="1400" b="1" kern="1200">
        <a:solidFill>
          <a:srgbClr val="000066"/>
        </a:solidFill>
        <a:latin typeface="Arial" panose="020B0604020202020204" pitchFamily="34" charset="0"/>
        <a:ea typeface="ＭＳ Ｐゴシック" panose="020B0600070205080204" pitchFamily="50" charset="-128"/>
        <a:cs typeface="+mn-cs"/>
      </a:defRPr>
    </a:lvl3pPr>
    <a:lvl4pPr marL="1370013" indent="1588" algn="l" rtl="0" fontAlgn="base">
      <a:spcBef>
        <a:spcPct val="0"/>
      </a:spcBef>
      <a:spcAft>
        <a:spcPct val="0"/>
      </a:spcAft>
      <a:defRPr kumimoji="1" sz="1400" b="1" kern="1200">
        <a:solidFill>
          <a:srgbClr val="000066"/>
        </a:solidFill>
        <a:latin typeface="Arial" panose="020B0604020202020204" pitchFamily="34" charset="0"/>
        <a:ea typeface="ＭＳ Ｐゴシック" panose="020B0600070205080204" pitchFamily="50" charset="-128"/>
        <a:cs typeface="+mn-cs"/>
      </a:defRPr>
    </a:lvl4pPr>
    <a:lvl5pPr marL="1827213" indent="1588" algn="l" rtl="0" fontAlgn="base">
      <a:spcBef>
        <a:spcPct val="0"/>
      </a:spcBef>
      <a:spcAft>
        <a:spcPct val="0"/>
      </a:spcAft>
      <a:defRPr kumimoji="1" sz="1400" b="1" kern="1200">
        <a:solidFill>
          <a:srgbClr val="000066"/>
        </a:solidFill>
        <a:latin typeface="Arial" panose="020B0604020202020204" pitchFamily="34" charset="0"/>
        <a:ea typeface="ＭＳ Ｐゴシック" panose="020B0600070205080204" pitchFamily="50" charset="-128"/>
        <a:cs typeface="+mn-cs"/>
      </a:defRPr>
    </a:lvl5pPr>
    <a:lvl6pPr marL="2286000" algn="l" defTabSz="914400" rtl="0" eaLnBrk="1" latinLnBrk="0" hangingPunct="1">
      <a:defRPr kumimoji="1" sz="1400" b="1" kern="1200">
        <a:solidFill>
          <a:srgbClr val="000066"/>
        </a:solidFill>
        <a:latin typeface="Arial" panose="020B0604020202020204" pitchFamily="34" charset="0"/>
        <a:ea typeface="ＭＳ Ｐゴシック" panose="020B0600070205080204" pitchFamily="50" charset="-128"/>
        <a:cs typeface="+mn-cs"/>
      </a:defRPr>
    </a:lvl6pPr>
    <a:lvl7pPr marL="2743200" algn="l" defTabSz="914400" rtl="0" eaLnBrk="1" latinLnBrk="0" hangingPunct="1">
      <a:defRPr kumimoji="1" sz="1400" b="1" kern="1200">
        <a:solidFill>
          <a:srgbClr val="000066"/>
        </a:solidFill>
        <a:latin typeface="Arial" panose="020B0604020202020204" pitchFamily="34" charset="0"/>
        <a:ea typeface="ＭＳ Ｐゴシック" panose="020B0600070205080204" pitchFamily="50" charset="-128"/>
        <a:cs typeface="+mn-cs"/>
      </a:defRPr>
    </a:lvl7pPr>
    <a:lvl8pPr marL="3200400" algn="l" defTabSz="914400" rtl="0" eaLnBrk="1" latinLnBrk="0" hangingPunct="1">
      <a:defRPr kumimoji="1" sz="1400" b="1" kern="1200">
        <a:solidFill>
          <a:srgbClr val="000066"/>
        </a:solidFill>
        <a:latin typeface="Arial" panose="020B0604020202020204" pitchFamily="34" charset="0"/>
        <a:ea typeface="ＭＳ Ｐゴシック" panose="020B0600070205080204" pitchFamily="50" charset="-128"/>
        <a:cs typeface="+mn-cs"/>
      </a:defRPr>
    </a:lvl8pPr>
    <a:lvl9pPr marL="3657600" algn="l" defTabSz="914400" rtl="0" eaLnBrk="1" latinLnBrk="0" hangingPunct="1">
      <a:defRPr kumimoji="1" sz="1400" b="1" kern="1200">
        <a:solidFill>
          <a:srgbClr val="000066"/>
        </a:solidFill>
        <a:latin typeface="Arial" panose="020B0604020202020204" pitchFamily="34" charset="0"/>
        <a:ea typeface="ＭＳ Ｐゴシック" panose="020B0600070205080204" pitchFamily="50" charset="-128"/>
        <a:cs typeface="+mn-cs"/>
      </a:defRPr>
    </a:lvl9pPr>
  </p:defaultTextStyle>
  <p:extLst>
    <p:ext uri="{EFAFB233-063F-42B5-8137-9DF3F51BA10A}">
      <p15:sldGuideLst xmlns:p15="http://schemas.microsoft.com/office/powerpoint/2012/main">
        <p15:guide id="1" orient="horz" pos="2160">
          <p15:clr>
            <a:srgbClr val="A4A3A4"/>
          </p15:clr>
        </p15:guide>
        <p15:guide id="2" pos="3120">
          <p15:clr>
            <a:srgbClr val="A4A3A4"/>
          </p15:clr>
        </p15:guide>
      </p15:sldGuideLst>
    </p:ext>
    <p:ext uri="{2D200454-40CA-4A62-9FC3-DE9A4176ACB9}">
      <p15:notesGuideLst xmlns:p15="http://schemas.microsoft.com/office/powerpoint/2012/main">
        <p15:guide id="1" orient="horz" pos="3108">
          <p15:clr>
            <a:srgbClr val="A4A3A4"/>
          </p15:clr>
        </p15:guide>
        <p15:guide id="2" pos="212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3300"/>
    <a:srgbClr val="0066FF"/>
    <a:srgbClr val="FFFFFF"/>
    <a:srgbClr val="FFCCFF"/>
    <a:srgbClr val="FFFFCC"/>
    <a:srgbClr val="99CCFF"/>
    <a:srgbClr val="DCE6F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012ECD-51FC-41F1-AA8D-1B2483CD663E}" styleName="淡色スタイル 2 - アクセント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912C8C85-51F0-491E-9774-3900AFEF0FD7}" styleName="淡色スタイル 2 - アクセント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912" autoAdjust="0"/>
    <p:restoredTop sz="94667" autoAdjust="0"/>
  </p:normalViewPr>
  <p:slideViewPr>
    <p:cSldViewPr>
      <p:cViewPr varScale="1">
        <p:scale>
          <a:sx n="79" d="100"/>
          <a:sy n="79" d="100"/>
        </p:scale>
        <p:origin x="872" y="60"/>
      </p:cViewPr>
      <p:guideLst>
        <p:guide orient="horz" pos="2160"/>
        <p:guide pos="3120"/>
      </p:guideLst>
    </p:cSldViewPr>
  </p:slideViewPr>
  <p:outlineViewPr>
    <p:cViewPr>
      <p:scale>
        <a:sx n="33" d="100"/>
        <a:sy n="33" d="100"/>
      </p:scale>
      <p:origin x="0" y="7314"/>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74" d="100"/>
          <a:sy n="74" d="100"/>
        </p:scale>
        <p:origin x="-2172" y="-96"/>
      </p:cViewPr>
      <p:guideLst>
        <p:guide orient="horz" pos="3108"/>
        <p:guide pos="2122"/>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Master" Target="slideMasters/slideMaster7.xml"/><Relationship Id="rId12" Type="http://schemas.openxmlformats.org/officeDocument/2006/relationships/slide" Target="slides/slide5.xml"/><Relationship Id="rId17" Type="http://schemas.openxmlformats.org/officeDocument/2006/relationships/slide" Target="slides/slide10.xml"/><Relationship Id="rId2" Type="http://schemas.openxmlformats.org/officeDocument/2006/relationships/slideMaster" Target="slideMasters/slideMaster2.xml"/><Relationship Id="rId16" Type="http://schemas.openxmlformats.org/officeDocument/2006/relationships/slide" Target="slides/slide9.xml"/><Relationship Id="rId20" Type="http://schemas.openxmlformats.org/officeDocument/2006/relationships/handoutMaster" Target="handoutMasters/handout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4.xml"/><Relationship Id="rId24"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8.xml"/><Relationship Id="rId23" Type="http://schemas.openxmlformats.org/officeDocument/2006/relationships/theme" Target="theme/theme1.xml"/><Relationship Id="rId10" Type="http://schemas.openxmlformats.org/officeDocument/2006/relationships/slide" Target="slides/slide3.xml"/><Relationship Id="rId19"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2" Type="http://schemas.openxmlformats.org/officeDocument/2006/relationships/oleObject" Target="NULL" TargetMode="External"/><Relationship Id="rId1" Type="http://schemas.openxmlformats.org/officeDocument/2006/relationships/themeOverride" Target="../theme/themeOverrid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ja-JP"/>
  <c:roundedCorners val="0"/>
  <mc:AlternateContent xmlns:mc="http://schemas.openxmlformats.org/markup-compatibility/2006">
    <mc:Choice xmlns:c14="http://schemas.microsoft.com/office/drawing/2007/8/2/chart" Requires="c14">
      <c14:style val="129"/>
    </mc:Choice>
    <mc:Fallback>
      <c:style val="29"/>
    </mc:Fallback>
  </mc:AlternateContent>
  <c:clrMapOvr bg1="lt1" tx1="dk1" bg2="lt2" tx2="dk2" accent1="accent1" accent2="accent2" accent3="accent3" accent4="accent4" accent5="accent5" accent6="accent6" hlink="hlink" folHlink="folHlink"/>
  <c:chart>
    <c:autoTitleDeleted val="1"/>
    <c:plotArea>
      <c:layout/>
      <c:pieChart>
        <c:varyColors val="1"/>
        <c:ser>
          <c:idx val="0"/>
          <c:order val="0"/>
          <c:tx>
            <c:strRef>
              <c:f>Sheet1!$B$1</c:f>
              <c:strCache>
                <c:ptCount val="1"/>
                <c:pt idx="0">
                  <c:v>売上高</c:v>
                </c:pt>
              </c:strCache>
            </c:strRef>
          </c:tx>
          <c:dLbls>
            <c:dLbl>
              <c:idx val="0"/>
              <c:tx>
                <c:rich>
                  <a:bodyPr/>
                  <a:lstStyle/>
                  <a:p>
                    <a:r>
                      <a:rPr lang="ja-JP" altLang="en-US" dirty="0"/>
                      <a:t>防災</a:t>
                    </a:r>
                  </a:p>
                </c:rich>
              </c:tx>
              <c:showLegendKey val="0"/>
              <c:showVal val="0"/>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3BA3-4849-9771-0C7CFAD63A10}"/>
                </c:ext>
              </c:extLst>
            </c:dLbl>
            <c:dLbl>
              <c:idx val="1"/>
              <c:tx>
                <c:rich>
                  <a:bodyPr/>
                  <a:lstStyle/>
                  <a:p>
                    <a:r>
                      <a:rPr lang="ja-JP" altLang="en-US" dirty="0"/>
                      <a:t>施設</a:t>
                    </a:r>
                  </a:p>
                </c:rich>
              </c:tx>
              <c:showLegendKey val="0"/>
              <c:showVal val="0"/>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3BA3-4849-9771-0C7CFAD63A10}"/>
                </c:ext>
              </c:extLst>
            </c:dLbl>
            <c:dLbl>
              <c:idx val="2"/>
              <c:tx>
                <c:rich>
                  <a:bodyPr/>
                  <a:lstStyle/>
                  <a:p>
                    <a:r>
                      <a:rPr lang="ja-JP" altLang="en-US" dirty="0"/>
                      <a:t>調達</a:t>
                    </a:r>
                  </a:p>
                </c:rich>
              </c:tx>
              <c:showLegendKey val="0"/>
              <c:showVal val="0"/>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3BA3-4849-9771-0C7CFAD63A10}"/>
                </c:ext>
              </c:extLst>
            </c:dLbl>
            <c:dLbl>
              <c:idx val="3"/>
              <c:layout>
                <c:manualLayout>
                  <c:x val="-0.1027791130214375"/>
                  <c:y val="-0.14694512795275591"/>
                </c:manualLayout>
              </c:layout>
              <c:tx>
                <c:rich>
                  <a:bodyPr/>
                  <a:lstStyle/>
                  <a:p>
                    <a:r>
                      <a:rPr lang="ja-JP" altLang="en-US" sz="1600" dirty="0"/>
                      <a:t>データ</a:t>
                    </a:r>
                    <a:endParaRPr lang="en-US" altLang="ja-JP" sz="1600" dirty="0"/>
                  </a:p>
                  <a:p>
                    <a:r>
                      <a:rPr lang="ja-JP" altLang="en-US" sz="1600" dirty="0"/>
                      <a:t>カタログ</a:t>
                    </a:r>
                  </a:p>
                </c:rich>
              </c:tx>
              <c:showLegendKey val="0"/>
              <c:showVal val="0"/>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3BA3-4849-9771-0C7CFAD63A10}"/>
                </c:ext>
              </c:extLst>
            </c:dLbl>
            <c:dLbl>
              <c:idx val="4"/>
              <c:layout>
                <c:manualLayout>
                  <c:x val="-7.4025069842289994E-4"/>
                  <c:y val="-0.13625000000000001"/>
                </c:manualLayout>
              </c:layout>
              <c:tx>
                <c:rich>
                  <a:bodyPr/>
                  <a:lstStyle/>
                  <a:p>
                    <a:r>
                      <a:rPr lang="ja-JP" altLang="en-US"/>
                      <a:t>制度</a:t>
                    </a:r>
                    <a:endParaRPr lang="ja-JP" altLang="en-US" dirty="0"/>
                  </a:p>
                </c:rich>
              </c:tx>
              <c:showLegendKey val="0"/>
              <c:showVal val="0"/>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3BA3-4849-9771-0C7CFAD63A10}"/>
                </c:ext>
              </c:extLst>
            </c:dLbl>
            <c:dLbl>
              <c:idx val="5"/>
              <c:tx>
                <c:rich>
                  <a:bodyPr/>
                  <a:lstStyle/>
                  <a:p>
                    <a:r>
                      <a:rPr lang="ja-JP" altLang="en-US" dirty="0"/>
                      <a:t>・・・</a:t>
                    </a:r>
                    <a:endParaRPr lang="en-US" altLang="en-US" dirty="0"/>
                  </a:p>
                </c:rich>
              </c:tx>
              <c:showLegendKey val="0"/>
              <c:showVal val="0"/>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3BA3-4849-9771-0C7CFAD63A10}"/>
                </c:ext>
              </c:extLst>
            </c:dLbl>
            <c:dLbl>
              <c:idx val="7"/>
              <c:tx>
                <c:rich>
                  <a:bodyPr/>
                  <a:lstStyle/>
                  <a:p>
                    <a:r>
                      <a:rPr lang="ja-JP" altLang="en-US"/>
                      <a:t>将来</a:t>
                    </a:r>
                    <a:endParaRPr lang="en-US" altLang="ja-JP"/>
                  </a:p>
                  <a:p>
                    <a:r>
                      <a:rPr lang="ja-JP" altLang="en-US"/>
                      <a:t>領域</a:t>
                    </a:r>
                  </a:p>
                </c:rich>
              </c:tx>
              <c:showLegendKey val="0"/>
              <c:showVal val="0"/>
              <c:showCatName val="1"/>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3BA3-4849-9771-0C7CFAD63A10}"/>
                </c:ext>
              </c:extLst>
            </c:dLbl>
            <c:spPr>
              <a:noFill/>
              <a:ln>
                <a:noFill/>
              </a:ln>
              <a:effectLst/>
            </c:spPr>
            <c:showLegendKey val="0"/>
            <c:showVal val="0"/>
            <c:showCatName val="1"/>
            <c:showSerName val="0"/>
            <c:showPercent val="0"/>
            <c:showBubbleSize val="0"/>
            <c:showLeaderLines val="1"/>
            <c:extLst>
              <c:ext xmlns:c15="http://schemas.microsoft.com/office/drawing/2012/chart" uri="{CE6537A1-D6FC-4f65-9D91-7224C49458BB}"/>
            </c:extLst>
          </c:dLbls>
          <c:cat>
            <c:strRef>
              <c:f>Sheet1!$A$2:$A$10</c:f>
              <c:strCache>
                <c:ptCount val="8"/>
                <c:pt idx="0">
                  <c:v>社会保険</c:v>
                </c:pt>
                <c:pt idx="1">
                  <c:v>税</c:v>
                </c:pt>
                <c:pt idx="2">
                  <c:v>健康</c:v>
                </c:pt>
                <c:pt idx="3">
                  <c:v>防災</c:v>
                </c:pt>
                <c:pt idx="4">
                  <c:v>センサデータ</c:v>
                </c:pt>
                <c:pt idx="5">
                  <c:v>・・・</c:v>
                </c:pt>
                <c:pt idx="6">
                  <c:v>・・・</c:v>
                </c:pt>
                <c:pt idx="7">
                  <c:v>将来領域</c:v>
                </c:pt>
              </c:strCache>
            </c:strRef>
          </c:cat>
          <c:val>
            <c:numRef>
              <c:f>Sheet1!$B$2:$B$10</c:f>
              <c:numCache>
                <c:formatCode>General</c:formatCode>
                <c:ptCount val="9"/>
                <c:pt idx="0">
                  <c:v>10</c:v>
                </c:pt>
                <c:pt idx="1">
                  <c:v>10</c:v>
                </c:pt>
                <c:pt idx="2">
                  <c:v>10</c:v>
                </c:pt>
                <c:pt idx="3">
                  <c:v>10</c:v>
                </c:pt>
                <c:pt idx="4">
                  <c:v>10</c:v>
                </c:pt>
                <c:pt idx="5">
                  <c:v>10</c:v>
                </c:pt>
                <c:pt idx="6">
                  <c:v>10</c:v>
                </c:pt>
                <c:pt idx="7">
                  <c:v>10</c:v>
                </c:pt>
                <c:pt idx="8">
                  <c:v>10</c:v>
                </c:pt>
              </c:numCache>
            </c:numRef>
          </c:val>
          <c:extLst>
            <c:ext xmlns:c16="http://schemas.microsoft.com/office/drawing/2014/chart" uri="{C3380CC4-5D6E-409C-BE32-E72D297353CC}">
              <c16:uniqueId val="{00000007-3BA3-4849-9771-0C7CFAD63A10}"/>
            </c:ext>
          </c:extLst>
        </c:ser>
        <c:dLbls>
          <c:showLegendKey val="0"/>
          <c:showVal val="0"/>
          <c:showCatName val="0"/>
          <c:showSerName val="0"/>
          <c:showPercent val="0"/>
          <c:showBubbleSize val="0"/>
          <c:showLeaderLines val="1"/>
        </c:dLbls>
        <c:firstSliceAng val="0"/>
      </c:pieChart>
    </c:plotArea>
    <c:plotVisOnly val="1"/>
    <c:dispBlanksAs val="zero"/>
    <c:showDLblsOverMax val="0"/>
  </c:chart>
  <c:txPr>
    <a:bodyPr/>
    <a:lstStyle/>
    <a:p>
      <a:pPr>
        <a:defRPr sz="1800"/>
      </a:pPr>
      <a:endParaRPr lang="ja-JP"/>
    </a:p>
  </c:txPr>
  <c:externalData r:id="rId2">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B2206CC-CED2-4B31-B145-532BBAFEF403}" type="doc">
      <dgm:prSet loTypeId="urn:microsoft.com/office/officeart/2005/8/layout/cycle5" loCatId="cycle" qsTypeId="urn:microsoft.com/office/officeart/2005/8/quickstyle/simple1" qsCatId="simple" csTypeId="urn:microsoft.com/office/officeart/2005/8/colors/accent0_1" csCatId="mainScheme" phldr="1"/>
      <dgm:spPr/>
      <dgm:t>
        <a:bodyPr/>
        <a:lstStyle/>
        <a:p>
          <a:endParaRPr kumimoji="1" lang="ja-JP" altLang="en-US"/>
        </a:p>
      </dgm:t>
    </dgm:pt>
    <dgm:pt modelId="{82B0AAFE-F630-426A-B31A-2E807BB7EF0F}">
      <dgm:prSet phldrT="[テキスト]" custT="1"/>
      <dgm:spPr/>
      <dgm:t>
        <a:bodyPr lIns="72000" rIns="72000"/>
        <a:lstStyle/>
        <a:p>
          <a:pPr>
            <a:spcAft>
              <a:spcPts val="0"/>
            </a:spcAft>
          </a:pPr>
          <a:r>
            <a:rPr kumimoji="1" lang="ja-JP" altLang="en-US" sz="1600" dirty="0"/>
            <a:t>１</a:t>
          </a:r>
          <a:r>
            <a:rPr kumimoji="1" lang="en-US" altLang="ja-JP" sz="1600" dirty="0"/>
            <a:t>.</a:t>
          </a:r>
          <a:r>
            <a:rPr kumimoji="1" lang="ja-JP" altLang="en-US" sz="1600" dirty="0"/>
            <a:t>保有データの提供</a:t>
          </a:r>
        </a:p>
      </dgm:t>
    </dgm:pt>
    <dgm:pt modelId="{D27BC23E-F21F-40D2-8BE5-0F4D218C7202}" type="parTrans" cxnId="{C585991D-1187-4FE4-979B-280F0E6243DD}">
      <dgm:prSet/>
      <dgm:spPr/>
      <dgm:t>
        <a:bodyPr/>
        <a:lstStyle/>
        <a:p>
          <a:endParaRPr kumimoji="1" lang="ja-JP" altLang="en-US" sz="1600">
            <a:solidFill>
              <a:schemeClr val="tx1"/>
            </a:solidFill>
          </a:endParaRPr>
        </a:p>
      </dgm:t>
    </dgm:pt>
    <dgm:pt modelId="{685CFC4F-064F-4E85-9905-7CC50FD9EC8B}" type="sibTrans" cxnId="{C585991D-1187-4FE4-979B-280F0E6243DD}">
      <dgm:prSet custT="1"/>
      <dgm:spPr/>
      <dgm:t>
        <a:bodyPr/>
        <a:lstStyle/>
        <a:p>
          <a:endParaRPr kumimoji="1" lang="ja-JP" altLang="en-US" sz="1600" dirty="0">
            <a:solidFill>
              <a:schemeClr val="tx1"/>
            </a:solidFill>
          </a:endParaRPr>
        </a:p>
      </dgm:t>
    </dgm:pt>
    <dgm:pt modelId="{60250619-A7FF-4705-8A41-7C4FE864D1A3}">
      <dgm:prSet phldrT="[テキスト]" custT="1"/>
      <dgm:spPr/>
      <dgm:t>
        <a:bodyPr anchor="ctr"/>
        <a:lstStyle/>
        <a:p>
          <a:pPr>
            <a:spcAft>
              <a:spcPts val="0"/>
            </a:spcAft>
          </a:pPr>
          <a:r>
            <a:rPr kumimoji="1" lang="en-US" altLang="ja-JP" sz="1600" dirty="0"/>
            <a:t>2.</a:t>
          </a:r>
          <a:r>
            <a:rPr kumimoji="1" lang="ja-JP" altLang="en-US" sz="1600" dirty="0"/>
            <a:t>技術や制度の検討</a:t>
          </a:r>
        </a:p>
      </dgm:t>
    </dgm:pt>
    <dgm:pt modelId="{0452413D-393A-4F3B-84DF-28A8428D5C17}" type="parTrans" cxnId="{A69B4FC0-9759-40F1-B460-279B55612824}">
      <dgm:prSet/>
      <dgm:spPr/>
      <dgm:t>
        <a:bodyPr/>
        <a:lstStyle/>
        <a:p>
          <a:endParaRPr kumimoji="1" lang="ja-JP" altLang="en-US" sz="1600">
            <a:solidFill>
              <a:schemeClr val="tx1"/>
            </a:solidFill>
          </a:endParaRPr>
        </a:p>
      </dgm:t>
    </dgm:pt>
    <dgm:pt modelId="{6B06EF56-2D10-4C7F-9AFC-3AC577640F04}" type="sibTrans" cxnId="{A69B4FC0-9759-40F1-B460-279B55612824}">
      <dgm:prSet custT="1"/>
      <dgm:spPr/>
      <dgm:t>
        <a:bodyPr/>
        <a:lstStyle/>
        <a:p>
          <a:endParaRPr kumimoji="1" lang="ja-JP" altLang="en-US" sz="1600" dirty="0">
            <a:solidFill>
              <a:schemeClr val="tx1"/>
            </a:solidFill>
          </a:endParaRPr>
        </a:p>
      </dgm:t>
    </dgm:pt>
    <dgm:pt modelId="{CA212B9F-654D-49CA-8031-51E709D55CC1}">
      <dgm:prSet phldrT="[テキスト]" custT="1"/>
      <dgm:spPr/>
      <dgm:t>
        <a:bodyPr lIns="0" rIns="0" anchor="ctr"/>
        <a:lstStyle/>
        <a:p>
          <a:pPr>
            <a:spcAft>
              <a:spcPts val="0"/>
            </a:spcAft>
          </a:pPr>
          <a:r>
            <a:rPr kumimoji="1" lang="en-US" altLang="ja-JP" sz="1600" dirty="0"/>
            <a:t>3.</a:t>
          </a:r>
          <a:r>
            <a:rPr kumimoji="1" lang="ja-JP" altLang="en-US" sz="1600" dirty="0"/>
            <a:t>データポータルサイトの構築</a:t>
          </a:r>
          <a:endParaRPr kumimoji="1" lang="en-US" altLang="ja-JP" sz="1600" dirty="0"/>
        </a:p>
      </dgm:t>
    </dgm:pt>
    <dgm:pt modelId="{06C84EFF-A087-408E-8475-C3512E3AF346}" type="parTrans" cxnId="{A22E79A2-AF3D-4544-8455-F12148D5D01C}">
      <dgm:prSet/>
      <dgm:spPr/>
      <dgm:t>
        <a:bodyPr/>
        <a:lstStyle/>
        <a:p>
          <a:endParaRPr kumimoji="1" lang="ja-JP" altLang="en-US" sz="1600">
            <a:solidFill>
              <a:schemeClr val="tx1"/>
            </a:solidFill>
          </a:endParaRPr>
        </a:p>
      </dgm:t>
    </dgm:pt>
    <dgm:pt modelId="{A61395CD-4130-4618-B997-565F78645CCB}" type="sibTrans" cxnId="{A22E79A2-AF3D-4544-8455-F12148D5D01C}">
      <dgm:prSet custT="1"/>
      <dgm:spPr/>
      <dgm:t>
        <a:bodyPr/>
        <a:lstStyle/>
        <a:p>
          <a:endParaRPr kumimoji="1" lang="ja-JP" altLang="en-US" sz="1600" dirty="0">
            <a:solidFill>
              <a:schemeClr val="tx1"/>
            </a:solidFill>
          </a:endParaRPr>
        </a:p>
      </dgm:t>
    </dgm:pt>
    <dgm:pt modelId="{8BBCCE80-8A1D-4049-990E-B04A3BB76818}">
      <dgm:prSet phldrT="[テキスト]" custT="1"/>
      <dgm:spPr/>
      <dgm:t>
        <a:bodyPr lIns="0" rIns="0" anchor="ctr"/>
        <a:lstStyle/>
        <a:p>
          <a:pPr>
            <a:spcAft>
              <a:spcPts val="0"/>
            </a:spcAft>
          </a:pPr>
          <a:r>
            <a:rPr kumimoji="1" lang="en-US" altLang="ja-JP" sz="1600" dirty="0"/>
            <a:t>4.</a:t>
          </a:r>
          <a:r>
            <a:rPr kumimoji="1" lang="ja-JP" altLang="en-US" sz="1600" dirty="0"/>
            <a:t>ユースケースの</a:t>
          </a:r>
          <a:r>
            <a:rPr lang="ja-JP" altLang="en-US" sz="1600" dirty="0"/>
            <a:t>創成と共有</a:t>
          </a:r>
          <a:endParaRPr kumimoji="1" lang="ja-JP" altLang="en-US" sz="1600" dirty="0"/>
        </a:p>
      </dgm:t>
    </dgm:pt>
    <dgm:pt modelId="{5CB58CB0-488A-4ECE-9C62-DC468934517E}" type="parTrans" cxnId="{A2E9E4F7-1FEE-4073-8F9D-20A45DCE9DC9}">
      <dgm:prSet/>
      <dgm:spPr/>
      <dgm:t>
        <a:bodyPr/>
        <a:lstStyle/>
        <a:p>
          <a:endParaRPr kumimoji="1" lang="ja-JP" altLang="en-US" sz="1600">
            <a:solidFill>
              <a:schemeClr val="tx1"/>
            </a:solidFill>
          </a:endParaRPr>
        </a:p>
      </dgm:t>
    </dgm:pt>
    <dgm:pt modelId="{5EC288F9-0F32-418C-9E6B-AAD0C7071A80}" type="sibTrans" cxnId="{A2E9E4F7-1FEE-4073-8F9D-20A45DCE9DC9}">
      <dgm:prSet custT="1"/>
      <dgm:spPr/>
      <dgm:t>
        <a:bodyPr/>
        <a:lstStyle/>
        <a:p>
          <a:endParaRPr kumimoji="1" lang="ja-JP" altLang="en-US" sz="1600" dirty="0">
            <a:solidFill>
              <a:schemeClr val="tx1"/>
            </a:solidFill>
          </a:endParaRPr>
        </a:p>
      </dgm:t>
    </dgm:pt>
    <dgm:pt modelId="{B3591206-AA4E-4AE5-BF78-222876AEEC9F}">
      <dgm:prSet phldrT="[テキスト]" custT="1"/>
      <dgm:spPr/>
      <dgm:t>
        <a:bodyPr anchor="ctr"/>
        <a:lstStyle/>
        <a:p>
          <a:r>
            <a:rPr kumimoji="1" lang="en-US" altLang="ja-JP" sz="1600" dirty="0"/>
            <a:t>5.</a:t>
          </a:r>
          <a:r>
            <a:rPr kumimoji="1" lang="ja-JP" altLang="en-US" sz="1600" dirty="0"/>
            <a:t>住民や事業者による利活用</a:t>
          </a:r>
        </a:p>
      </dgm:t>
    </dgm:pt>
    <dgm:pt modelId="{87DD9E81-3A07-4345-8DAC-17BD41B0F8DC}" type="parTrans" cxnId="{92CEC6E1-4730-4422-A933-12CA490F4DE6}">
      <dgm:prSet/>
      <dgm:spPr/>
      <dgm:t>
        <a:bodyPr/>
        <a:lstStyle/>
        <a:p>
          <a:endParaRPr kumimoji="1" lang="ja-JP" altLang="en-US" sz="1600">
            <a:solidFill>
              <a:schemeClr val="tx1"/>
            </a:solidFill>
          </a:endParaRPr>
        </a:p>
      </dgm:t>
    </dgm:pt>
    <dgm:pt modelId="{EB2484D5-67C1-4336-85E1-0A79C9BC1CC5}" type="sibTrans" cxnId="{92CEC6E1-4730-4422-A933-12CA490F4DE6}">
      <dgm:prSet custT="1"/>
      <dgm:spPr/>
      <dgm:t>
        <a:bodyPr/>
        <a:lstStyle/>
        <a:p>
          <a:endParaRPr kumimoji="1" lang="ja-JP" altLang="en-US" sz="1600" dirty="0">
            <a:solidFill>
              <a:schemeClr val="tx1"/>
            </a:solidFill>
          </a:endParaRPr>
        </a:p>
      </dgm:t>
    </dgm:pt>
    <dgm:pt modelId="{148C4C49-4E82-4219-B435-87C08D85E6BE}">
      <dgm:prSet custT="1"/>
      <dgm:spPr/>
      <dgm:t>
        <a:bodyPr anchor="ctr"/>
        <a:lstStyle/>
        <a:p>
          <a:r>
            <a:rPr kumimoji="1" lang="en-US" altLang="ja-JP" sz="1600" dirty="0"/>
            <a:t>6.</a:t>
          </a:r>
          <a:r>
            <a:rPr kumimoji="1" lang="ja-JP" altLang="en-US" sz="1600" dirty="0"/>
            <a:t>ニーズや課題の把握</a:t>
          </a:r>
        </a:p>
      </dgm:t>
    </dgm:pt>
    <dgm:pt modelId="{F2440A6A-122E-4AA8-BF93-ACA90A0D315B}" type="parTrans" cxnId="{BFFA49A6-2EA8-4976-A519-CCB6549CE4A9}">
      <dgm:prSet/>
      <dgm:spPr/>
      <dgm:t>
        <a:bodyPr/>
        <a:lstStyle/>
        <a:p>
          <a:endParaRPr kumimoji="1" lang="ja-JP" altLang="en-US" sz="1600">
            <a:solidFill>
              <a:schemeClr val="tx1"/>
            </a:solidFill>
          </a:endParaRPr>
        </a:p>
      </dgm:t>
    </dgm:pt>
    <dgm:pt modelId="{714E5E83-C885-4745-8070-D299E2EDB841}" type="sibTrans" cxnId="{BFFA49A6-2EA8-4976-A519-CCB6549CE4A9}">
      <dgm:prSet custT="1"/>
      <dgm:spPr/>
      <dgm:t>
        <a:bodyPr/>
        <a:lstStyle/>
        <a:p>
          <a:endParaRPr kumimoji="1" lang="ja-JP" altLang="en-US" sz="1600" dirty="0">
            <a:solidFill>
              <a:schemeClr val="tx1"/>
            </a:solidFill>
          </a:endParaRPr>
        </a:p>
      </dgm:t>
    </dgm:pt>
    <dgm:pt modelId="{B842B17B-0E2C-47DD-9C04-04F04C6FE909}" type="pres">
      <dgm:prSet presAssocID="{5B2206CC-CED2-4B31-B145-532BBAFEF403}" presName="cycle" presStyleCnt="0">
        <dgm:presLayoutVars>
          <dgm:dir/>
          <dgm:resizeHandles val="exact"/>
        </dgm:presLayoutVars>
      </dgm:prSet>
      <dgm:spPr/>
    </dgm:pt>
    <dgm:pt modelId="{0CBE4BAB-30E9-4417-853B-E958F4E117D8}" type="pres">
      <dgm:prSet presAssocID="{82B0AAFE-F630-426A-B31A-2E807BB7EF0F}" presName="node" presStyleLbl="node1" presStyleIdx="0" presStyleCnt="6" custScaleX="125914" custRadScaleRad="90514">
        <dgm:presLayoutVars>
          <dgm:bulletEnabled val="1"/>
        </dgm:presLayoutVars>
      </dgm:prSet>
      <dgm:spPr/>
    </dgm:pt>
    <dgm:pt modelId="{C58BA0E4-BCDA-409D-B3D4-12894AC498EC}" type="pres">
      <dgm:prSet presAssocID="{82B0AAFE-F630-426A-B31A-2E807BB7EF0F}" presName="spNode" presStyleCnt="0"/>
      <dgm:spPr/>
    </dgm:pt>
    <dgm:pt modelId="{38DF3E87-6610-4965-BE74-6950D4E26012}" type="pres">
      <dgm:prSet presAssocID="{685CFC4F-064F-4E85-9905-7CC50FD9EC8B}" presName="sibTrans" presStyleLbl="sibTrans1D1" presStyleIdx="0" presStyleCnt="6"/>
      <dgm:spPr/>
    </dgm:pt>
    <dgm:pt modelId="{03983051-C000-4C2B-975D-AD1476CFC018}" type="pres">
      <dgm:prSet presAssocID="{60250619-A7FF-4705-8A41-7C4FE864D1A3}" presName="node" presStyleLbl="node1" presStyleIdx="1" presStyleCnt="6" custScaleX="115645" custRadScaleRad="105205" custRadScaleInc="28388">
        <dgm:presLayoutVars>
          <dgm:bulletEnabled val="1"/>
        </dgm:presLayoutVars>
      </dgm:prSet>
      <dgm:spPr/>
    </dgm:pt>
    <dgm:pt modelId="{A400C0CA-8AC6-4F96-94E6-38EFE26BF49A}" type="pres">
      <dgm:prSet presAssocID="{60250619-A7FF-4705-8A41-7C4FE864D1A3}" presName="spNode" presStyleCnt="0"/>
      <dgm:spPr/>
    </dgm:pt>
    <dgm:pt modelId="{11CE9586-3ACE-4AAF-8585-D4397CC2C664}" type="pres">
      <dgm:prSet presAssocID="{6B06EF56-2D10-4C7F-9AFC-3AC577640F04}" presName="sibTrans" presStyleLbl="sibTrans1D1" presStyleIdx="1" presStyleCnt="6"/>
      <dgm:spPr/>
    </dgm:pt>
    <dgm:pt modelId="{06CF0FDB-40A3-4652-989D-87BA247E9A09}" type="pres">
      <dgm:prSet presAssocID="{CA212B9F-654D-49CA-8031-51E709D55CC1}" presName="node" presStyleLbl="node1" presStyleIdx="2" presStyleCnt="6" custScaleX="132757" custRadScaleRad="110013" custRadScaleInc="-17999">
        <dgm:presLayoutVars>
          <dgm:bulletEnabled val="1"/>
        </dgm:presLayoutVars>
      </dgm:prSet>
      <dgm:spPr/>
    </dgm:pt>
    <dgm:pt modelId="{FD720442-4A38-41CC-B58C-39F3C66F55C6}" type="pres">
      <dgm:prSet presAssocID="{CA212B9F-654D-49CA-8031-51E709D55CC1}" presName="spNode" presStyleCnt="0"/>
      <dgm:spPr/>
    </dgm:pt>
    <dgm:pt modelId="{A669BFCD-0A91-443A-BCD2-AFD370589547}" type="pres">
      <dgm:prSet presAssocID="{A61395CD-4130-4618-B997-565F78645CCB}" presName="sibTrans" presStyleLbl="sibTrans1D1" presStyleIdx="2" presStyleCnt="6"/>
      <dgm:spPr/>
    </dgm:pt>
    <dgm:pt modelId="{F476E136-F09E-489D-A2CA-38FBD2245F16}" type="pres">
      <dgm:prSet presAssocID="{8BBCCE80-8A1D-4049-990E-B04A3BB76818}" presName="node" presStyleLbl="node1" presStyleIdx="3" presStyleCnt="6" custScaleX="127870" custRadScaleRad="98777" custRadScaleInc="-12747">
        <dgm:presLayoutVars>
          <dgm:bulletEnabled val="1"/>
        </dgm:presLayoutVars>
      </dgm:prSet>
      <dgm:spPr/>
    </dgm:pt>
    <dgm:pt modelId="{4BF2792D-FB01-4D47-9398-0239EA2DD366}" type="pres">
      <dgm:prSet presAssocID="{8BBCCE80-8A1D-4049-990E-B04A3BB76818}" presName="spNode" presStyleCnt="0"/>
      <dgm:spPr/>
    </dgm:pt>
    <dgm:pt modelId="{D6437E0F-A79F-479F-BC85-E00B5DF3B52D}" type="pres">
      <dgm:prSet presAssocID="{5EC288F9-0F32-418C-9E6B-AAD0C7071A80}" presName="sibTrans" presStyleLbl="sibTrans1D1" presStyleIdx="3" presStyleCnt="6"/>
      <dgm:spPr/>
    </dgm:pt>
    <dgm:pt modelId="{04F03603-B4BC-44EB-A2D8-2EB70F3F238C}" type="pres">
      <dgm:prSet presAssocID="{B3591206-AA4E-4AE5-BF78-222876AEEC9F}" presName="node" presStyleLbl="node1" presStyleIdx="4" presStyleCnt="6" custScaleX="131675" custRadScaleRad="111619" custRadScaleInc="16937">
        <dgm:presLayoutVars>
          <dgm:bulletEnabled val="1"/>
        </dgm:presLayoutVars>
      </dgm:prSet>
      <dgm:spPr/>
    </dgm:pt>
    <dgm:pt modelId="{964274C2-BC0A-4C9E-B5D6-6A10DC7CE3B8}" type="pres">
      <dgm:prSet presAssocID="{B3591206-AA4E-4AE5-BF78-222876AEEC9F}" presName="spNode" presStyleCnt="0"/>
      <dgm:spPr/>
    </dgm:pt>
    <dgm:pt modelId="{6A361762-0B9C-4DB6-8307-F37DFD4EE8B2}" type="pres">
      <dgm:prSet presAssocID="{EB2484D5-67C1-4336-85E1-0A79C9BC1CC5}" presName="sibTrans" presStyleLbl="sibTrans1D1" presStyleIdx="4" presStyleCnt="6"/>
      <dgm:spPr/>
    </dgm:pt>
    <dgm:pt modelId="{C6AFD423-889F-4A01-9632-DEF5BFB754BF}" type="pres">
      <dgm:prSet presAssocID="{148C4C49-4E82-4219-B435-87C08D85E6BE}" presName="node" presStyleLbl="node1" presStyleIdx="5" presStyleCnt="6" custScaleX="115723" custRadScaleRad="103738" custRadScaleInc="-28722">
        <dgm:presLayoutVars>
          <dgm:bulletEnabled val="1"/>
        </dgm:presLayoutVars>
      </dgm:prSet>
      <dgm:spPr/>
    </dgm:pt>
    <dgm:pt modelId="{8FCFCF79-6065-4B01-BC66-4132871DC759}" type="pres">
      <dgm:prSet presAssocID="{148C4C49-4E82-4219-B435-87C08D85E6BE}" presName="spNode" presStyleCnt="0"/>
      <dgm:spPr/>
    </dgm:pt>
    <dgm:pt modelId="{9527D15A-2D6C-4A5F-96AD-4C5BBE77B67D}" type="pres">
      <dgm:prSet presAssocID="{714E5E83-C885-4745-8070-D299E2EDB841}" presName="sibTrans" presStyleLbl="sibTrans1D1" presStyleIdx="5" presStyleCnt="6"/>
      <dgm:spPr/>
    </dgm:pt>
  </dgm:ptLst>
  <dgm:cxnLst>
    <dgm:cxn modelId="{C585991D-1187-4FE4-979B-280F0E6243DD}" srcId="{5B2206CC-CED2-4B31-B145-532BBAFEF403}" destId="{82B0AAFE-F630-426A-B31A-2E807BB7EF0F}" srcOrd="0" destOrd="0" parTransId="{D27BC23E-F21F-40D2-8BE5-0F4D218C7202}" sibTransId="{685CFC4F-064F-4E85-9905-7CC50FD9EC8B}"/>
    <dgm:cxn modelId="{078C9E22-F0B9-4605-9DC5-262C5EEA9BF4}" type="presOf" srcId="{6B06EF56-2D10-4C7F-9AFC-3AC577640F04}" destId="{11CE9586-3ACE-4AAF-8585-D4397CC2C664}" srcOrd="0" destOrd="0" presId="urn:microsoft.com/office/officeart/2005/8/layout/cycle5"/>
    <dgm:cxn modelId="{CDD0C26B-2CEF-436C-8505-37ABF8AA146F}" type="presOf" srcId="{714E5E83-C885-4745-8070-D299E2EDB841}" destId="{9527D15A-2D6C-4A5F-96AD-4C5BBE77B67D}" srcOrd="0" destOrd="0" presId="urn:microsoft.com/office/officeart/2005/8/layout/cycle5"/>
    <dgm:cxn modelId="{B0EB0988-F252-4396-9411-B5967FF6E4A4}" type="presOf" srcId="{8BBCCE80-8A1D-4049-990E-B04A3BB76818}" destId="{F476E136-F09E-489D-A2CA-38FBD2245F16}" srcOrd="0" destOrd="0" presId="urn:microsoft.com/office/officeart/2005/8/layout/cycle5"/>
    <dgm:cxn modelId="{E9D81E9A-E164-4E8C-941F-98CF91D3D16C}" type="presOf" srcId="{5B2206CC-CED2-4B31-B145-532BBAFEF403}" destId="{B842B17B-0E2C-47DD-9C04-04F04C6FE909}" srcOrd="0" destOrd="0" presId="urn:microsoft.com/office/officeart/2005/8/layout/cycle5"/>
    <dgm:cxn modelId="{A22E79A2-AF3D-4544-8455-F12148D5D01C}" srcId="{5B2206CC-CED2-4B31-B145-532BBAFEF403}" destId="{CA212B9F-654D-49CA-8031-51E709D55CC1}" srcOrd="2" destOrd="0" parTransId="{06C84EFF-A087-408E-8475-C3512E3AF346}" sibTransId="{A61395CD-4130-4618-B997-565F78645CCB}"/>
    <dgm:cxn modelId="{BFFA49A6-2EA8-4976-A519-CCB6549CE4A9}" srcId="{5B2206CC-CED2-4B31-B145-532BBAFEF403}" destId="{148C4C49-4E82-4219-B435-87C08D85E6BE}" srcOrd="5" destOrd="0" parTransId="{F2440A6A-122E-4AA8-BF93-ACA90A0D315B}" sibTransId="{714E5E83-C885-4745-8070-D299E2EDB841}"/>
    <dgm:cxn modelId="{B51E06B4-E6B6-4898-BD68-4A3D97D0F177}" type="presOf" srcId="{148C4C49-4E82-4219-B435-87C08D85E6BE}" destId="{C6AFD423-889F-4A01-9632-DEF5BFB754BF}" srcOrd="0" destOrd="0" presId="urn:microsoft.com/office/officeart/2005/8/layout/cycle5"/>
    <dgm:cxn modelId="{69024EBB-4C53-4F67-A868-129CBD79F642}" type="presOf" srcId="{A61395CD-4130-4618-B997-565F78645CCB}" destId="{A669BFCD-0A91-443A-BCD2-AFD370589547}" srcOrd="0" destOrd="0" presId="urn:microsoft.com/office/officeart/2005/8/layout/cycle5"/>
    <dgm:cxn modelId="{AF20E5BD-AA8A-4343-B9B6-4A3693E3C4CA}" type="presOf" srcId="{B3591206-AA4E-4AE5-BF78-222876AEEC9F}" destId="{04F03603-B4BC-44EB-A2D8-2EB70F3F238C}" srcOrd="0" destOrd="0" presId="urn:microsoft.com/office/officeart/2005/8/layout/cycle5"/>
    <dgm:cxn modelId="{A69B4FC0-9759-40F1-B460-279B55612824}" srcId="{5B2206CC-CED2-4B31-B145-532BBAFEF403}" destId="{60250619-A7FF-4705-8A41-7C4FE864D1A3}" srcOrd="1" destOrd="0" parTransId="{0452413D-393A-4F3B-84DF-28A8428D5C17}" sibTransId="{6B06EF56-2D10-4C7F-9AFC-3AC577640F04}"/>
    <dgm:cxn modelId="{F5F338C1-1BEF-4557-A11E-412F9861F49D}" type="presOf" srcId="{685CFC4F-064F-4E85-9905-7CC50FD9EC8B}" destId="{38DF3E87-6610-4965-BE74-6950D4E26012}" srcOrd="0" destOrd="0" presId="urn:microsoft.com/office/officeart/2005/8/layout/cycle5"/>
    <dgm:cxn modelId="{26BECEC3-4F32-407E-B466-784A42A3DA98}" type="presOf" srcId="{CA212B9F-654D-49CA-8031-51E709D55CC1}" destId="{06CF0FDB-40A3-4652-989D-87BA247E9A09}" srcOrd="0" destOrd="0" presId="urn:microsoft.com/office/officeart/2005/8/layout/cycle5"/>
    <dgm:cxn modelId="{4549C9C7-44C9-4DF8-AADC-E9D1B330766D}" type="presOf" srcId="{82B0AAFE-F630-426A-B31A-2E807BB7EF0F}" destId="{0CBE4BAB-30E9-4417-853B-E958F4E117D8}" srcOrd="0" destOrd="0" presId="urn:microsoft.com/office/officeart/2005/8/layout/cycle5"/>
    <dgm:cxn modelId="{B62BEAC7-B2A9-4C74-9CD9-F145436DB0A4}" type="presOf" srcId="{5EC288F9-0F32-418C-9E6B-AAD0C7071A80}" destId="{D6437E0F-A79F-479F-BC85-E00B5DF3B52D}" srcOrd="0" destOrd="0" presId="urn:microsoft.com/office/officeart/2005/8/layout/cycle5"/>
    <dgm:cxn modelId="{2991D7D7-EE7A-4075-94AB-619B5ED7FE42}" type="presOf" srcId="{EB2484D5-67C1-4336-85E1-0A79C9BC1CC5}" destId="{6A361762-0B9C-4DB6-8307-F37DFD4EE8B2}" srcOrd="0" destOrd="0" presId="urn:microsoft.com/office/officeart/2005/8/layout/cycle5"/>
    <dgm:cxn modelId="{92CEC6E1-4730-4422-A933-12CA490F4DE6}" srcId="{5B2206CC-CED2-4B31-B145-532BBAFEF403}" destId="{B3591206-AA4E-4AE5-BF78-222876AEEC9F}" srcOrd="4" destOrd="0" parTransId="{87DD9E81-3A07-4345-8DAC-17BD41B0F8DC}" sibTransId="{EB2484D5-67C1-4336-85E1-0A79C9BC1CC5}"/>
    <dgm:cxn modelId="{567325EC-AB8A-47F6-9082-08E4F0BDAF58}" type="presOf" srcId="{60250619-A7FF-4705-8A41-7C4FE864D1A3}" destId="{03983051-C000-4C2B-975D-AD1476CFC018}" srcOrd="0" destOrd="0" presId="urn:microsoft.com/office/officeart/2005/8/layout/cycle5"/>
    <dgm:cxn modelId="{A2E9E4F7-1FEE-4073-8F9D-20A45DCE9DC9}" srcId="{5B2206CC-CED2-4B31-B145-532BBAFEF403}" destId="{8BBCCE80-8A1D-4049-990E-B04A3BB76818}" srcOrd="3" destOrd="0" parTransId="{5CB58CB0-488A-4ECE-9C62-DC468934517E}" sibTransId="{5EC288F9-0F32-418C-9E6B-AAD0C7071A80}"/>
    <dgm:cxn modelId="{79438B6B-557F-4307-8AB8-46DD97B53C61}" type="presParOf" srcId="{B842B17B-0E2C-47DD-9C04-04F04C6FE909}" destId="{0CBE4BAB-30E9-4417-853B-E958F4E117D8}" srcOrd="0" destOrd="0" presId="urn:microsoft.com/office/officeart/2005/8/layout/cycle5"/>
    <dgm:cxn modelId="{5AB9EE09-DA46-4940-8300-FF4A8E4B0A37}" type="presParOf" srcId="{B842B17B-0E2C-47DD-9C04-04F04C6FE909}" destId="{C58BA0E4-BCDA-409D-B3D4-12894AC498EC}" srcOrd="1" destOrd="0" presId="urn:microsoft.com/office/officeart/2005/8/layout/cycle5"/>
    <dgm:cxn modelId="{7D2F1DEF-E812-4E4D-A9D1-CC988548C805}" type="presParOf" srcId="{B842B17B-0E2C-47DD-9C04-04F04C6FE909}" destId="{38DF3E87-6610-4965-BE74-6950D4E26012}" srcOrd="2" destOrd="0" presId="urn:microsoft.com/office/officeart/2005/8/layout/cycle5"/>
    <dgm:cxn modelId="{7A3AB873-898D-4583-9ECE-B66170B6E61E}" type="presParOf" srcId="{B842B17B-0E2C-47DD-9C04-04F04C6FE909}" destId="{03983051-C000-4C2B-975D-AD1476CFC018}" srcOrd="3" destOrd="0" presId="urn:microsoft.com/office/officeart/2005/8/layout/cycle5"/>
    <dgm:cxn modelId="{3ADE8E1F-44BD-4845-899F-7710692C5D7F}" type="presParOf" srcId="{B842B17B-0E2C-47DD-9C04-04F04C6FE909}" destId="{A400C0CA-8AC6-4F96-94E6-38EFE26BF49A}" srcOrd="4" destOrd="0" presId="urn:microsoft.com/office/officeart/2005/8/layout/cycle5"/>
    <dgm:cxn modelId="{2B1BDD35-AC12-4023-9266-CBC64C8B20FA}" type="presParOf" srcId="{B842B17B-0E2C-47DD-9C04-04F04C6FE909}" destId="{11CE9586-3ACE-4AAF-8585-D4397CC2C664}" srcOrd="5" destOrd="0" presId="urn:microsoft.com/office/officeart/2005/8/layout/cycle5"/>
    <dgm:cxn modelId="{C0F0F092-9253-47CC-BC3F-56EB9751A056}" type="presParOf" srcId="{B842B17B-0E2C-47DD-9C04-04F04C6FE909}" destId="{06CF0FDB-40A3-4652-989D-87BA247E9A09}" srcOrd="6" destOrd="0" presId="urn:microsoft.com/office/officeart/2005/8/layout/cycle5"/>
    <dgm:cxn modelId="{3879C7A3-3130-48B4-9896-8EA3A6CC3D21}" type="presParOf" srcId="{B842B17B-0E2C-47DD-9C04-04F04C6FE909}" destId="{FD720442-4A38-41CC-B58C-39F3C66F55C6}" srcOrd="7" destOrd="0" presId="urn:microsoft.com/office/officeart/2005/8/layout/cycle5"/>
    <dgm:cxn modelId="{040585AF-F158-4302-BCF1-AA4601904BF0}" type="presParOf" srcId="{B842B17B-0E2C-47DD-9C04-04F04C6FE909}" destId="{A669BFCD-0A91-443A-BCD2-AFD370589547}" srcOrd="8" destOrd="0" presId="urn:microsoft.com/office/officeart/2005/8/layout/cycle5"/>
    <dgm:cxn modelId="{7A28892C-EE73-4A5F-BA4D-7E5431D81185}" type="presParOf" srcId="{B842B17B-0E2C-47DD-9C04-04F04C6FE909}" destId="{F476E136-F09E-489D-A2CA-38FBD2245F16}" srcOrd="9" destOrd="0" presId="urn:microsoft.com/office/officeart/2005/8/layout/cycle5"/>
    <dgm:cxn modelId="{E21117EA-61FC-4571-91D2-7EE2571EB647}" type="presParOf" srcId="{B842B17B-0E2C-47DD-9C04-04F04C6FE909}" destId="{4BF2792D-FB01-4D47-9398-0239EA2DD366}" srcOrd="10" destOrd="0" presId="urn:microsoft.com/office/officeart/2005/8/layout/cycle5"/>
    <dgm:cxn modelId="{86D8BD5E-3885-416C-9171-D3986D02E939}" type="presParOf" srcId="{B842B17B-0E2C-47DD-9C04-04F04C6FE909}" destId="{D6437E0F-A79F-479F-BC85-E00B5DF3B52D}" srcOrd="11" destOrd="0" presId="urn:microsoft.com/office/officeart/2005/8/layout/cycle5"/>
    <dgm:cxn modelId="{97141AE8-1BC7-48EE-BF27-C6FE05EA6937}" type="presParOf" srcId="{B842B17B-0E2C-47DD-9C04-04F04C6FE909}" destId="{04F03603-B4BC-44EB-A2D8-2EB70F3F238C}" srcOrd="12" destOrd="0" presId="urn:microsoft.com/office/officeart/2005/8/layout/cycle5"/>
    <dgm:cxn modelId="{AF16096B-3C69-44CD-A42C-538191C70AD0}" type="presParOf" srcId="{B842B17B-0E2C-47DD-9C04-04F04C6FE909}" destId="{964274C2-BC0A-4C9E-B5D6-6A10DC7CE3B8}" srcOrd="13" destOrd="0" presId="urn:microsoft.com/office/officeart/2005/8/layout/cycle5"/>
    <dgm:cxn modelId="{ADDDCD6A-ED46-4742-975F-FE6F5B97E4AB}" type="presParOf" srcId="{B842B17B-0E2C-47DD-9C04-04F04C6FE909}" destId="{6A361762-0B9C-4DB6-8307-F37DFD4EE8B2}" srcOrd="14" destOrd="0" presId="urn:microsoft.com/office/officeart/2005/8/layout/cycle5"/>
    <dgm:cxn modelId="{6882431A-1E8F-4AF5-A50B-56BE589DF204}" type="presParOf" srcId="{B842B17B-0E2C-47DD-9C04-04F04C6FE909}" destId="{C6AFD423-889F-4A01-9632-DEF5BFB754BF}" srcOrd="15" destOrd="0" presId="urn:microsoft.com/office/officeart/2005/8/layout/cycle5"/>
    <dgm:cxn modelId="{EF8FC4C2-E321-419C-B7E8-15AA6F55F644}" type="presParOf" srcId="{B842B17B-0E2C-47DD-9C04-04F04C6FE909}" destId="{8FCFCF79-6065-4B01-BC66-4132871DC759}" srcOrd="16" destOrd="0" presId="urn:microsoft.com/office/officeart/2005/8/layout/cycle5"/>
    <dgm:cxn modelId="{1737E365-F8B1-4D1A-8F8B-58ECAC546E92}" type="presParOf" srcId="{B842B17B-0E2C-47DD-9C04-04F04C6FE909}" destId="{9527D15A-2D6C-4A5F-96AD-4C5BBE77B67D}" srcOrd="17" destOrd="0" presId="urn:microsoft.com/office/officeart/2005/8/layout/cycle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BE4BAB-30E9-4417-853B-E958F4E117D8}">
      <dsp:nvSpPr>
        <dsp:cNvPr id="0" name=""/>
        <dsp:cNvSpPr/>
      </dsp:nvSpPr>
      <dsp:spPr>
        <a:xfrm>
          <a:off x="3406144" y="194521"/>
          <a:ext cx="1670277" cy="862239"/>
        </a:xfrm>
        <a:prstGeom prst="round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2000" tIns="60960" rIns="72000" bIns="60960" numCol="1" spcCol="1270" anchor="ctr" anchorCtr="0">
          <a:noAutofit/>
        </a:bodyPr>
        <a:lstStyle/>
        <a:p>
          <a:pPr marL="0" lvl="0" indent="0" algn="ctr" defTabSz="711200">
            <a:lnSpc>
              <a:spcPct val="90000"/>
            </a:lnSpc>
            <a:spcBef>
              <a:spcPct val="0"/>
            </a:spcBef>
            <a:spcAft>
              <a:spcPts val="0"/>
            </a:spcAft>
            <a:buNone/>
          </a:pPr>
          <a:r>
            <a:rPr kumimoji="1" lang="ja-JP" altLang="en-US" sz="1600" kern="1200" dirty="0"/>
            <a:t>１</a:t>
          </a:r>
          <a:r>
            <a:rPr kumimoji="1" lang="en-US" altLang="ja-JP" sz="1600" kern="1200" dirty="0"/>
            <a:t>.</a:t>
          </a:r>
          <a:r>
            <a:rPr kumimoji="1" lang="ja-JP" altLang="en-US" sz="1600" kern="1200" dirty="0"/>
            <a:t>保有データの提供</a:t>
          </a:r>
        </a:p>
      </dsp:txBody>
      <dsp:txXfrm>
        <a:off x="3448235" y="236612"/>
        <a:ext cx="1586095" cy="778057"/>
      </dsp:txXfrm>
    </dsp:sp>
    <dsp:sp modelId="{38DF3E87-6610-4965-BE74-6950D4E26012}">
      <dsp:nvSpPr>
        <dsp:cNvPr id="0" name=""/>
        <dsp:cNvSpPr/>
      </dsp:nvSpPr>
      <dsp:spPr>
        <a:xfrm>
          <a:off x="2764894" y="806765"/>
          <a:ext cx="4059112" cy="4059112"/>
        </a:xfrm>
        <a:custGeom>
          <a:avLst/>
          <a:gdLst/>
          <a:ahLst/>
          <a:cxnLst/>
          <a:rect l="0" t="0" r="0" b="0"/>
          <a:pathLst>
            <a:path>
              <a:moveTo>
                <a:pt x="2490537" y="53045"/>
              </a:moveTo>
              <a:arcTo wR="2029556" hR="2029556" stAng="16987704" swAng="938863"/>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03983051-C000-4C2B-975D-AD1476CFC018}">
      <dsp:nvSpPr>
        <dsp:cNvPr id="0" name=""/>
        <dsp:cNvSpPr/>
      </dsp:nvSpPr>
      <dsp:spPr>
        <a:xfrm>
          <a:off x="5419934" y="1152129"/>
          <a:ext cx="1534056" cy="862239"/>
        </a:xfrm>
        <a:prstGeom prst="round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ts val="0"/>
            </a:spcAft>
            <a:buNone/>
          </a:pPr>
          <a:r>
            <a:rPr kumimoji="1" lang="en-US" altLang="ja-JP" sz="1600" kern="1200" dirty="0"/>
            <a:t>2.</a:t>
          </a:r>
          <a:r>
            <a:rPr kumimoji="1" lang="ja-JP" altLang="en-US" sz="1600" kern="1200" dirty="0"/>
            <a:t>技術や制度の検討</a:t>
          </a:r>
        </a:p>
      </dsp:txBody>
      <dsp:txXfrm>
        <a:off x="5462025" y="1194220"/>
        <a:ext cx="1449874" cy="778057"/>
      </dsp:txXfrm>
    </dsp:sp>
    <dsp:sp modelId="{11CE9586-3ACE-4AAF-8585-D4397CC2C664}">
      <dsp:nvSpPr>
        <dsp:cNvPr id="0" name=""/>
        <dsp:cNvSpPr/>
      </dsp:nvSpPr>
      <dsp:spPr>
        <a:xfrm>
          <a:off x="2375797" y="632210"/>
          <a:ext cx="4059112" cy="4059112"/>
        </a:xfrm>
        <a:custGeom>
          <a:avLst/>
          <a:gdLst/>
          <a:ahLst/>
          <a:cxnLst/>
          <a:rect l="0" t="0" r="0" b="0"/>
          <a:pathLst>
            <a:path>
              <a:moveTo>
                <a:pt x="4008014" y="1577005"/>
              </a:moveTo>
              <a:arcTo wR="2029556" hR="2029556" stAng="20826953" swAng="1047443"/>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06CF0FDB-40A3-4652-989D-87BA247E9A09}">
      <dsp:nvSpPr>
        <dsp:cNvPr id="0" name=""/>
        <dsp:cNvSpPr/>
      </dsp:nvSpPr>
      <dsp:spPr>
        <a:xfrm>
          <a:off x="5360677" y="3024331"/>
          <a:ext cx="1761051" cy="862239"/>
        </a:xfrm>
        <a:prstGeom prst="round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0960" rIns="0" bIns="60960" numCol="1" spcCol="1270" anchor="ctr" anchorCtr="0">
          <a:noAutofit/>
        </a:bodyPr>
        <a:lstStyle/>
        <a:p>
          <a:pPr marL="0" lvl="0" indent="0" algn="ctr" defTabSz="711200">
            <a:lnSpc>
              <a:spcPct val="90000"/>
            </a:lnSpc>
            <a:spcBef>
              <a:spcPct val="0"/>
            </a:spcBef>
            <a:spcAft>
              <a:spcPts val="0"/>
            </a:spcAft>
            <a:buNone/>
          </a:pPr>
          <a:r>
            <a:rPr kumimoji="1" lang="en-US" altLang="ja-JP" sz="1600" kern="1200" dirty="0"/>
            <a:t>3.</a:t>
          </a:r>
          <a:r>
            <a:rPr kumimoji="1" lang="ja-JP" altLang="en-US" sz="1600" kern="1200" dirty="0"/>
            <a:t>データポータルサイトの構築</a:t>
          </a:r>
          <a:endParaRPr kumimoji="1" lang="en-US" altLang="ja-JP" sz="1600" kern="1200" dirty="0"/>
        </a:p>
      </dsp:txBody>
      <dsp:txXfrm>
        <a:off x="5402768" y="3066422"/>
        <a:ext cx="1676869" cy="778057"/>
      </dsp:txXfrm>
    </dsp:sp>
    <dsp:sp modelId="{A669BFCD-0A91-443A-BCD2-AFD370589547}">
      <dsp:nvSpPr>
        <dsp:cNvPr id="0" name=""/>
        <dsp:cNvSpPr/>
      </dsp:nvSpPr>
      <dsp:spPr>
        <a:xfrm>
          <a:off x="2733711" y="218640"/>
          <a:ext cx="4059112" cy="4059112"/>
        </a:xfrm>
        <a:custGeom>
          <a:avLst/>
          <a:gdLst/>
          <a:ahLst/>
          <a:cxnLst/>
          <a:rect l="0" t="0" r="0" b="0"/>
          <a:pathLst>
            <a:path>
              <a:moveTo>
                <a:pt x="3085011" y="3763082"/>
              </a:moveTo>
              <a:arcTo wR="2029556" hR="2029556" stAng="3519895" swAng="881483"/>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F476E136-F09E-489D-A2CA-38FBD2245F16}">
      <dsp:nvSpPr>
        <dsp:cNvPr id="0" name=""/>
        <dsp:cNvSpPr/>
      </dsp:nvSpPr>
      <dsp:spPr>
        <a:xfrm>
          <a:off x="3482343" y="4034304"/>
          <a:ext cx="1696224" cy="862239"/>
        </a:xfrm>
        <a:prstGeom prst="round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0" tIns="60960" rIns="0" bIns="60960" numCol="1" spcCol="1270" anchor="ctr" anchorCtr="0">
          <a:noAutofit/>
        </a:bodyPr>
        <a:lstStyle/>
        <a:p>
          <a:pPr marL="0" lvl="0" indent="0" algn="ctr" defTabSz="711200">
            <a:lnSpc>
              <a:spcPct val="90000"/>
            </a:lnSpc>
            <a:spcBef>
              <a:spcPct val="0"/>
            </a:spcBef>
            <a:spcAft>
              <a:spcPts val="0"/>
            </a:spcAft>
            <a:buNone/>
          </a:pPr>
          <a:r>
            <a:rPr kumimoji="1" lang="en-US" altLang="ja-JP" sz="1600" kern="1200" dirty="0"/>
            <a:t>4.</a:t>
          </a:r>
          <a:r>
            <a:rPr kumimoji="1" lang="ja-JP" altLang="en-US" sz="1600" kern="1200" dirty="0"/>
            <a:t>ユースケースの</a:t>
          </a:r>
          <a:r>
            <a:rPr lang="ja-JP" altLang="en-US" sz="1600" kern="1200" dirty="0"/>
            <a:t>創成と共有</a:t>
          </a:r>
          <a:endParaRPr kumimoji="1" lang="ja-JP" altLang="en-US" sz="1600" kern="1200" dirty="0"/>
        </a:p>
      </dsp:txBody>
      <dsp:txXfrm>
        <a:off x="3524434" y="4076395"/>
        <a:ext cx="1612042" cy="778057"/>
      </dsp:txXfrm>
    </dsp:sp>
    <dsp:sp modelId="{D6437E0F-A79F-479F-BC85-E00B5DF3B52D}">
      <dsp:nvSpPr>
        <dsp:cNvPr id="0" name=""/>
        <dsp:cNvSpPr/>
      </dsp:nvSpPr>
      <dsp:spPr>
        <a:xfrm>
          <a:off x="1712221" y="275735"/>
          <a:ext cx="4059112" cy="4059112"/>
        </a:xfrm>
        <a:custGeom>
          <a:avLst/>
          <a:gdLst/>
          <a:ahLst/>
          <a:cxnLst/>
          <a:rect l="0" t="0" r="0" b="0"/>
          <a:pathLst>
            <a:path>
              <a:moveTo>
                <a:pt x="1560342" y="4004128"/>
              </a:moveTo>
              <a:arcTo wR="2029556" hR="2029556" stAng="6202030" swAng="1105627"/>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04F03603-B4BC-44EB-A2D8-2EB70F3F238C}">
      <dsp:nvSpPr>
        <dsp:cNvPr id="0" name=""/>
        <dsp:cNvSpPr/>
      </dsp:nvSpPr>
      <dsp:spPr>
        <a:xfrm>
          <a:off x="1342567" y="3046339"/>
          <a:ext cx="1746698" cy="862239"/>
        </a:xfrm>
        <a:prstGeom prst="round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kumimoji="1" lang="en-US" altLang="ja-JP" sz="1600" kern="1200" dirty="0"/>
            <a:t>5.</a:t>
          </a:r>
          <a:r>
            <a:rPr kumimoji="1" lang="ja-JP" altLang="en-US" sz="1600" kern="1200" dirty="0"/>
            <a:t>住民や事業者による利活用</a:t>
          </a:r>
        </a:p>
      </dsp:txBody>
      <dsp:txXfrm>
        <a:off x="1384658" y="3088430"/>
        <a:ext cx="1662516" cy="778057"/>
      </dsp:txXfrm>
    </dsp:sp>
    <dsp:sp modelId="{6A361762-0B9C-4DB6-8307-F37DFD4EE8B2}">
      <dsp:nvSpPr>
        <dsp:cNvPr id="0" name=""/>
        <dsp:cNvSpPr/>
      </dsp:nvSpPr>
      <dsp:spPr>
        <a:xfrm>
          <a:off x="2035358" y="754368"/>
          <a:ext cx="4059112" cy="4059112"/>
        </a:xfrm>
        <a:custGeom>
          <a:avLst/>
          <a:gdLst/>
          <a:ahLst/>
          <a:cxnLst/>
          <a:rect l="0" t="0" r="0" b="0"/>
          <a:pathLst>
            <a:path>
              <a:moveTo>
                <a:pt x="829" y="2087585"/>
              </a:moveTo>
              <a:arcTo wR="2029556" hR="2029556" stAng="10701695" swAng="1061326"/>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 modelId="{C6AFD423-889F-4A01-9632-DEF5BFB754BF}">
      <dsp:nvSpPr>
        <dsp:cNvPr id="0" name=""/>
        <dsp:cNvSpPr/>
      </dsp:nvSpPr>
      <dsp:spPr>
        <a:xfrm>
          <a:off x="1554179" y="1166629"/>
          <a:ext cx="1535091" cy="862239"/>
        </a:xfrm>
        <a:prstGeom prst="roundRect">
          <a:avLst/>
        </a:prstGeom>
        <a:solidFill>
          <a:schemeClr val="lt1">
            <a:hueOff val="0"/>
            <a:satOff val="0"/>
            <a:lumOff val="0"/>
            <a:alphaOff val="0"/>
          </a:schemeClr>
        </a:solidFill>
        <a:ln w="2540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kumimoji="1" lang="en-US" altLang="ja-JP" sz="1600" kern="1200" dirty="0"/>
            <a:t>6.</a:t>
          </a:r>
          <a:r>
            <a:rPr kumimoji="1" lang="ja-JP" altLang="en-US" sz="1600" kern="1200" dirty="0"/>
            <a:t>ニーズや課題の把握</a:t>
          </a:r>
        </a:p>
      </dsp:txBody>
      <dsp:txXfrm>
        <a:off x="1596270" y="1208720"/>
        <a:ext cx="1450909" cy="778057"/>
      </dsp:txXfrm>
    </dsp:sp>
    <dsp:sp modelId="{9527D15A-2D6C-4A5F-96AD-4C5BBE77B67D}">
      <dsp:nvSpPr>
        <dsp:cNvPr id="0" name=""/>
        <dsp:cNvSpPr/>
      </dsp:nvSpPr>
      <dsp:spPr>
        <a:xfrm>
          <a:off x="1720029" y="797179"/>
          <a:ext cx="4059112" cy="4059112"/>
        </a:xfrm>
        <a:custGeom>
          <a:avLst/>
          <a:gdLst/>
          <a:ahLst/>
          <a:cxnLst/>
          <a:rect l="0" t="0" r="0" b="0"/>
          <a:pathLst>
            <a:path>
              <a:moveTo>
                <a:pt x="1012183" y="273409"/>
              </a:moveTo>
              <a:arcTo wR="2029556" hR="2029556" stAng="14394923" swAng="918501"/>
            </a:path>
          </a:pathLst>
        </a:custGeom>
        <a:noFill/>
        <a:ln w="9525" cap="flat" cmpd="sng" algn="ctr">
          <a:solidFill>
            <a:schemeClr val="dk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5">
  <dgm:title val=""/>
  <dgm:desc val=""/>
  <dgm:catLst>
    <dgm:cat type="cycle" pri="3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choose name="Name2">
          <dgm:if name="Name3" axis="ch" ptType="node" func="cnt" op="gt" val="2">
            <dgm:alg type="cycle">
              <dgm:param type="stAng" val="0"/>
              <dgm:param type="spanAng" val="360"/>
            </dgm:alg>
          </dgm:if>
          <dgm:else name="Name4">
            <dgm:alg type="cycle">
              <dgm:param type="stAng" val="-90"/>
              <dgm:param type="spanAng" val="360"/>
            </dgm:alg>
          </dgm:else>
        </dgm:choose>
      </dgm:if>
      <dgm:else name="Name5">
        <dgm:choose name="Name6">
          <dgm:if name="Name7" axis="ch" ptType="node" func="cnt" op="gt" val="2">
            <dgm:alg type="cycle">
              <dgm:param type="stAng" val="0"/>
              <dgm:param type="spanAng" val="-360"/>
            </dgm:alg>
          </dgm:if>
          <dgm:else name="Name8">
            <dgm:alg type="cycle">
              <dgm:param type="stAng" val="90"/>
              <dgm:param type="spanAng" val="-360"/>
            </dgm:alg>
          </dgm:else>
        </dgm:choose>
      </dgm:else>
    </dgm:choose>
    <dgm:shape xmlns:r="http://schemas.openxmlformats.org/officeDocument/2006/relationships" r:blip="">
      <dgm:adjLst/>
    </dgm:shape>
    <dgm:presOf/>
    <dgm:choose name="Name9">
      <dgm:if name="Name10" func="var" arg="dir" op="equ" val="norm">
        <dgm:constrLst>
          <dgm:constr type="w" for="ch" forName="node" refType="w"/>
          <dgm:constr type="w" for="ch" ptType="sibTrans" refType="w" refFor="ch" refForName="node" op="equ" fact="0.3"/>
          <dgm:constr type="diam" for="ch" ptType="sibTrans" refType="diam" op="equ"/>
          <dgm:constr type="sibSp" refType="w" refFor="ch" refForName="node" op="equ" fact="0.15"/>
          <dgm:constr type="w" for="ch" forName="spNode" refType="sibSp" fact="1.6"/>
          <dgm:constr type="primFontSz" for="ch" forName="node" op="equ" val="65"/>
        </dgm:constrLst>
      </dgm:if>
      <dgm:else name="Name11">
        <dgm:constrLst>
          <dgm:constr type="w" for="ch" forName="node" refType="w"/>
          <dgm:constr type="w" for="ch" ptType="sibTrans" refType="w" refFor="ch" refForName="node" op="equ" fact="0.3"/>
          <dgm:constr type="diam" for="ch" ptType="sibTrans" refType="diam" fact="-1"/>
          <dgm:constr type="diam" for="ch" refType="diam" op="equ" fact="-1"/>
          <dgm:constr type="sibSp" refType="w" refFor="ch" refForName="node" op="equ" fact="0.15"/>
          <dgm:constr type="w" for="ch" forName="spNode" refType="sibSp" fact="1.6"/>
          <dgm:constr type="primFontSz" for="ch" forName="node" op="equ" val="65"/>
        </dgm:constrLst>
      </dgm:else>
    </dgm:choose>
    <dgm:ruleLst/>
    <dgm:forEach name="Name12" axis="ch" ptType="node">
      <dgm:layoutNode name="node">
        <dgm:varLst>
          <dgm:bulletEnabled val="1"/>
        </dgm:varLst>
        <dgm:alg type="tx"/>
        <dgm:shape xmlns:r="http://schemas.openxmlformats.org/officeDocument/2006/relationships" type="roundRect" r:blip="">
          <dgm:adjLst/>
        </dgm:shape>
        <dgm:presOf axis="desOrSelf" ptType="node"/>
        <dgm:constrLst>
          <dgm:constr type="h" refType="w" fact="0.6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3">
        <dgm:if name="Name14" axis="par ch" ptType="doc node" func="cnt" op="gt" val="1">
          <dgm:layoutNode name="spNode">
            <dgm:alg type="sp"/>
            <dgm:shape xmlns:r="http://schemas.openxmlformats.org/officeDocument/2006/relationships" r:blip="">
              <dgm:adjLst/>
            </dgm:shape>
            <dgm:presOf/>
            <dgm:constrLst>
              <dgm:constr type="h" refType="w"/>
            </dgm:constrLst>
            <dgm:ruleLst/>
          </dgm:layoutNode>
          <dgm:forEach name="Name15" axis="followSib" ptType="sibTrans" hideLastTrans="0" cnt="1">
            <dgm:layoutNode name="sibTrans">
              <dgm:alg type="conn">
                <dgm:param type="dim" val="1D"/>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connDist"/>
                <dgm:constr type="begPad" refType="connDist" fact="0.2"/>
                <dgm:constr type="endPad" refType="connDist" fact="0.2"/>
              </dgm:constrLst>
              <dgm:ruleLst/>
            </dgm:layoutNode>
          </dgm:forEach>
        </dgm:if>
        <dgm:else name="Name16"/>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AB6A8EED-D651-0071-BC12-D14ECFEBD61C}"/>
              </a:ext>
            </a:extLst>
          </p:cNvPr>
          <p:cNvSpPr>
            <a:spLocks noGrp="1" noChangeArrowheads="1"/>
          </p:cNvSpPr>
          <p:nvPr>
            <p:ph type="hdr" sz="quarter"/>
          </p:nvPr>
        </p:nvSpPr>
        <p:spPr bwMode="auto">
          <a:xfrm>
            <a:off x="0" y="0"/>
            <a:ext cx="2919413" cy="492125"/>
          </a:xfrm>
          <a:prstGeom prst="rect">
            <a:avLst/>
          </a:prstGeom>
          <a:noFill/>
          <a:ln w="9525">
            <a:noFill/>
            <a:miter lim="800000"/>
            <a:headEnd/>
            <a:tailEnd/>
          </a:ln>
        </p:spPr>
        <p:txBody>
          <a:bodyPr vert="horz" wrap="square" lIns="91383" tIns="45692" rIns="91383" bIns="45692" numCol="1" anchor="t" anchorCtr="0" compatLnSpc="1">
            <a:prstTxWarp prst="textNoShape">
              <a:avLst/>
            </a:prstTxWarp>
          </a:bodyPr>
          <a:lstStyle>
            <a:lvl1pPr defTabSz="904529">
              <a:buFontTx/>
              <a:buNone/>
              <a:defRPr sz="1200" b="0">
                <a:solidFill>
                  <a:schemeClr val="tx1"/>
                </a:solidFill>
                <a:latin typeface="Arial" charset="0"/>
                <a:ea typeface="ＭＳ Ｐゴシック" pitchFamily="50" charset="-128"/>
              </a:defRPr>
            </a:lvl1pPr>
          </a:lstStyle>
          <a:p>
            <a:pPr>
              <a:defRPr/>
            </a:pPr>
            <a:endParaRPr lang="en-US" altLang="ja-JP"/>
          </a:p>
        </p:txBody>
      </p:sp>
      <p:sp>
        <p:nvSpPr>
          <p:cNvPr id="3075" name="Rectangle 3">
            <a:extLst>
              <a:ext uri="{FF2B5EF4-FFF2-40B4-BE49-F238E27FC236}">
                <a16:creationId xmlns:a16="http://schemas.microsoft.com/office/drawing/2014/main" id="{8C2E0696-1CF5-2D98-7AA7-32906BB1E0B0}"/>
              </a:ext>
            </a:extLst>
          </p:cNvPr>
          <p:cNvSpPr>
            <a:spLocks noGrp="1" noChangeArrowheads="1"/>
          </p:cNvSpPr>
          <p:nvPr>
            <p:ph type="dt" sz="quarter" idx="1"/>
          </p:nvPr>
        </p:nvSpPr>
        <p:spPr bwMode="auto">
          <a:xfrm>
            <a:off x="3814763" y="0"/>
            <a:ext cx="2919412" cy="492125"/>
          </a:xfrm>
          <a:prstGeom prst="rect">
            <a:avLst/>
          </a:prstGeom>
          <a:noFill/>
          <a:ln w="9525">
            <a:noFill/>
            <a:miter lim="800000"/>
            <a:headEnd/>
            <a:tailEnd/>
          </a:ln>
        </p:spPr>
        <p:txBody>
          <a:bodyPr vert="horz" wrap="square" lIns="91383" tIns="45692" rIns="91383" bIns="45692" numCol="1" anchor="t" anchorCtr="0" compatLnSpc="1">
            <a:prstTxWarp prst="textNoShape">
              <a:avLst/>
            </a:prstTxWarp>
          </a:bodyPr>
          <a:lstStyle>
            <a:lvl1pPr algn="r" defTabSz="904529">
              <a:buFontTx/>
              <a:buNone/>
              <a:defRPr sz="1200" b="0">
                <a:solidFill>
                  <a:schemeClr val="tx1"/>
                </a:solidFill>
                <a:latin typeface="Arial" charset="0"/>
                <a:ea typeface="ＭＳ Ｐゴシック" pitchFamily="50" charset="-128"/>
              </a:defRPr>
            </a:lvl1pPr>
          </a:lstStyle>
          <a:p>
            <a:pPr>
              <a:defRPr/>
            </a:pPr>
            <a:endParaRPr lang="en-US" altLang="ja-JP"/>
          </a:p>
        </p:txBody>
      </p:sp>
      <p:sp>
        <p:nvSpPr>
          <p:cNvPr id="3076" name="Rectangle 4">
            <a:extLst>
              <a:ext uri="{FF2B5EF4-FFF2-40B4-BE49-F238E27FC236}">
                <a16:creationId xmlns:a16="http://schemas.microsoft.com/office/drawing/2014/main" id="{70CE4F1A-1B42-1C3C-BFEE-841990B57E71}"/>
              </a:ext>
            </a:extLst>
          </p:cNvPr>
          <p:cNvSpPr>
            <a:spLocks noGrp="1" noChangeArrowheads="1"/>
          </p:cNvSpPr>
          <p:nvPr>
            <p:ph type="ftr" sz="quarter" idx="2"/>
          </p:nvPr>
        </p:nvSpPr>
        <p:spPr bwMode="auto">
          <a:xfrm>
            <a:off x="0" y="9372600"/>
            <a:ext cx="2919413" cy="492125"/>
          </a:xfrm>
          <a:prstGeom prst="rect">
            <a:avLst/>
          </a:prstGeom>
          <a:noFill/>
          <a:ln w="9525">
            <a:noFill/>
            <a:miter lim="800000"/>
            <a:headEnd/>
            <a:tailEnd/>
          </a:ln>
        </p:spPr>
        <p:txBody>
          <a:bodyPr vert="horz" wrap="square" lIns="91383" tIns="45692" rIns="91383" bIns="45692" numCol="1" anchor="b" anchorCtr="0" compatLnSpc="1">
            <a:prstTxWarp prst="textNoShape">
              <a:avLst/>
            </a:prstTxWarp>
          </a:bodyPr>
          <a:lstStyle>
            <a:lvl1pPr defTabSz="904529">
              <a:buFontTx/>
              <a:buNone/>
              <a:defRPr sz="1200" b="0">
                <a:solidFill>
                  <a:schemeClr val="tx1"/>
                </a:solidFill>
                <a:latin typeface="Arial" charset="0"/>
                <a:ea typeface="ＭＳ Ｐゴシック" pitchFamily="50" charset="-128"/>
              </a:defRPr>
            </a:lvl1pPr>
          </a:lstStyle>
          <a:p>
            <a:pPr>
              <a:defRPr/>
            </a:pPr>
            <a:endParaRPr lang="en-US" altLang="ja-JP"/>
          </a:p>
        </p:txBody>
      </p:sp>
      <p:sp>
        <p:nvSpPr>
          <p:cNvPr id="3077" name="Rectangle 5">
            <a:extLst>
              <a:ext uri="{FF2B5EF4-FFF2-40B4-BE49-F238E27FC236}">
                <a16:creationId xmlns:a16="http://schemas.microsoft.com/office/drawing/2014/main" id="{C55D2E7B-1D4E-70D7-4588-9CDB114D49B4}"/>
              </a:ext>
            </a:extLst>
          </p:cNvPr>
          <p:cNvSpPr>
            <a:spLocks noGrp="1" noChangeArrowheads="1"/>
          </p:cNvSpPr>
          <p:nvPr>
            <p:ph type="sldNum" sz="quarter" idx="3"/>
          </p:nvPr>
        </p:nvSpPr>
        <p:spPr bwMode="auto">
          <a:xfrm>
            <a:off x="3814763" y="9372600"/>
            <a:ext cx="2919412" cy="492125"/>
          </a:xfrm>
          <a:prstGeom prst="rect">
            <a:avLst/>
          </a:prstGeom>
          <a:noFill/>
          <a:ln w="9525">
            <a:noFill/>
            <a:miter lim="800000"/>
            <a:headEnd/>
            <a:tailEnd/>
          </a:ln>
        </p:spPr>
        <p:txBody>
          <a:bodyPr vert="horz" wrap="square" lIns="91383" tIns="45692" rIns="91383" bIns="45692" numCol="1" anchor="b" anchorCtr="0" compatLnSpc="1">
            <a:prstTxWarp prst="textNoShape">
              <a:avLst/>
            </a:prstTxWarp>
          </a:bodyPr>
          <a:lstStyle>
            <a:lvl1pPr algn="r" defTabSz="903288">
              <a:defRPr sz="1200" b="0">
                <a:solidFill>
                  <a:schemeClr val="tx1"/>
                </a:solidFill>
              </a:defRPr>
            </a:lvl1pPr>
          </a:lstStyle>
          <a:p>
            <a:fld id="{F8B4889C-EB76-412D-A9B3-29348218BC22}" type="slidenum">
              <a:rPr lang="en-US" altLang="ja-JP"/>
              <a:pPr/>
              <a:t>‹#›</a:t>
            </a:fld>
            <a:endParaRPr lang="en-US" altLang="ja-JP"/>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150F3D12-2A25-57FE-8C7A-491D540E9BCC}"/>
              </a:ext>
            </a:extLst>
          </p:cNvPr>
          <p:cNvSpPr>
            <a:spLocks noGrp="1" noChangeArrowheads="1"/>
          </p:cNvSpPr>
          <p:nvPr>
            <p:ph type="hdr" sz="quarter"/>
          </p:nvPr>
        </p:nvSpPr>
        <p:spPr bwMode="auto">
          <a:xfrm>
            <a:off x="0" y="0"/>
            <a:ext cx="2919413" cy="492125"/>
          </a:xfrm>
          <a:prstGeom prst="rect">
            <a:avLst/>
          </a:prstGeom>
          <a:noFill/>
          <a:ln w="9525">
            <a:noFill/>
            <a:miter lim="800000"/>
            <a:headEnd/>
            <a:tailEnd/>
          </a:ln>
        </p:spPr>
        <p:txBody>
          <a:bodyPr vert="horz" wrap="square" lIns="91383" tIns="45692" rIns="91383" bIns="45692" numCol="1" anchor="t" anchorCtr="0" compatLnSpc="1">
            <a:prstTxWarp prst="textNoShape">
              <a:avLst/>
            </a:prstTxWarp>
          </a:bodyPr>
          <a:lstStyle>
            <a:lvl1pPr defTabSz="904529">
              <a:buFontTx/>
              <a:buNone/>
              <a:defRPr sz="1200" b="0">
                <a:solidFill>
                  <a:schemeClr val="tx1"/>
                </a:solidFill>
                <a:latin typeface="Arial" charset="0"/>
                <a:ea typeface="ＭＳ Ｐゴシック" pitchFamily="50" charset="-128"/>
              </a:defRPr>
            </a:lvl1pPr>
          </a:lstStyle>
          <a:p>
            <a:pPr>
              <a:defRPr/>
            </a:pPr>
            <a:endParaRPr lang="en-US" altLang="ja-JP"/>
          </a:p>
        </p:txBody>
      </p:sp>
      <p:sp>
        <p:nvSpPr>
          <p:cNvPr id="5123" name="Rectangle 3">
            <a:extLst>
              <a:ext uri="{FF2B5EF4-FFF2-40B4-BE49-F238E27FC236}">
                <a16:creationId xmlns:a16="http://schemas.microsoft.com/office/drawing/2014/main" id="{27751DD3-74DB-C03A-837D-CBD6C7C90BAA}"/>
              </a:ext>
            </a:extLst>
          </p:cNvPr>
          <p:cNvSpPr>
            <a:spLocks noGrp="1" noChangeArrowheads="1"/>
          </p:cNvSpPr>
          <p:nvPr>
            <p:ph type="dt" idx="1"/>
          </p:nvPr>
        </p:nvSpPr>
        <p:spPr bwMode="auto">
          <a:xfrm>
            <a:off x="3814763" y="0"/>
            <a:ext cx="2919412" cy="492125"/>
          </a:xfrm>
          <a:prstGeom prst="rect">
            <a:avLst/>
          </a:prstGeom>
          <a:noFill/>
          <a:ln w="9525">
            <a:noFill/>
            <a:miter lim="800000"/>
            <a:headEnd/>
            <a:tailEnd/>
          </a:ln>
        </p:spPr>
        <p:txBody>
          <a:bodyPr vert="horz" wrap="square" lIns="91383" tIns="45692" rIns="91383" bIns="45692" numCol="1" anchor="t" anchorCtr="0" compatLnSpc="1">
            <a:prstTxWarp prst="textNoShape">
              <a:avLst/>
            </a:prstTxWarp>
          </a:bodyPr>
          <a:lstStyle>
            <a:lvl1pPr algn="r" defTabSz="904529">
              <a:buFontTx/>
              <a:buNone/>
              <a:defRPr sz="1200" b="0">
                <a:solidFill>
                  <a:schemeClr val="tx1"/>
                </a:solidFill>
                <a:latin typeface="Arial" charset="0"/>
                <a:ea typeface="ＭＳ Ｐゴシック" pitchFamily="50" charset="-128"/>
              </a:defRPr>
            </a:lvl1pPr>
          </a:lstStyle>
          <a:p>
            <a:pPr>
              <a:defRPr/>
            </a:pPr>
            <a:endParaRPr lang="en-US" altLang="ja-JP"/>
          </a:p>
        </p:txBody>
      </p:sp>
      <p:sp>
        <p:nvSpPr>
          <p:cNvPr id="36868" name="Rectangle 4">
            <a:extLst>
              <a:ext uri="{FF2B5EF4-FFF2-40B4-BE49-F238E27FC236}">
                <a16:creationId xmlns:a16="http://schemas.microsoft.com/office/drawing/2014/main" id="{C96DDDAA-5D8D-F3EC-DFE9-AC0B0C8247AA}"/>
              </a:ext>
            </a:extLst>
          </p:cNvPr>
          <p:cNvSpPr>
            <a:spLocks noGrp="1" noRot="1" noChangeAspect="1" noChangeArrowheads="1" noTextEdit="1"/>
          </p:cNvSpPr>
          <p:nvPr>
            <p:ph type="sldImg" idx="2"/>
          </p:nvPr>
        </p:nvSpPr>
        <p:spPr bwMode="auto">
          <a:xfrm>
            <a:off x="695325" y="739775"/>
            <a:ext cx="5345113" cy="3700463"/>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5" name="Rectangle 5">
            <a:extLst>
              <a:ext uri="{FF2B5EF4-FFF2-40B4-BE49-F238E27FC236}">
                <a16:creationId xmlns:a16="http://schemas.microsoft.com/office/drawing/2014/main" id="{2C237748-9748-22AA-0082-D4C1E8E1DDEC}"/>
              </a:ext>
            </a:extLst>
          </p:cNvPr>
          <p:cNvSpPr>
            <a:spLocks noGrp="1" noChangeArrowheads="1"/>
          </p:cNvSpPr>
          <p:nvPr>
            <p:ph type="body" sz="quarter" idx="3"/>
          </p:nvPr>
        </p:nvSpPr>
        <p:spPr bwMode="auto">
          <a:xfrm>
            <a:off x="671513" y="4686300"/>
            <a:ext cx="5392737" cy="4440238"/>
          </a:xfrm>
          <a:prstGeom prst="rect">
            <a:avLst/>
          </a:prstGeom>
          <a:noFill/>
          <a:ln w="9525">
            <a:noFill/>
            <a:miter lim="800000"/>
            <a:headEnd/>
            <a:tailEnd/>
          </a:ln>
        </p:spPr>
        <p:txBody>
          <a:bodyPr vert="horz" wrap="square" lIns="91383" tIns="45692" rIns="91383" bIns="45692" numCol="1" anchor="t" anchorCtr="0" compatLnSpc="1">
            <a:prstTxWarp prst="textNoShape">
              <a:avLst/>
            </a:prstTxWarp>
          </a:bodyPr>
          <a:lstStyle/>
          <a:p>
            <a:pPr lvl="0"/>
            <a:r>
              <a:rPr lang="ja-JP" altLang="en-US" noProof="0"/>
              <a:t>マスタ テキストの書式設定</a:t>
            </a:r>
          </a:p>
          <a:p>
            <a:pPr lvl="1"/>
            <a:r>
              <a:rPr lang="ja-JP" altLang="en-US" noProof="0"/>
              <a:t>第 </a:t>
            </a:r>
            <a:r>
              <a:rPr lang="en-US" altLang="ja-JP" noProof="0"/>
              <a:t>2 </a:t>
            </a:r>
            <a:r>
              <a:rPr lang="ja-JP" altLang="en-US" noProof="0"/>
              <a:t>レベル</a:t>
            </a:r>
          </a:p>
          <a:p>
            <a:pPr lvl="2"/>
            <a:r>
              <a:rPr lang="ja-JP" altLang="en-US" noProof="0"/>
              <a:t>第 </a:t>
            </a:r>
            <a:r>
              <a:rPr lang="en-US" altLang="ja-JP" noProof="0"/>
              <a:t>3 </a:t>
            </a:r>
            <a:r>
              <a:rPr lang="ja-JP" altLang="en-US" noProof="0"/>
              <a:t>レベル</a:t>
            </a:r>
          </a:p>
          <a:p>
            <a:pPr lvl="3"/>
            <a:r>
              <a:rPr lang="ja-JP" altLang="en-US" noProof="0"/>
              <a:t>第 </a:t>
            </a:r>
            <a:r>
              <a:rPr lang="en-US" altLang="ja-JP" noProof="0"/>
              <a:t>4 </a:t>
            </a:r>
            <a:r>
              <a:rPr lang="ja-JP" altLang="en-US" noProof="0"/>
              <a:t>レベル</a:t>
            </a:r>
          </a:p>
          <a:p>
            <a:pPr lvl="4"/>
            <a:r>
              <a:rPr lang="ja-JP" altLang="en-US" noProof="0"/>
              <a:t>第 </a:t>
            </a:r>
            <a:r>
              <a:rPr lang="en-US" altLang="ja-JP" noProof="0"/>
              <a:t>5 </a:t>
            </a:r>
            <a:r>
              <a:rPr lang="ja-JP" altLang="en-US" noProof="0"/>
              <a:t>レベル</a:t>
            </a:r>
          </a:p>
        </p:txBody>
      </p:sp>
      <p:sp>
        <p:nvSpPr>
          <p:cNvPr id="5126" name="Rectangle 6">
            <a:extLst>
              <a:ext uri="{FF2B5EF4-FFF2-40B4-BE49-F238E27FC236}">
                <a16:creationId xmlns:a16="http://schemas.microsoft.com/office/drawing/2014/main" id="{819FD033-1487-9558-1975-C08AEC02783F}"/>
              </a:ext>
            </a:extLst>
          </p:cNvPr>
          <p:cNvSpPr>
            <a:spLocks noGrp="1" noChangeArrowheads="1"/>
          </p:cNvSpPr>
          <p:nvPr>
            <p:ph type="ftr" sz="quarter" idx="4"/>
          </p:nvPr>
        </p:nvSpPr>
        <p:spPr bwMode="auto">
          <a:xfrm>
            <a:off x="0" y="9372600"/>
            <a:ext cx="2919413" cy="492125"/>
          </a:xfrm>
          <a:prstGeom prst="rect">
            <a:avLst/>
          </a:prstGeom>
          <a:noFill/>
          <a:ln w="9525">
            <a:noFill/>
            <a:miter lim="800000"/>
            <a:headEnd/>
            <a:tailEnd/>
          </a:ln>
        </p:spPr>
        <p:txBody>
          <a:bodyPr vert="horz" wrap="square" lIns="91383" tIns="45692" rIns="91383" bIns="45692" numCol="1" anchor="b" anchorCtr="0" compatLnSpc="1">
            <a:prstTxWarp prst="textNoShape">
              <a:avLst/>
            </a:prstTxWarp>
          </a:bodyPr>
          <a:lstStyle>
            <a:lvl1pPr defTabSz="904529">
              <a:buFontTx/>
              <a:buNone/>
              <a:defRPr sz="1200" b="0">
                <a:solidFill>
                  <a:schemeClr val="tx1"/>
                </a:solidFill>
                <a:latin typeface="Arial" charset="0"/>
                <a:ea typeface="ＭＳ Ｐゴシック" pitchFamily="50" charset="-128"/>
              </a:defRPr>
            </a:lvl1pPr>
          </a:lstStyle>
          <a:p>
            <a:pPr>
              <a:defRPr/>
            </a:pPr>
            <a:endParaRPr lang="en-US" altLang="ja-JP"/>
          </a:p>
        </p:txBody>
      </p:sp>
      <p:sp>
        <p:nvSpPr>
          <p:cNvPr id="5127" name="Rectangle 7">
            <a:extLst>
              <a:ext uri="{FF2B5EF4-FFF2-40B4-BE49-F238E27FC236}">
                <a16:creationId xmlns:a16="http://schemas.microsoft.com/office/drawing/2014/main" id="{269D9D4D-3ACC-1FE1-B0B3-FADAE994767E}"/>
              </a:ext>
            </a:extLst>
          </p:cNvPr>
          <p:cNvSpPr>
            <a:spLocks noGrp="1" noChangeArrowheads="1"/>
          </p:cNvSpPr>
          <p:nvPr>
            <p:ph type="sldNum" sz="quarter" idx="5"/>
          </p:nvPr>
        </p:nvSpPr>
        <p:spPr bwMode="auto">
          <a:xfrm>
            <a:off x="3814763" y="9372600"/>
            <a:ext cx="2919412" cy="492125"/>
          </a:xfrm>
          <a:prstGeom prst="rect">
            <a:avLst/>
          </a:prstGeom>
          <a:noFill/>
          <a:ln w="9525">
            <a:noFill/>
            <a:miter lim="800000"/>
            <a:headEnd/>
            <a:tailEnd/>
          </a:ln>
        </p:spPr>
        <p:txBody>
          <a:bodyPr vert="horz" wrap="square" lIns="91383" tIns="45692" rIns="91383" bIns="45692" numCol="1" anchor="b" anchorCtr="0" compatLnSpc="1">
            <a:prstTxWarp prst="textNoShape">
              <a:avLst/>
            </a:prstTxWarp>
          </a:bodyPr>
          <a:lstStyle>
            <a:lvl1pPr algn="r" defTabSz="903288">
              <a:defRPr sz="1200" b="0">
                <a:solidFill>
                  <a:schemeClr val="tx1"/>
                </a:solidFill>
              </a:defRPr>
            </a:lvl1pPr>
          </a:lstStyle>
          <a:p>
            <a:fld id="{045CABE8-E5E1-4CBA-98C1-9C4643C2061D}" type="slidenum">
              <a:rPr lang="en-US" altLang="ja-JP"/>
              <a:pPr/>
              <a:t>‹#›</a:t>
            </a:fld>
            <a:endParaRPr lang="en-US" altLang="ja-JP"/>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ＭＳ Ｐ明朝" pitchFamily="-112" charset="-128"/>
      </a:defRPr>
    </a:lvl1pPr>
    <a:lvl2pPr marL="455613"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ＭＳ Ｐ明朝" pitchFamily="-112" charset="-128"/>
      </a:defRPr>
    </a:lvl2pPr>
    <a:lvl3pPr marL="912813"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ＭＳ Ｐ明朝" pitchFamily="-112" charset="-128"/>
      </a:defRPr>
    </a:lvl3pPr>
    <a:lvl4pPr marL="1370013"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ＭＳ Ｐ明朝" pitchFamily="-112" charset="-128"/>
      </a:defRPr>
    </a:lvl4pPr>
    <a:lvl5pPr marL="1827213" algn="l" rtl="0" eaLnBrk="0" fontAlgn="base" hangingPunct="0">
      <a:spcBef>
        <a:spcPct val="30000"/>
      </a:spcBef>
      <a:spcAft>
        <a:spcPct val="0"/>
      </a:spcAft>
      <a:defRPr kumimoji="1" sz="1200" kern="1200">
        <a:solidFill>
          <a:schemeClr val="tx1"/>
        </a:solidFill>
        <a:latin typeface="Arial" charset="0"/>
        <a:ea typeface="ＭＳ Ｐ明朝" pitchFamily="18" charset="-128"/>
        <a:cs typeface="ＭＳ Ｐ明朝" pitchFamily="-112" charset="-128"/>
      </a:defRPr>
    </a:lvl5pPr>
    <a:lvl6pPr marL="2284538" algn="l" defTabSz="913815" rtl="0" eaLnBrk="1" latinLnBrk="0" hangingPunct="1">
      <a:defRPr kumimoji="1" sz="1200" kern="1200">
        <a:solidFill>
          <a:schemeClr val="tx1"/>
        </a:solidFill>
        <a:latin typeface="+mn-lt"/>
        <a:ea typeface="+mn-ea"/>
        <a:cs typeface="+mn-cs"/>
      </a:defRPr>
    </a:lvl6pPr>
    <a:lvl7pPr marL="2741445" algn="l" defTabSz="913815" rtl="0" eaLnBrk="1" latinLnBrk="0" hangingPunct="1">
      <a:defRPr kumimoji="1" sz="1200" kern="1200">
        <a:solidFill>
          <a:schemeClr val="tx1"/>
        </a:solidFill>
        <a:latin typeface="+mn-lt"/>
        <a:ea typeface="+mn-ea"/>
        <a:cs typeface="+mn-cs"/>
      </a:defRPr>
    </a:lvl7pPr>
    <a:lvl8pPr marL="3198355" algn="l" defTabSz="913815" rtl="0" eaLnBrk="1" latinLnBrk="0" hangingPunct="1">
      <a:defRPr kumimoji="1" sz="1200" kern="1200">
        <a:solidFill>
          <a:schemeClr val="tx1"/>
        </a:solidFill>
        <a:latin typeface="+mn-lt"/>
        <a:ea typeface="+mn-ea"/>
        <a:cs typeface="+mn-cs"/>
      </a:defRPr>
    </a:lvl8pPr>
    <a:lvl9pPr marL="3655260" algn="l" defTabSz="913815"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スライド イメージ プレースホルダ 1">
            <a:extLst>
              <a:ext uri="{FF2B5EF4-FFF2-40B4-BE49-F238E27FC236}">
                <a16:creationId xmlns:a16="http://schemas.microsoft.com/office/drawing/2014/main" id="{9905315C-A9BE-C5FD-19F7-7C9878905A59}"/>
              </a:ext>
            </a:extLst>
          </p:cNvPr>
          <p:cNvSpPr>
            <a:spLocks noGrp="1" noRot="1" noChangeAspect="1" noTextEdit="1"/>
          </p:cNvSpPr>
          <p:nvPr>
            <p:ph type="sldImg"/>
          </p:nvPr>
        </p:nvSpPr>
        <p:spPr>
          <a:xfrm>
            <a:off x="696913" y="739775"/>
            <a:ext cx="5341937" cy="3698875"/>
          </a:xfrm>
          <a:ln/>
        </p:spPr>
      </p:sp>
      <p:sp>
        <p:nvSpPr>
          <p:cNvPr id="37891" name="ノート プレースホルダ 2">
            <a:extLst>
              <a:ext uri="{FF2B5EF4-FFF2-40B4-BE49-F238E27FC236}">
                <a16:creationId xmlns:a16="http://schemas.microsoft.com/office/drawing/2014/main" id="{417F8542-E408-E131-A47C-B524E34D840A}"/>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ja-JP" altLang="en-US">
              <a:latin typeface="Arial" panose="020B0604020202020204" pitchFamily="34" charset="0"/>
            </a:endParaRPr>
          </a:p>
        </p:txBody>
      </p:sp>
      <p:sp>
        <p:nvSpPr>
          <p:cNvPr id="37892" name="スライド番号プレースホルダ 3">
            <a:extLst>
              <a:ext uri="{FF2B5EF4-FFF2-40B4-BE49-F238E27FC236}">
                <a16:creationId xmlns:a16="http://schemas.microsoft.com/office/drawing/2014/main" id="{024759BE-A63B-4059-6DE5-D2F31F184B47}"/>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1700" eaLnBrk="0" hangingPunct="0">
              <a:spcBef>
                <a:spcPct val="30000"/>
              </a:spcBef>
              <a:defRPr kumimoji="1" sz="1200">
                <a:solidFill>
                  <a:schemeClr val="tx1"/>
                </a:solidFill>
                <a:latin typeface="Arial" panose="020B0604020202020204" pitchFamily="34" charset="0"/>
                <a:ea typeface="ＭＳ Ｐ明朝" panose="02020600040205080304" pitchFamily="18" charset="-128"/>
              </a:defRPr>
            </a:lvl1pPr>
            <a:lvl2pPr marL="742950" indent="-285750" defTabSz="901700" eaLnBrk="0" hangingPunct="0">
              <a:spcBef>
                <a:spcPct val="30000"/>
              </a:spcBef>
              <a:defRPr kumimoji="1" sz="1200">
                <a:solidFill>
                  <a:schemeClr val="tx1"/>
                </a:solidFill>
                <a:latin typeface="Arial" panose="020B0604020202020204" pitchFamily="34" charset="0"/>
                <a:ea typeface="ＭＳ Ｐ明朝" panose="02020600040205080304" pitchFamily="18" charset="-128"/>
              </a:defRPr>
            </a:lvl2pPr>
            <a:lvl3pPr marL="1143000" indent="-228600" defTabSz="901700" eaLnBrk="0" hangingPunct="0">
              <a:spcBef>
                <a:spcPct val="30000"/>
              </a:spcBef>
              <a:defRPr kumimoji="1" sz="1200">
                <a:solidFill>
                  <a:schemeClr val="tx1"/>
                </a:solidFill>
                <a:latin typeface="Arial" panose="020B0604020202020204" pitchFamily="34" charset="0"/>
                <a:ea typeface="ＭＳ Ｐ明朝" panose="02020600040205080304" pitchFamily="18" charset="-128"/>
              </a:defRPr>
            </a:lvl3pPr>
            <a:lvl4pPr marL="1600200" indent="-228600" defTabSz="901700" eaLnBrk="0" hangingPunct="0">
              <a:spcBef>
                <a:spcPct val="30000"/>
              </a:spcBef>
              <a:defRPr kumimoji="1" sz="1200">
                <a:solidFill>
                  <a:schemeClr val="tx1"/>
                </a:solidFill>
                <a:latin typeface="Arial" panose="020B0604020202020204" pitchFamily="34" charset="0"/>
                <a:ea typeface="ＭＳ Ｐ明朝" panose="02020600040205080304" pitchFamily="18" charset="-128"/>
              </a:defRPr>
            </a:lvl4pPr>
            <a:lvl5pPr marL="2057400" indent="-228600" defTabSz="901700" eaLnBrk="0" hangingPunct="0">
              <a:spcBef>
                <a:spcPct val="30000"/>
              </a:spcBef>
              <a:defRPr kumimoji="1" sz="1200">
                <a:solidFill>
                  <a:schemeClr val="tx1"/>
                </a:solidFill>
                <a:latin typeface="Arial" panose="020B0604020202020204" pitchFamily="34" charset="0"/>
                <a:ea typeface="ＭＳ Ｐ明朝" panose="02020600040205080304" pitchFamily="18" charset="-128"/>
              </a:defRPr>
            </a:lvl5pPr>
            <a:lvl6pPr marL="2514600" indent="-228600" defTabSz="901700" eaLnBrk="0" fontAlgn="base" hangingPunct="0">
              <a:spcBef>
                <a:spcPct val="30000"/>
              </a:spcBef>
              <a:spcAft>
                <a:spcPct val="0"/>
              </a:spcAft>
              <a:defRPr kumimoji="1" sz="1200">
                <a:solidFill>
                  <a:schemeClr val="tx1"/>
                </a:solidFill>
                <a:latin typeface="Arial" panose="020B0604020202020204" pitchFamily="34" charset="0"/>
                <a:ea typeface="ＭＳ Ｐ明朝" panose="02020600040205080304" pitchFamily="18" charset="-128"/>
              </a:defRPr>
            </a:lvl6pPr>
            <a:lvl7pPr marL="2971800" indent="-228600" defTabSz="901700" eaLnBrk="0" fontAlgn="base" hangingPunct="0">
              <a:spcBef>
                <a:spcPct val="30000"/>
              </a:spcBef>
              <a:spcAft>
                <a:spcPct val="0"/>
              </a:spcAft>
              <a:defRPr kumimoji="1" sz="1200">
                <a:solidFill>
                  <a:schemeClr val="tx1"/>
                </a:solidFill>
                <a:latin typeface="Arial" panose="020B0604020202020204" pitchFamily="34" charset="0"/>
                <a:ea typeface="ＭＳ Ｐ明朝" panose="02020600040205080304" pitchFamily="18" charset="-128"/>
              </a:defRPr>
            </a:lvl7pPr>
            <a:lvl8pPr marL="3429000" indent="-228600" defTabSz="901700" eaLnBrk="0" fontAlgn="base" hangingPunct="0">
              <a:spcBef>
                <a:spcPct val="30000"/>
              </a:spcBef>
              <a:spcAft>
                <a:spcPct val="0"/>
              </a:spcAft>
              <a:defRPr kumimoji="1" sz="1200">
                <a:solidFill>
                  <a:schemeClr val="tx1"/>
                </a:solidFill>
                <a:latin typeface="Arial" panose="020B0604020202020204" pitchFamily="34" charset="0"/>
                <a:ea typeface="ＭＳ Ｐ明朝" panose="02020600040205080304" pitchFamily="18" charset="-128"/>
              </a:defRPr>
            </a:lvl8pPr>
            <a:lvl9pPr marL="3886200" indent="-228600" defTabSz="901700" eaLnBrk="0" fontAlgn="base" hangingPunct="0">
              <a:spcBef>
                <a:spcPct val="30000"/>
              </a:spcBef>
              <a:spcAft>
                <a:spcPct val="0"/>
              </a:spcAft>
              <a:defRPr kumimoji="1" sz="1200">
                <a:solidFill>
                  <a:schemeClr val="tx1"/>
                </a:solidFill>
                <a:latin typeface="Arial" panose="020B0604020202020204" pitchFamily="34" charset="0"/>
                <a:ea typeface="ＭＳ Ｐ明朝" panose="02020600040205080304" pitchFamily="18" charset="-128"/>
              </a:defRPr>
            </a:lvl9pPr>
          </a:lstStyle>
          <a:p>
            <a:pPr eaLnBrk="1" hangingPunct="1">
              <a:spcBef>
                <a:spcPct val="0"/>
              </a:spcBef>
            </a:pPr>
            <a:fld id="{2E443393-F514-410E-8AF3-60A5E3560D6E}" type="slidenum">
              <a:rPr lang="en-US" altLang="ja-JP">
                <a:solidFill>
                  <a:srgbClr val="000000"/>
                </a:solidFill>
                <a:ea typeface="ＭＳ Ｐゴシック" panose="020B0600070205080204" pitchFamily="50" charset="-128"/>
              </a:rPr>
              <a:pPr eaLnBrk="1" hangingPunct="1">
                <a:spcBef>
                  <a:spcPct val="0"/>
                </a:spcBef>
              </a:pPr>
              <a:t>2</a:t>
            </a:fld>
            <a:endParaRPr lang="en-US" altLang="ja-JP">
              <a:solidFill>
                <a:srgbClr val="000000"/>
              </a:solidFill>
              <a:ea typeface="ＭＳ Ｐゴシック" panose="020B0600070205080204" pitchFamily="50"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a:extLst>
              <a:ext uri="{FF2B5EF4-FFF2-40B4-BE49-F238E27FC236}">
                <a16:creationId xmlns:a16="http://schemas.microsoft.com/office/drawing/2014/main" id="{66262D8F-CC29-A8FF-C7C4-C2EB0AE192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4875" eaLnBrk="0" hangingPunct="0">
              <a:spcBef>
                <a:spcPct val="30000"/>
              </a:spcBef>
              <a:defRPr kumimoji="1" sz="1200">
                <a:solidFill>
                  <a:schemeClr val="tx1"/>
                </a:solidFill>
                <a:latin typeface="Arial" panose="020B0604020202020204" pitchFamily="34" charset="0"/>
                <a:ea typeface="ＭＳ Ｐ明朝" panose="02020600040205080304" pitchFamily="18" charset="-128"/>
              </a:defRPr>
            </a:lvl1pPr>
            <a:lvl2pPr marL="742950" indent="-285750" defTabSz="904875" eaLnBrk="0" hangingPunct="0">
              <a:spcBef>
                <a:spcPct val="30000"/>
              </a:spcBef>
              <a:defRPr kumimoji="1" sz="1200">
                <a:solidFill>
                  <a:schemeClr val="tx1"/>
                </a:solidFill>
                <a:latin typeface="Arial" panose="020B0604020202020204" pitchFamily="34" charset="0"/>
                <a:ea typeface="ＭＳ Ｐ明朝" panose="02020600040205080304" pitchFamily="18" charset="-128"/>
              </a:defRPr>
            </a:lvl2pPr>
            <a:lvl3pPr marL="1143000" indent="-228600" defTabSz="904875" eaLnBrk="0" hangingPunct="0">
              <a:spcBef>
                <a:spcPct val="30000"/>
              </a:spcBef>
              <a:defRPr kumimoji="1" sz="1200">
                <a:solidFill>
                  <a:schemeClr val="tx1"/>
                </a:solidFill>
                <a:latin typeface="Arial" panose="020B0604020202020204" pitchFamily="34" charset="0"/>
                <a:ea typeface="ＭＳ Ｐ明朝" panose="02020600040205080304" pitchFamily="18" charset="-128"/>
              </a:defRPr>
            </a:lvl3pPr>
            <a:lvl4pPr marL="1600200" indent="-228600" defTabSz="904875" eaLnBrk="0" hangingPunct="0">
              <a:spcBef>
                <a:spcPct val="30000"/>
              </a:spcBef>
              <a:defRPr kumimoji="1" sz="1200">
                <a:solidFill>
                  <a:schemeClr val="tx1"/>
                </a:solidFill>
                <a:latin typeface="Arial" panose="020B0604020202020204" pitchFamily="34" charset="0"/>
                <a:ea typeface="ＭＳ Ｐ明朝" panose="02020600040205080304" pitchFamily="18" charset="-128"/>
              </a:defRPr>
            </a:lvl4pPr>
            <a:lvl5pPr marL="2057400" indent="-228600" defTabSz="904875" eaLnBrk="0" hangingPunct="0">
              <a:spcBef>
                <a:spcPct val="30000"/>
              </a:spcBef>
              <a:defRPr kumimoji="1" sz="1200">
                <a:solidFill>
                  <a:schemeClr val="tx1"/>
                </a:solidFill>
                <a:latin typeface="Arial" panose="020B0604020202020204" pitchFamily="34" charset="0"/>
                <a:ea typeface="ＭＳ Ｐ明朝" panose="02020600040205080304" pitchFamily="18" charset="-128"/>
              </a:defRPr>
            </a:lvl5pPr>
            <a:lvl6pPr marL="2514600" indent="-228600" defTabSz="904875" eaLnBrk="0" fontAlgn="base" hangingPunct="0">
              <a:spcBef>
                <a:spcPct val="30000"/>
              </a:spcBef>
              <a:spcAft>
                <a:spcPct val="0"/>
              </a:spcAft>
              <a:defRPr kumimoji="1" sz="1200">
                <a:solidFill>
                  <a:schemeClr val="tx1"/>
                </a:solidFill>
                <a:latin typeface="Arial" panose="020B0604020202020204" pitchFamily="34" charset="0"/>
                <a:ea typeface="ＭＳ Ｐ明朝" panose="02020600040205080304" pitchFamily="18" charset="-128"/>
              </a:defRPr>
            </a:lvl6pPr>
            <a:lvl7pPr marL="2971800" indent="-228600" defTabSz="904875" eaLnBrk="0" fontAlgn="base" hangingPunct="0">
              <a:spcBef>
                <a:spcPct val="30000"/>
              </a:spcBef>
              <a:spcAft>
                <a:spcPct val="0"/>
              </a:spcAft>
              <a:defRPr kumimoji="1" sz="1200">
                <a:solidFill>
                  <a:schemeClr val="tx1"/>
                </a:solidFill>
                <a:latin typeface="Arial" panose="020B0604020202020204" pitchFamily="34" charset="0"/>
                <a:ea typeface="ＭＳ Ｐ明朝" panose="02020600040205080304" pitchFamily="18" charset="-128"/>
              </a:defRPr>
            </a:lvl7pPr>
            <a:lvl8pPr marL="3429000" indent="-228600" defTabSz="904875" eaLnBrk="0" fontAlgn="base" hangingPunct="0">
              <a:spcBef>
                <a:spcPct val="30000"/>
              </a:spcBef>
              <a:spcAft>
                <a:spcPct val="0"/>
              </a:spcAft>
              <a:defRPr kumimoji="1" sz="1200">
                <a:solidFill>
                  <a:schemeClr val="tx1"/>
                </a:solidFill>
                <a:latin typeface="Arial" panose="020B0604020202020204" pitchFamily="34" charset="0"/>
                <a:ea typeface="ＭＳ Ｐ明朝" panose="02020600040205080304" pitchFamily="18" charset="-128"/>
              </a:defRPr>
            </a:lvl8pPr>
            <a:lvl9pPr marL="3886200" indent="-228600" defTabSz="904875" eaLnBrk="0" fontAlgn="base" hangingPunct="0">
              <a:spcBef>
                <a:spcPct val="30000"/>
              </a:spcBef>
              <a:spcAft>
                <a:spcPct val="0"/>
              </a:spcAft>
              <a:defRPr kumimoji="1" sz="1200">
                <a:solidFill>
                  <a:schemeClr val="tx1"/>
                </a:solidFill>
                <a:latin typeface="Arial" panose="020B0604020202020204" pitchFamily="34" charset="0"/>
                <a:ea typeface="ＭＳ Ｐ明朝" panose="02020600040205080304" pitchFamily="18" charset="-128"/>
              </a:defRPr>
            </a:lvl9pPr>
          </a:lstStyle>
          <a:p>
            <a:pPr eaLnBrk="1" hangingPunct="1">
              <a:spcBef>
                <a:spcPct val="0"/>
              </a:spcBef>
            </a:pPr>
            <a:fld id="{4BE812FC-8B42-42DA-8749-4B38B2E3541D}" type="slidenum">
              <a:rPr lang="en-US" altLang="ja-JP">
                <a:solidFill>
                  <a:srgbClr val="000000"/>
                </a:solidFill>
                <a:ea typeface="ＭＳ Ｐゴシック" panose="020B0600070205080204" pitchFamily="50" charset="-128"/>
              </a:rPr>
              <a:pPr eaLnBrk="1" hangingPunct="1">
                <a:spcBef>
                  <a:spcPct val="0"/>
                </a:spcBef>
              </a:pPr>
              <a:t>8</a:t>
            </a:fld>
            <a:endParaRPr lang="en-US" altLang="ja-JP">
              <a:solidFill>
                <a:srgbClr val="000000"/>
              </a:solidFill>
              <a:ea typeface="ＭＳ Ｐゴシック" panose="020B0600070205080204" pitchFamily="50" charset="-128"/>
            </a:endParaRPr>
          </a:p>
        </p:txBody>
      </p:sp>
      <p:sp>
        <p:nvSpPr>
          <p:cNvPr id="38915" name="Rectangle 2">
            <a:extLst>
              <a:ext uri="{FF2B5EF4-FFF2-40B4-BE49-F238E27FC236}">
                <a16:creationId xmlns:a16="http://schemas.microsoft.com/office/drawing/2014/main" id="{B2699BF1-1A27-9AFB-EEED-6F8BE750DAD9}"/>
              </a:ext>
            </a:extLst>
          </p:cNvPr>
          <p:cNvSpPr>
            <a:spLocks noGrp="1" noRot="1" noChangeAspect="1" noChangeArrowheads="1" noTextEdit="1"/>
          </p:cNvSpPr>
          <p:nvPr>
            <p:ph type="sldImg"/>
          </p:nvPr>
        </p:nvSpPr>
        <p:spPr>
          <a:xfrm>
            <a:off x="698500" y="739775"/>
            <a:ext cx="5345113" cy="3700463"/>
          </a:xfrm>
          <a:ln/>
        </p:spPr>
      </p:sp>
      <p:sp>
        <p:nvSpPr>
          <p:cNvPr id="38916" name="Rectangle 3">
            <a:extLst>
              <a:ext uri="{FF2B5EF4-FFF2-40B4-BE49-F238E27FC236}">
                <a16:creationId xmlns:a16="http://schemas.microsoft.com/office/drawing/2014/main" id="{E24D0D3A-C6EF-E5E4-3244-C5EC3B13A6F3}"/>
              </a:ext>
            </a:extLst>
          </p:cNvPr>
          <p:cNvSpPr>
            <a:spLocks noGrp="1" noChangeArrowheads="1"/>
          </p:cNvSpPr>
          <p:nvPr>
            <p:ph type="body" idx="1"/>
          </p:nvPr>
        </p:nvSpPr>
        <p:spPr>
          <a:xfrm>
            <a:off x="896938" y="4687888"/>
            <a:ext cx="4941887" cy="44386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378" tIns="45187" rIns="90378" bIns="45187"/>
          <a:lstStyle/>
          <a:p>
            <a:pPr eaLnBrk="1" hangingPunct="1"/>
            <a:r>
              <a:rPr lang="ja-JP" altLang="en-US">
                <a:latin typeface="Arial" panose="020B0604020202020204" pitchFamily="34" charset="0"/>
              </a:rPr>
              <a:t>本日は有り難うございました。</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 name="AutoShape 11">
            <a:extLst>
              <a:ext uri="{FF2B5EF4-FFF2-40B4-BE49-F238E27FC236}">
                <a16:creationId xmlns:a16="http://schemas.microsoft.com/office/drawing/2014/main" id="{54591FAF-C6DD-8FE6-B5AA-6A958E1C156D}"/>
              </a:ext>
            </a:extLst>
          </p:cNvPr>
          <p:cNvSpPr>
            <a:spLocks noChangeArrowheads="1"/>
          </p:cNvSpPr>
          <p:nvPr/>
        </p:nvSpPr>
        <p:spPr bwMode="auto">
          <a:xfrm flipV="1">
            <a:off x="128588" y="549275"/>
            <a:ext cx="9577387" cy="71438"/>
          </a:xfrm>
          <a:prstGeom prst="roundRect">
            <a:avLst>
              <a:gd name="adj" fmla="val 16667"/>
            </a:avLst>
          </a:prstGeom>
          <a:gradFill rotWithShape="1">
            <a:gsLst>
              <a:gs pos="0">
                <a:srgbClr val="3333FF"/>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lIns="91380" tIns="45690" rIns="91380" bIns="45690" anchor="ctr"/>
          <a:lstStyle>
            <a:lvl1pPr eaLnBrk="0" hangingPunct="0">
              <a:defRPr kumimoji="1" sz="1400" b="1">
                <a:solidFill>
                  <a:srgbClr val="000066"/>
                </a:solidFill>
                <a:latin typeface="Arial" charset="0"/>
                <a:ea typeface="ＭＳ Ｐゴシック" pitchFamily="50" charset="-128"/>
              </a:defRPr>
            </a:lvl1pPr>
            <a:lvl2pPr marL="742950" indent="-285750" eaLnBrk="0" hangingPunct="0">
              <a:defRPr kumimoji="1" sz="1400" b="1">
                <a:solidFill>
                  <a:srgbClr val="000066"/>
                </a:solidFill>
                <a:latin typeface="Arial" charset="0"/>
                <a:ea typeface="ＭＳ Ｐゴシック" pitchFamily="50" charset="-128"/>
              </a:defRPr>
            </a:lvl2pPr>
            <a:lvl3pPr marL="1143000" indent="-228600" eaLnBrk="0" hangingPunct="0">
              <a:defRPr kumimoji="1" sz="1400" b="1">
                <a:solidFill>
                  <a:srgbClr val="000066"/>
                </a:solidFill>
                <a:latin typeface="Arial" charset="0"/>
                <a:ea typeface="ＭＳ Ｐゴシック" pitchFamily="50" charset="-128"/>
              </a:defRPr>
            </a:lvl3pPr>
            <a:lvl4pPr marL="1600200" indent="-228600" eaLnBrk="0" hangingPunct="0">
              <a:defRPr kumimoji="1" sz="1400" b="1">
                <a:solidFill>
                  <a:srgbClr val="000066"/>
                </a:solidFill>
                <a:latin typeface="Arial" charset="0"/>
                <a:ea typeface="ＭＳ Ｐゴシック" pitchFamily="50" charset="-128"/>
              </a:defRPr>
            </a:lvl4pPr>
            <a:lvl5pPr marL="2057400" indent="-228600" eaLnBrk="0" hangingPunct="0">
              <a:defRPr kumimoji="1" sz="1400" b="1">
                <a:solidFill>
                  <a:srgbClr val="000066"/>
                </a:solidFill>
                <a:latin typeface="Arial" charset="0"/>
                <a:ea typeface="ＭＳ Ｐゴシック" pitchFamily="50" charset="-128"/>
              </a:defRPr>
            </a:lvl5pPr>
            <a:lvl6pPr marL="25146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6pPr>
            <a:lvl7pPr marL="29718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7pPr>
            <a:lvl8pPr marL="34290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8pPr>
            <a:lvl9pPr marL="38862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9pPr>
          </a:lstStyle>
          <a:p>
            <a:pPr eaLnBrk="1" hangingPunct="1">
              <a:defRPr/>
            </a:pPr>
            <a:endParaRPr lang="ja-JP" altLang="en-US" sz="1800" b="0">
              <a:solidFill>
                <a:schemeClr val="tx1"/>
              </a:solidFill>
            </a:endParaRPr>
          </a:p>
        </p:txBody>
      </p:sp>
      <p:sp>
        <p:nvSpPr>
          <p:cNvPr id="6146" name="Rectangle 2"/>
          <p:cNvSpPr>
            <a:spLocks noGrp="1" noChangeArrowheads="1"/>
          </p:cNvSpPr>
          <p:nvPr>
            <p:ph type="ctrTitle"/>
          </p:nvPr>
        </p:nvSpPr>
        <p:spPr>
          <a:xfrm>
            <a:off x="985850" y="2205038"/>
            <a:ext cx="8791575" cy="792162"/>
          </a:xfrm>
        </p:spPr>
        <p:txBody>
          <a:bodyPr/>
          <a:lstStyle>
            <a:lvl1pPr>
              <a:defRPr sz="3200"/>
            </a:lvl1pPr>
          </a:lstStyle>
          <a:p>
            <a:r>
              <a:rPr lang="en-US" altLang="ja-JP"/>
              <a:t>○○○</a:t>
            </a:r>
            <a:r>
              <a:rPr lang="ja-JP" altLang="en-US"/>
              <a:t>の現状について（丸ゴシック</a:t>
            </a:r>
            <a:r>
              <a:rPr lang="en-US" altLang="ja-JP"/>
              <a:t>32</a:t>
            </a:r>
            <a:r>
              <a:rPr lang="ja-JP" altLang="en-US"/>
              <a:t>～</a:t>
            </a:r>
            <a:r>
              <a:rPr lang="en-US" altLang="ja-JP"/>
              <a:t>44P</a:t>
            </a:r>
            <a:r>
              <a:rPr lang="ja-JP" altLang="en-US"/>
              <a:t>）</a:t>
            </a:r>
          </a:p>
        </p:txBody>
      </p:sp>
      <p:sp>
        <p:nvSpPr>
          <p:cNvPr id="6147" name="Rectangle 3"/>
          <p:cNvSpPr>
            <a:spLocks noGrp="1" noChangeArrowheads="1"/>
          </p:cNvSpPr>
          <p:nvPr>
            <p:ph type="subTitle" idx="1"/>
          </p:nvPr>
        </p:nvSpPr>
        <p:spPr>
          <a:xfrm>
            <a:off x="2073275" y="4581525"/>
            <a:ext cx="6934200" cy="1512888"/>
          </a:xfrm>
        </p:spPr>
        <p:txBody>
          <a:bodyPr/>
          <a:lstStyle>
            <a:lvl1pPr marL="0" indent="0" algn="r">
              <a:buFont typeface="Wingdings" pitchFamily="2" charset="2"/>
              <a:buNone/>
              <a:defRPr sz="2400" b="1">
                <a:solidFill>
                  <a:schemeClr val="hlink"/>
                </a:solidFill>
              </a:defRPr>
            </a:lvl1pPr>
          </a:lstStyle>
          <a:p>
            <a:r>
              <a:rPr lang="ja-JP" altLang="en-US"/>
              <a:t>平成１９年４月２４日</a:t>
            </a:r>
          </a:p>
          <a:p>
            <a:r>
              <a:rPr lang="ja-JP" altLang="en-US"/>
              <a:t>大臣官房　総務課</a:t>
            </a:r>
          </a:p>
          <a:p>
            <a:r>
              <a:rPr lang="ja-JP" altLang="en-US"/>
              <a:t>●●太郎</a:t>
            </a:r>
          </a:p>
        </p:txBody>
      </p:sp>
      <p:sp>
        <p:nvSpPr>
          <p:cNvPr id="3" name="スライド番号プレースホルダ 10">
            <a:extLst>
              <a:ext uri="{FF2B5EF4-FFF2-40B4-BE49-F238E27FC236}">
                <a16:creationId xmlns:a16="http://schemas.microsoft.com/office/drawing/2014/main" id="{C15478E1-93F3-5125-7F24-D735DCB7E049}"/>
              </a:ext>
            </a:extLst>
          </p:cNvPr>
          <p:cNvSpPr>
            <a:spLocks noGrp="1"/>
          </p:cNvSpPr>
          <p:nvPr>
            <p:ph type="sldNum" sz="quarter" idx="10"/>
          </p:nvPr>
        </p:nvSpPr>
        <p:spPr/>
        <p:txBody>
          <a:bodyPr/>
          <a:lstStyle>
            <a:lvl1pPr>
              <a:defRPr/>
            </a:lvl1pPr>
          </a:lstStyle>
          <a:p>
            <a:fld id="{B77627B9-F915-489E-ACF3-A8F34C75354D}" type="slidenum">
              <a:rPr lang="en-US" altLang="ja-JP"/>
              <a:pPr/>
              <a:t>‹#›</a:t>
            </a:fld>
            <a:endParaRPr lang="en-US" altLang="ja-JP"/>
          </a:p>
        </p:txBody>
      </p:sp>
    </p:spTree>
    <p:extLst>
      <p:ext uri="{BB962C8B-B14F-4D97-AF65-F5344CB8AC3E}">
        <p14:creationId xmlns:p14="http://schemas.microsoft.com/office/powerpoint/2010/main" val="28278577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idx="1"/>
          </p:nvPr>
        </p:nvSpPr>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6">
            <a:extLst>
              <a:ext uri="{FF2B5EF4-FFF2-40B4-BE49-F238E27FC236}">
                <a16:creationId xmlns:a16="http://schemas.microsoft.com/office/drawing/2014/main" id="{41342F5B-B9CB-8254-D0C0-609CA0A36157}"/>
              </a:ext>
            </a:extLst>
          </p:cNvPr>
          <p:cNvSpPr>
            <a:spLocks noGrp="1" noChangeArrowheads="1"/>
          </p:cNvSpPr>
          <p:nvPr>
            <p:ph type="sldNum" sz="quarter" idx="10"/>
          </p:nvPr>
        </p:nvSpPr>
        <p:spPr>
          <a:ln/>
        </p:spPr>
        <p:txBody>
          <a:bodyPr/>
          <a:lstStyle>
            <a:lvl1pPr>
              <a:defRPr/>
            </a:lvl1pPr>
          </a:lstStyle>
          <a:p>
            <a:fld id="{F515B980-CDAC-4D07-B829-34D0098D6981}" type="slidenum">
              <a:rPr lang="en-US" altLang="ja-JP"/>
              <a:pPr/>
              <a:t>‹#›</a:t>
            </a:fld>
            <a:endParaRPr lang="en-US" altLang="ja-JP"/>
          </a:p>
        </p:txBody>
      </p:sp>
    </p:spTree>
    <p:extLst>
      <p:ext uri="{BB962C8B-B14F-4D97-AF65-F5344CB8AC3E}">
        <p14:creationId xmlns:p14="http://schemas.microsoft.com/office/powerpoint/2010/main" val="26975699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Rectangle 6">
            <a:extLst>
              <a:ext uri="{FF2B5EF4-FFF2-40B4-BE49-F238E27FC236}">
                <a16:creationId xmlns:a16="http://schemas.microsoft.com/office/drawing/2014/main" id="{EEB1D0F9-1513-7FBB-CBAB-530268FD9C81}"/>
              </a:ext>
            </a:extLst>
          </p:cNvPr>
          <p:cNvSpPr>
            <a:spLocks noGrp="1" noChangeArrowheads="1"/>
          </p:cNvSpPr>
          <p:nvPr>
            <p:ph type="sldNum" sz="quarter" idx="10"/>
          </p:nvPr>
        </p:nvSpPr>
        <p:spPr>
          <a:ln/>
        </p:spPr>
        <p:txBody>
          <a:bodyPr/>
          <a:lstStyle>
            <a:lvl1pPr>
              <a:defRPr/>
            </a:lvl1pPr>
          </a:lstStyle>
          <a:p>
            <a:fld id="{EADBD40B-3BEA-4E5C-9899-87759446F8EC}" type="slidenum">
              <a:rPr lang="en-US" altLang="ja-JP"/>
              <a:pPr/>
              <a:t>‹#›</a:t>
            </a:fld>
            <a:endParaRPr lang="en-US" altLang="ja-JP"/>
          </a:p>
        </p:txBody>
      </p:sp>
    </p:spTree>
    <p:extLst>
      <p:ext uri="{BB962C8B-B14F-4D97-AF65-F5344CB8AC3E}">
        <p14:creationId xmlns:p14="http://schemas.microsoft.com/office/powerpoint/2010/main" val="40239785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638" y="4406914"/>
            <a:ext cx="8420100" cy="1362075"/>
          </a:xfr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82638" y="2906713"/>
            <a:ext cx="8420100" cy="1500187"/>
          </a:xfrm>
        </p:spPr>
        <p:txBody>
          <a:bodyPr anchor="b"/>
          <a:lstStyle>
            <a:lvl1pPr marL="0" indent="0">
              <a:buNone/>
              <a:defRPr sz="2000"/>
            </a:lvl1pPr>
            <a:lvl2pPr marL="456908" indent="0">
              <a:buNone/>
              <a:defRPr sz="1800"/>
            </a:lvl2pPr>
            <a:lvl3pPr marL="913815" indent="0">
              <a:buNone/>
              <a:defRPr sz="1600"/>
            </a:lvl3pPr>
            <a:lvl4pPr marL="1370724" indent="0">
              <a:buNone/>
              <a:defRPr sz="1400"/>
            </a:lvl4pPr>
            <a:lvl5pPr marL="1827630" indent="0">
              <a:buNone/>
              <a:defRPr sz="1400"/>
            </a:lvl5pPr>
            <a:lvl6pPr marL="2284538" indent="0">
              <a:buNone/>
              <a:defRPr sz="1400"/>
            </a:lvl6pPr>
            <a:lvl7pPr marL="2741445" indent="0">
              <a:buNone/>
              <a:defRPr sz="1400"/>
            </a:lvl7pPr>
            <a:lvl8pPr marL="3198355" indent="0">
              <a:buNone/>
              <a:defRPr sz="1400"/>
            </a:lvl8pPr>
            <a:lvl9pPr marL="3655260" indent="0">
              <a:buNone/>
              <a:defRPr sz="1400"/>
            </a:lvl9pPr>
          </a:lstStyle>
          <a:p>
            <a:pPr lvl="0"/>
            <a:r>
              <a:rPr lang="ja-JP" altLang="en-US"/>
              <a:t>マスタ テキストの書式設定</a:t>
            </a:r>
          </a:p>
        </p:txBody>
      </p:sp>
      <p:sp>
        <p:nvSpPr>
          <p:cNvPr id="4" name="Rectangle 6">
            <a:extLst>
              <a:ext uri="{FF2B5EF4-FFF2-40B4-BE49-F238E27FC236}">
                <a16:creationId xmlns:a16="http://schemas.microsoft.com/office/drawing/2014/main" id="{83937778-18F3-6B0F-B752-C04C0E107593}"/>
              </a:ext>
            </a:extLst>
          </p:cNvPr>
          <p:cNvSpPr>
            <a:spLocks noGrp="1" noChangeArrowheads="1"/>
          </p:cNvSpPr>
          <p:nvPr>
            <p:ph type="sldNum" sz="quarter" idx="10"/>
          </p:nvPr>
        </p:nvSpPr>
        <p:spPr>
          <a:ln/>
        </p:spPr>
        <p:txBody>
          <a:bodyPr/>
          <a:lstStyle>
            <a:lvl1pPr>
              <a:defRPr/>
            </a:lvl1pPr>
          </a:lstStyle>
          <a:p>
            <a:fld id="{35842771-66F4-45AD-B0B3-B952D4A19F57}" type="slidenum">
              <a:rPr lang="en-US" altLang="ja-JP"/>
              <a:pPr/>
              <a:t>‹#›</a:t>
            </a:fld>
            <a:endParaRPr lang="en-US" altLang="ja-JP"/>
          </a:p>
        </p:txBody>
      </p:sp>
    </p:spTree>
    <p:extLst>
      <p:ext uri="{BB962C8B-B14F-4D97-AF65-F5344CB8AC3E}">
        <p14:creationId xmlns:p14="http://schemas.microsoft.com/office/powerpoint/2010/main" val="2750583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271475" y="836620"/>
            <a:ext cx="4605337" cy="1511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5029202" y="836620"/>
            <a:ext cx="4605338" cy="1511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6">
            <a:extLst>
              <a:ext uri="{FF2B5EF4-FFF2-40B4-BE49-F238E27FC236}">
                <a16:creationId xmlns:a16="http://schemas.microsoft.com/office/drawing/2014/main" id="{7232C0D5-E55E-FBC4-C3FD-018283D33B35}"/>
              </a:ext>
            </a:extLst>
          </p:cNvPr>
          <p:cNvSpPr>
            <a:spLocks noGrp="1" noChangeArrowheads="1"/>
          </p:cNvSpPr>
          <p:nvPr>
            <p:ph type="sldNum" sz="quarter" idx="10"/>
          </p:nvPr>
        </p:nvSpPr>
        <p:spPr>
          <a:ln/>
        </p:spPr>
        <p:txBody>
          <a:bodyPr/>
          <a:lstStyle>
            <a:lvl1pPr>
              <a:defRPr/>
            </a:lvl1pPr>
          </a:lstStyle>
          <a:p>
            <a:fld id="{57C0E49E-BE77-484D-A704-9DEBB8BCB38A}" type="slidenum">
              <a:rPr lang="en-US" altLang="ja-JP"/>
              <a:pPr/>
              <a:t>‹#›</a:t>
            </a:fld>
            <a:endParaRPr lang="en-US" altLang="ja-JP"/>
          </a:p>
        </p:txBody>
      </p:sp>
    </p:spTree>
    <p:extLst>
      <p:ext uri="{BB962C8B-B14F-4D97-AF65-F5344CB8AC3E}">
        <p14:creationId xmlns:p14="http://schemas.microsoft.com/office/powerpoint/2010/main" val="24327166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4638"/>
            <a:ext cx="8915400" cy="1143000"/>
          </a:xfrm>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95300" y="1535113"/>
            <a:ext cx="4376738" cy="639762"/>
          </a:xfrm>
        </p:spPr>
        <p:txBody>
          <a:bodyPr anchor="b"/>
          <a:lstStyle>
            <a:lvl1pPr marL="0" indent="0">
              <a:buNone/>
              <a:defRPr sz="2400" b="1"/>
            </a:lvl1pPr>
            <a:lvl2pPr marL="456908" indent="0">
              <a:buNone/>
              <a:defRPr sz="2000" b="1"/>
            </a:lvl2pPr>
            <a:lvl3pPr marL="913815" indent="0">
              <a:buNone/>
              <a:defRPr sz="1800" b="1"/>
            </a:lvl3pPr>
            <a:lvl4pPr marL="1370724" indent="0">
              <a:buNone/>
              <a:defRPr sz="1600" b="1"/>
            </a:lvl4pPr>
            <a:lvl5pPr marL="1827630" indent="0">
              <a:buNone/>
              <a:defRPr sz="1600" b="1"/>
            </a:lvl5pPr>
            <a:lvl6pPr marL="2284538" indent="0">
              <a:buNone/>
              <a:defRPr sz="1600" b="1"/>
            </a:lvl6pPr>
            <a:lvl7pPr marL="2741445" indent="0">
              <a:buNone/>
              <a:defRPr sz="1600" b="1"/>
            </a:lvl7pPr>
            <a:lvl8pPr marL="3198355" indent="0">
              <a:buNone/>
              <a:defRPr sz="1600" b="1"/>
            </a:lvl8pPr>
            <a:lvl9pPr marL="365526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5032384" y="1535113"/>
            <a:ext cx="4378325" cy="639762"/>
          </a:xfrm>
        </p:spPr>
        <p:txBody>
          <a:bodyPr anchor="b"/>
          <a:lstStyle>
            <a:lvl1pPr marL="0" indent="0">
              <a:buNone/>
              <a:defRPr sz="2400" b="1"/>
            </a:lvl1pPr>
            <a:lvl2pPr marL="456908" indent="0">
              <a:buNone/>
              <a:defRPr sz="2000" b="1"/>
            </a:lvl2pPr>
            <a:lvl3pPr marL="913815" indent="0">
              <a:buNone/>
              <a:defRPr sz="1800" b="1"/>
            </a:lvl3pPr>
            <a:lvl4pPr marL="1370724" indent="0">
              <a:buNone/>
              <a:defRPr sz="1600" b="1"/>
            </a:lvl4pPr>
            <a:lvl5pPr marL="1827630" indent="0">
              <a:buNone/>
              <a:defRPr sz="1600" b="1"/>
            </a:lvl5pPr>
            <a:lvl6pPr marL="2284538" indent="0">
              <a:buNone/>
              <a:defRPr sz="1600" b="1"/>
            </a:lvl6pPr>
            <a:lvl7pPr marL="2741445" indent="0">
              <a:buNone/>
              <a:defRPr sz="1600" b="1"/>
            </a:lvl7pPr>
            <a:lvl8pPr marL="3198355" indent="0">
              <a:buNone/>
              <a:defRPr sz="1600" b="1"/>
            </a:lvl8pPr>
            <a:lvl9pPr marL="365526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5032384"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6">
            <a:extLst>
              <a:ext uri="{FF2B5EF4-FFF2-40B4-BE49-F238E27FC236}">
                <a16:creationId xmlns:a16="http://schemas.microsoft.com/office/drawing/2014/main" id="{7B5554FA-132D-CE1E-1053-E6C37D0E8113}"/>
              </a:ext>
            </a:extLst>
          </p:cNvPr>
          <p:cNvSpPr>
            <a:spLocks noGrp="1" noChangeArrowheads="1"/>
          </p:cNvSpPr>
          <p:nvPr>
            <p:ph type="sldNum" sz="quarter" idx="10"/>
          </p:nvPr>
        </p:nvSpPr>
        <p:spPr>
          <a:ln/>
        </p:spPr>
        <p:txBody>
          <a:bodyPr/>
          <a:lstStyle>
            <a:lvl1pPr>
              <a:defRPr/>
            </a:lvl1pPr>
          </a:lstStyle>
          <a:p>
            <a:fld id="{35A302CD-DE60-472B-B35D-A6B69E5FB7AC}" type="slidenum">
              <a:rPr lang="en-US" altLang="ja-JP"/>
              <a:pPr/>
              <a:t>‹#›</a:t>
            </a:fld>
            <a:endParaRPr lang="en-US" altLang="ja-JP"/>
          </a:p>
        </p:txBody>
      </p:sp>
    </p:spTree>
    <p:extLst>
      <p:ext uri="{BB962C8B-B14F-4D97-AF65-F5344CB8AC3E}">
        <p14:creationId xmlns:p14="http://schemas.microsoft.com/office/powerpoint/2010/main" val="33646434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Rectangle 6">
            <a:extLst>
              <a:ext uri="{FF2B5EF4-FFF2-40B4-BE49-F238E27FC236}">
                <a16:creationId xmlns:a16="http://schemas.microsoft.com/office/drawing/2014/main" id="{176591BD-3172-A455-7415-4A7D8B240D03}"/>
              </a:ext>
            </a:extLst>
          </p:cNvPr>
          <p:cNvSpPr>
            <a:spLocks noGrp="1" noChangeArrowheads="1"/>
          </p:cNvSpPr>
          <p:nvPr>
            <p:ph type="sldNum" sz="quarter" idx="10"/>
          </p:nvPr>
        </p:nvSpPr>
        <p:spPr>
          <a:ln/>
        </p:spPr>
        <p:txBody>
          <a:bodyPr/>
          <a:lstStyle>
            <a:lvl1pPr>
              <a:defRPr/>
            </a:lvl1pPr>
          </a:lstStyle>
          <a:p>
            <a:fld id="{C9504044-7E6F-4C2B-B40A-8D26462C8D5E}" type="slidenum">
              <a:rPr lang="en-US" altLang="ja-JP"/>
              <a:pPr/>
              <a:t>‹#›</a:t>
            </a:fld>
            <a:endParaRPr lang="en-US" altLang="ja-JP"/>
          </a:p>
        </p:txBody>
      </p:sp>
    </p:spTree>
    <p:extLst>
      <p:ext uri="{BB962C8B-B14F-4D97-AF65-F5344CB8AC3E}">
        <p14:creationId xmlns:p14="http://schemas.microsoft.com/office/powerpoint/2010/main" val="37646780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01307D4C-0742-CC11-5D44-C804FBEEB196}"/>
              </a:ext>
            </a:extLst>
          </p:cNvPr>
          <p:cNvSpPr>
            <a:spLocks noGrp="1" noChangeArrowheads="1"/>
          </p:cNvSpPr>
          <p:nvPr>
            <p:ph type="sldNum" sz="quarter" idx="10"/>
          </p:nvPr>
        </p:nvSpPr>
        <p:spPr>
          <a:ln/>
        </p:spPr>
        <p:txBody>
          <a:bodyPr/>
          <a:lstStyle>
            <a:lvl1pPr>
              <a:defRPr/>
            </a:lvl1pPr>
          </a:lstStyle>
          <a:p>
            <a:fld id="{C8CB88E7-CD0C-4F4E-9FFD-3A8E6FDFCFF0}" type="slidenum">
              <a:rPr lang="en-US" altLang="ja-JP"/>
              <a:pPr/>
              <a:t>‹#›</a:t>
            </a:fld>
            <a:endParaRPr lang="en-US" altLang="ja-JP"/>
          </a:p>
        </p:txBody>
      </p:sp>
    </p:spTree>
    <p:extLst>
      <p:ext uri="{BB962C8B-B14F-4D97-AF65-F5344CB8AC3E}">
        <p14:creationId xmlns:p14="http://schemas.microsoft.com/office/powerpoint/2010/main" val="3859146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4" y="273050"/>
            <a:ext cx="3259138" cy="1162050"/>
          </a:xfr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873499" y="273063"/>
            <a:ext cx="553720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95304" y="1435109"/>
            <a:ext cx="3259138" cy="4691063"/>
          </a:xfrm>
        </p:spPr>
        <p:txBody>
          <a:bodyPr/>
          <a:lstStyle>
            <a:lvl1pPr marL="0" indent="0">
              <a:buNone/>
              <a:defRPr sz="1400"/>
            </a:lvl1pPr>
            <a:lvl2pPr marL="456908" indent="0">
              <a:buNone/>
              <a:defRPr sz="1200"/>
            </a:lvl2pPr>
            <a:lvl3pPr marL="913815" indent="0">
              <a:buNone/>
              <a:defRPr sz="1000"/>
            </a:lvl3pPr>
            <a:lvl4pPr marL="1370724" indent="0">
              <a:buNone/>
              <a:defRPr sz="900"/>
            </a:lvl4pPr>
            <a:lvl5pPr marL="1827630" indent="0">
              <a:buNone/>
              <a:defRPr sz="900"/>
            </a:lvl5pPr>
            <a:lvl6pPr marL="2284538" indent="0">
              <a:buNone/>
              <a:defRPr sz="900"/>
            </a:lvl6pPr>
            <a:lvl7pPr marL="2741445" indent="0">
              <a:buNone/>
              <a:defRPr sz="900"/>
            </a:lvl7pPr>
            <a:lvl8pPr marL="3198355" indent="0">
              <a:buNone/>
              <a:defRPr sz="900"/>
            </a:lvl8pPr>
            <a:lvl9pPr marL="3655260" indent="0">
              <a:buNone/>
              <a:defRPr sz="900"/>
            </a:lvl9pPr>
          </a:lstStyle>
          <a:p>
            <a:pPr lvl="0"/>
            <a:r>
              <a:rPr lang="ja-JP" altLang="en-US"/>
              <a:t>マスタ テキストの書式設定</a:t>
            </a:r>
          </a:p>
        </p:txBody>
      </p:sp>
      <p:sp>
        <p:nvSpPr>
          <p:cNvPr id="5" name="Rectangle 6">
            <a:extLst>
              <a:ext uri="{FF2B5EF4-FFF2-40B4-BE49-F238E27FC236}">
                <a16:creationId xmlns:a16="http://schemas.microsoft.com/office/drawing/2014/main" id="{7645AA8F-D848-BCB4-336B-719A0112986B}"/>
              </a:ext>
            </a:extLst>
          </p:cNvPr>
          <p:cNvSpPr>
            <a:spLocks noGrp="1" noChangeArrowheads="1"/>
          </p:cNvSpPr>
          <p:nvPr>
            <p:ph type="sldNum" sz="quarter" idx="10"/>
          </p:nvPr>
        </p:nvSpPr>
        <p:spPr>
          <a:ln/>
        </p:spPr>
        <p:txBody>
          <a:bodyPr/>
          <a:lstStyle>
            <a:lvl1pPr>
              <a:defRPr/>
            </a:lvl1pPr>
          </a:lstStyle>
          <a:p>
            <a:fld id="{7EBFC731-4CC3-4E30-A6FF-930B1C086147}" type="slidenum">
              <a:rPr lang="en-US" altLang="ja-JP"/>
              <a:pPr/>
              <a:t>‹#›</a:t>
            </a:fld>
            <a:endParaRPr lang="en-US" altLang="ja-JP"/>
          </a:p>
        </p:txBody>
      </p:sp>
    </p:spTree>
    <p:extLst>
      <p:ext uri="{BB962C8B-B14F-4D97-AF65-F5344CB8AC3E}">
        <p14:creationId xmlns:p14="http://schemas.microsoft.com/office/powerpoint/2010/main" val="912064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941513" y="4800601"/>
            <a:ext cx="5943600" cy="566738"/>
          </a:xfr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941513" y="612775"/>
            <a:ext cx="5943600" cy="4114800"/>
          </a:xfrm>
        </p:spPr>
        <p:txBody>
          <a:bodyPr/>
          <a:lstStyle>
            <a:lvl1pPr marL="0" indent="0">
              <a:buNone/>
              <a:defRPr sz="3200"/>
            </a:lvl1pPr>
            <a:lvl2pPr marL="456908" indent="0">
              <a:buNone/>
              <a:defRPr sz="2800"/>
            </a:lvl2pPr>
            <a:lvl3pPr marL="913815" indent="0">
              <a:buNone/>
              <a:defRPr sz="2400"/>
            </a:lvl3pPr>
            <a:lvl4pPr marL="1370724" indent="0">
              <a:buNone/>
              <a:defRPr sz="2000"/>
            </a:lvl4pPr>
            <a:lvl5pPr marL="1827630" indent="0">
              <a:buNone/>
              <a:defRPr sz="2000"/>
            </a:lvl5pPr>
            <a:lvl6pPr marL="2284538" indent="0">
              <a:buNone/>
              <a:defRPr sz="2000"/>
            </a:lvl6pPr>
            <a:lvl7pPr marL="2741445" indent="0">
              <a:buNone/>
              <a:defRPr sz="2000"/>
            </a:lvl7pPr>
            <a:lvl8pPr marL="3198355" indent="0">
              <a:buNone/>
              <a:defRPr sz="2000"/>
            </a:lvl8pPr>
            <a:lvl9pPr marL="3655260" indent="0">
              <a:buNone/>
              <a:defRPr sz="2000"/>
            </a:lvl9pPr>
          </a:lstStyle>
          <a:p>
            <a:pPr lvl="0"/>
            <a:endParaRPr lang="ja-JP" altLang="en-US" noProof="0" dirty="0"/>
          </a:p>
        </p:txBody>
      </p:sp>
      <p:sp>
        <p:nvSpPr>
          <p:cNvPr id="4" name="テキスト プレースホルダ 3"/>
          <p:cNvSpPr>
            <a:spLocks noGrp="1"/>
          </p:cNvSpPr>
          <p:nvPr>
            <p:ph type="body" sz="half" idx="2"/>
          </p:nvPr>
        </p:nvSpPr>
        <p:spPr>
          <a:xfrm>
            <a:off x="1941513" y="5367339"/>
            <a:ext cx="5943600" cy="804862"/>
          </a:xfrm>
        </p:spPr>
        <p:txBody>
          <a:bodyPr/>
          <a:lstStyle>
            <a:lvl1pPr marL="0" indent="0">
              <a:buNone/>
              <a:defRPr sz="1400"/>
            </a:lvl1pPr>
            <a:lvl2pPr marL="456908" indent="0">
              <a:buNone/>
              <a:defRPr sz="1200"/>
            </a:lvl2pPr>
            <a:lvl3pPr marL="913815" indent="0">
              <a:buNone/>
              <a:defRPr sz="1000"/>
            </a:lvl3pPr>
            <a:lvl4pPr marL="1370724" indent="0">
              <a:buNone/>
              <a:defRPr sz="900"/>
            </a:lvl4pPr>
            <a:lvl5pPr marL="1827630" indent="0">
              <a:buNone/>
              <a:defRPr sz="900"/>
            </a:lvl5pPr>
            <a:lvl6pPr marL="2284538" indent="0">
              <a:buNone/>
              <a:defRPr sz="900"/>
            </a:lvl6pPr>
            <a:lvl7pPr marL="2741445" indent="0">
              <a:buNone/>
              <a:defRPr sz="900"/>
            </a:lvl7pPr>
            <a:lvl8pPr marL="3198355" indent="0">
              <a:buNone/>
              <a:defRPr sz="900"/>
            </a:lvl8pPr>
            <a:lvl9pPr marL="3655260" indent="0">
              <a:buNone/>
              <a:defRPr sz="900"/>
            </a:lvl9pPr>
          </a:lstStyle>
          <a:p>
            <a:pPr lvl="0"/>
            <a:r>
              <a:rPr lang="ja-JP" altLang="en-US"/>
              <a:t>マスタ テキストの書式設定</a:t>
            </a:r>
          </a:p>
        </p:txBody>
      </p:sp>
      <p:sp>
        <p:nvSpPr>
          <p:cNvPr id="5" name="Rectangle 6">
            <a:extLst>
              <a:ext uri="{FF2B5EF4-FFF2-40B4-BE49-F238E27FC236}">
                <a16:creationId xmlns:a16="http://schemas.microsoft.com/office/drawing/2014/main" id="{94ECB333-B651-432D-1571-077126D3BEDA}"/>
              </a:ext>
            </a:extLst>
          </p:cNvPr>
          <p:cNvSpPr>
            <a:spLocks noGrp="1" noChangeArrowheads="1"/>
          </p:cNvSpPr>
          <p:nvPr>
            <p:ph type="sldNum" sz="quarter" idx="10"/>
          </p:nvPr>
        </p:nvSpPr>
        <p:spPr>
          <a:ln/>
        </p:spPr>
        <p:txBody>
          <a:bodyPr/>
          <a:lstStyle>
            <a:lvl1pPr>
              <a:defRPr/>
            </a:lvl1pPr>
          </a:lstStyle>
          <a:p>
            <a:fld id="{BB154029-E5C7-4C08-B34F-D5002F1773D0}" type="slidenum">
              <a:rPr lang="en-US" altLang="ja-JP"/>
              <a:pPr/>
              <a:t>‹#›</a:t>
            </a:fld>
            <a:endParaRPr lang="en-US" altLang="ja-JP"/>
          </a:p>
        </p:txBody>
      </p:sp>
    </p:spTree>
    <p:extLst>
      <p:ext uri="{BB962C8B-B14F-4D97-AF65-F5344CB8AC3E}">
        <p14:creationId xmlns:p14="http://schemas.microsoft.com/office/powerpoint/2010/main" val="22740812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6">
            <a:extLst>
              <a:ext uri="{FF2B5EF4-FFF2-40B4-BE49-F238E27FC236}">
                <a16:creationId xmlns:a16="http://schemas.microsoft.com/office/drawing/2014/main" id="{9B89D1FC-6E64-1A0F-313B-FA707FE6E457}"/>
              </a:ext>
            </a:extLst>
          </p:cNvPr>
          <p:cNvSpPr>
            <a:spLocks noGrp="1" noChangeArrowheads="1"/>
          </p:cNvSpPr>
          <p:nvPr>
            <p:ph type="sldNum" sz="quarter" idx="10"/>
          </p:nvPr>
        </p:nvSpPr>
        <p:spPr>
          <a:ln/>
        </p:spPr>
        <p:txBody>
          <a:bodyPr/>
          <a:lstStyle>
            <a:lvl1pPr>
              <a:defRPr/>
            </a:lvl1pPr>
          </a:lstStyle>
          <a:p>
            <a:fld id="{88EC59B2-D569-4836-98A5-C1BC630AF443}" type="slidenum">
              <a:rPr lang="en-US" altLang="ja-JP"/>
              <a:pPr/>
              <a:t>‹#›</a:t>
            </a:fld>
            <a:endParaRPr lang="en-US" altLang="ja-JP"/>
          </a:p>
        </p:txBody>
      </p:sp>
    </p:spTree>
    <p:extLst>
      <p:ext uri="{BB962C8B-B14F-4D97-AF65-F5344CB8AC3E}">
        <p14:creationId xmlns:p14="http://schemas.microsoft.com/office/powerpoint/2010/main" val="25260050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7277102" y="115892"/>
            <a:ext cx="2357438" cy="2232025"/>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200037" y="115892"/>
            <a:ext cx="6924675" cy="2232025"/>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6">
            <a:extLst>
              <a:ext uri="{FF2B5EF4-FFF2-40B4-BE49-F238E27FC236}">
                <a16:creationId xmlns:a16="http://schemas.microsoft.com/office/drawing/2014/main" id="{4AE07031-2E57-9FD5-A01F-9985F6336154}"/>
              </a:ext>
            </a:extLst>
          </p:cNvPr>
          <p:cNvSpPr>
            <a:spLocks noGrp="1" noChangeArrowheads="1"/>
          </p:cNvSpPr>
          <p:nvPr>
            <p:ph type="sldNum" sz="quarter" idx="10"/>
          </p:nvPr>
        </p:nvSpPr>
        <p:spPr>
          <a:ln/>
        </p:spPr>
        <p:txBody>
          <a:bodyPr/>
          <a:lstStyle>
            <a:lvl1pPr>
              <a:defRPr/>
            </a:lvl1pPr>
          </a:lstStyle>
          <a:p>
            <a:fld id="{7627D2F2-9E74-4FC8-81B5-9940DBC0C31D}" type="slidenum">
              <a:rPr lang="en-US" altLang="ja-JP"/>
              <a:pPr/>
              <a:t>‹#›</a:t>
            </a:fld>
            <a:endParaRPr lang="en-US" altLang="ja-JP"/>
          </a:p>
        </p:txBody>
      </p:sp>
    </p:spTree>
    <p:extLst>
      <p:ext uri="{BB962C8B-B14F-4D97-AF65-F5344CB8AC3E}">
        <p14:creationId xmlns:p14="http://schemas.microsoft.com/office/powerpoint/2010/main" val="29600026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742950" y="2130425"/>
            <a:ext cx="8420100" cy="1470025"/>
          </a:xfrm>
        </p:spPr>
        <p:txBody>
          <a:bodyPr/>
          <a:lstStyle/>
          <a:p>
            <a:r>
              <a:rPr lang="ja-JP" altLang="en-US"/>
              <a:t>マスター タイトルの書式設定</a:t>
            </a:r>
          </a:p>
        </p:txBody>
      </p:sp>
      <p:sp>
        <p:nvSpPr>
          <p:cNvPr id="3" name="サブタイトル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マスター サブタイトルの書式設定</a:t>
            </a:r>
          </a:p>
        </p:txBody>
      </p:sp>
      <p:sp>
        <p:nvSpPr>
          <p:cNvPr id="4" name="日付プレースホルダー 3">
            <a:extLst>
              <a:ext uri="{FF2B5EF4-FFF2-40B4-BE49-F238E27FC236}">
                <a16:creationId xmlns:a16="http://schemas.microsoft.com/office/drawing/2014/main" id="{64877C08-5018-0D12-9F84-3C4611771BC7}"/>
              </a:ext>
            </a:extLst>
          </p:cNvPr>
          <p:cNvSpPr>
            <a:spLocks noGrp="1"/>
          </p:cNvSpPr>
          <p:nvPr>
            <p:ph type="dt" sz="half" idx="10"/>
          </p:nvPr>
        </p:nvSpPr>
        <p:spPr/>
        <p:txBody>
          <a:bodyPr/>
          <a:lstStyle>
            <a:lvl1pPr>
              <a:defRPr/>
            </a:lvl1pPr>
          </a:lstStyle>
          <a:p>
            <a:pPr>
              <a:defRPr/>
            </a:pPr>
            <a:fld id="{EF67F9BF-C474-43A0-91BE-9F0177510B96}" type="datetimeFigureOut">
              <a:rPr lang="ja-JP" altLang="en-US"/>
              <a:pPr>
                <a:defRPr/>
              </a:pPr>
              <a:t>2026/5/15</a:t>
            </a:fld>
            <a:endParaRPr lang="ja-JP" altLang="en-US"/>
          </a:p>
        </p:txBody>
      </p:sp>
      <p:sp>
        <p:nvSpPr>
          <p:cNvPr id="5" name="フッター プレースホルダー 4">
            <a:extLst>
              <a:ext uri="{FF2B5EF4-FFF2-40B4-BE49-F238E27FC236}">
                <a16:creationId xmlns:a16="http://schemas.microsoft.com/office/drawing/2014/main" id="{45460363-6C0F-ACA7-0243-6A2036F2B462}"/>
              </a:ext>
            </a:extLst>
          </p:cNvPr>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ー 5">
            <a:extLst>
              <a:ext uri="{FF2B5EF4-FFF2-40B4-BE49-F238E27FC236}">
                <a16:creationId xmlns:a16="http://schemas.microsoft.com/office/drawing/2014/main" id="{C0BAAA89-49EC-E254-9882-383C0D562396}"/>
              </a:ext>
            </a:extLst>
          </p:cNvPr>
          <p:cNvSpPr>
            <a:spLocks noGrp="1"/>
          </p:cNvSpPr>
          <p:nvPr>
            <p:ph type="sldNum" sz="quarter" idx="12"/>
          </p:nvPr>
        </p:nvSpPr>
        <p:spPr/>
        <p:txBody>
          <a:bodyPr/>
          <a:lstStyle>
            <a:lvl1pPr>
              <a:defRPr/>
            </a:lvl1pPr>
          </a:lstStyle>
          <a:p>
            <a:fld id="{B1C38197-FA92-4CE9-A4B0-88CACD1A8FDE}" type="slidenum">
              <a:rPr lang="ja-JP" altLang="en-US"/>
              <a:pPr/>
              <a:t>‹#›</a:t>
            </a:fld>
            <a:endParaRPr lang="ja-JP" altLang="en-US"/>
          </a:p>
        </p:txBody>
      </p:sp>
    </p:spTree>
    <p:extLst>
      <p:ext uri="{BB962C8B-B14F-4D97-AF65-F5344CB8AC3E}">
        <p14:creationId xmlns:p14="http://schemas.microsoft.com/office/powerpoint/2010/main" val="140041851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ー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ー 3">
            <a:extLst>
              <a:ext uri="{FF2B5EF4-FFF2-40B4-BE49-F238E27FC236}">
                <a16:creationId xmlns:a16="http://schemas.microsoft.com/office/drawing/2014/main" id="{7701B781-13B6-23E7-9C95-66E285EF0E19}"/>
              </a:ext>
            </a:extLst>
          </p:cNvPr>
          <p:cNvSpPr>
            <a:spLocks noGrp="1"/>
          </p:cNvSpPr>
          <p:nvPr>
            <p:ph type="dt" sz="half" idx="10"/>
          </p:nvPr>
        </p:nvSpPr>
        <p:spPr/>
        <p:txBody>
          <a:bodyPr/>
          <a:lstStyle>
            <a:lvl1pPr>
              <a:defRPr/>
            </a:lvl1pPr>
          </a:lstStyle>
          <a:p>
            <a:pPr>
              <a:defRPr/>
            </a:pPr>
            <a:fld id="{56823AD0-FE3F-4363-9927-37A071D19B7E}" type="datetimeFigureOut">
              <a:rPr lang="ja-JP" altLang="en-US"/>
              <a:pPr>
                <a:defRPr/>
              </a:pPr>
              <a:t>2026/5/15</a:t>
            </a:fld>
            <a:endParaRPr lang="ja-JP" altLang="en-US"/>
          </a:p>
        </p:txBody>
      </p:sp>
      <p:sp>
        <p:nvSpPr>
          <p:cNvPr id="5" name="フッター プレースホルダー 4">
            <a:extLst>
              <a:ext uri="{FF2B5EF4-FFF2-40B4-BE49-F238E27FC236}">
                <a16:creationId xmlns:a16="http://schemas.microsoft.com/office/drawing/2014/main" id="{E74FA5FD-923E-1762-9DF4-AE977C5E6056}"/>
              </a:ext>
            </a:extLst>
          </p:cNvPr>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ー 5">
            <a:extLst>
              <a:ext uri="{FF2B5EF4-FFF2-40B4-BE49-F238E27FC236}">
                <a16:creationId xmlns:a16="http://schemas.microsoft.com/office/drawing/2014/main" id="{32618976-0D4D-41B2-A0DE-C0FD3D8C14CB}"/>
              </a:ext>
            </a:extLst>
          </p:cNvPr>
          <p:cNvSpPr>
            <a:spLocks noGrp="1"/>
          </p:cNvSpPr>
          <p:nvPr>
            <p:ph type="sldNum" sz="quarter" idx="12"/>
          </p:nvPr>
        </p:nvSpPr>
        <p:spPr/>
        <p:txBody>
          <a:bodyPr/>
          <a:lstStyle>
            <a:lvl1pPr>
              <a:defRPr/>
            </a:lvl1pPr>
          </a:lstStyle>
          <a:p>
            <a:fld id="{327A6C5D-9A78-41FA-B0D4-A0DBAD7A35F5}" type="slidenum">
              <a:rPr lang="ja-JP" altLang="en-US"/>
              <a:pPr/>
              <a:t>‹#›</a:t>
            </a:fld>
            <a:endParaRPr lang="ja-JP" altLang="en-US"/>
          </a:p>
        </p:txBody>
      </p:sp>
    </p:spTree>
    <p:extLst>
      <p:ext uri="{BB962C8B-B14F-4D97-AF65-F5344CB8AC3E}">
        <p14:creationId xmlns:p14="http://schemas.microsoft.com/office/powerpoint/2010/main" val="4775993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638" y="4406900"/>
            <a:ext cx="8420100" cy="1362075"/>
          </a:xfrm>
        </p:spPr>
        <p:txBody>
          <a:bodyPr anchor="t"/>
          <a:lstStyle>
            <a:lvl1pPr algn="l">
              <a:defRPr sz="4000" b="1" cap="all"/>
            </a:lvl1pPr>
          </a:lstStyle>
          <a:p>
            <a:r>
              <a:rPr lang="ja-JP" altLang="en-US"/>
              <a:t>マスター タイトルの書式設定</a:t>
            </a:r>
          </a:p>
        </p:txBody>
      </p:sp>
      <p:sp>
        <p:nvSpPr>
          <p:cNvPr id="3" name="テキスト プレースホルダー 2"/>
          <p:cNvSpPr>
            <a:spLocks noGrp="1"/>
          </p:cNvSpPr>
          <p:nvPr>
            <p:ph type="body" idx="1"/>
          </p:nvPr>
        </p:nvSpPr>
        <p:spPr>
          <a:xfrm>
            <a:off x="782638"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日付プレースホルダー 3">
            <a:extLst>
              <a:ext uri="{FF2B5EF4-FFF2-40B4-BE49-F238E27FC236}">
                <a16:creationId xmlns:a16="http://schemas.microsoft.com/office/drawing/2014/main" id="{50B72B98-856D-6247-DEEB-B124E8D1C0E6}"/>
              </a:ext>
            </a:extLst>
          </p:cNvPr>
          <p:cNvSpPr>
            <a:spLocks noGrp="1"/>
          </p:cNvSpPr>
          <p:nvPr>
            <p:ph type="dt" sz="half" idx="10"/>
          </p:nvPr>
        </p:nvSpPr>
        <p:spPr/>
        <p:txBody>
          <a:bodyPr/>
          <a:lstStyle>
            <a:lvl1pPr>
              <a:defRPr/>
            </a:lvl1pPr>
          </a:lstStyle>
          <a:p>
            <a:pPr>
              <a:defRPr/>
            </a:pPr>
            <a:fld id="{FDE12DC5-4051-46FD-BD52-1AA9FAAF045E}" type="datetimeFigureOut">
              <a:rPr lang="ja-JP" altLang="en-US"/>
              <a:pPr>
                <a:defRPr/>
              </a:pPr>
              <a:t>2026/5/15</a:t>
            </a:fld>
            <a:endParaRPr lang="ja-JP" altLang="en-US"/>
          </a:p>
        </p:txBody>
      </p:sp>
      <p:sp>
        <p:nvSpPr>
          <p:cNvPr id="5" name="フッター プレースホルダー 4">
            <a:extLst>
              <a:ext uri="{FF2B5EF4-FFF2-40B4-BE49-F238E27FC236}">
                <a16:creationId xmlns:a16="http://schemas.microsoft.com/office/drawing/2014/main" id="{96D66417-0A9B-E9FA-37C8-A33A4D7F4A35}"/>
              </a:ext>
            </a:extLst>
          </p:cNvPr>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ー 5">
            <a:extLst>
              <a:ext uri="{FF2B5EF4-FFF2-40B4-BE49-F238E27FC236}">
                <a16:creationId xmlns:a16="http://schemas.microsoft.com/office/drawing/2014/main" id="{753348F6-B651-DA1E-AECE-D6F72EA12F3C}"/>
              </a:ext>
            </a:extLst>
          </p:cNvPr>
          <p:cNvSpPr>
            <a:spLocks noGrp="1"/>
          </p:cNvSpPr>
          <p:nvPr>
            <p:ph type="sldNum" sz="quarter" idx="12"/>
          </p:nvPr>
        </p:nvSpPr>
        <p:spPr/>
        <p:txBody>
          <a:bodyPr/>
          <a:lstStyle>
            <a:lvl1pPr>
              <a:defRPr/>
            </a:lvl1pPr>
          </a:lstStyle>
          <a:p>
            <a:fld id="{EE9106E1-6C69-49C3-B0FD-16C38210A009}" type="slidenum">
              <a:rPr lang="ja-JP" altLang="en-US"/>
              <a:pPr/>
              <a:t>‹#›</a:t>
            </a:fld>
            <a:endParaRPr lang="ja-JP" altLang="en-US"/>
          </a:p>
        </p:txBody>
      </p:sp>
    </p:spTree>
    <p:extLst>
      <p:ext uri="{BB962C8B-B14F-4D97-AF65-F5344CB8AC3E}">
        <p14:creationId xmlns:p14="http://schemas.microsoft.com/office/powerpoint/2010/main" val="214138565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ー 2"/>
          <p:cNvSpPr>
            <a:spLocks noGrp="1"/>
          </p:cNvSpPr>
          <p:nvPr>
            <p:ph sz="half" idx="1"/>
          </p:nvPr>
        </p:nvSpPr>
        <p:spPr>
          <a:xfrm>
            <a:off x="495300" y="1600200"/>
            <a:ext cx="43815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ー 3"/>
          <p:cNvSpPr>
            <a:spLocks noGrp="1"/>
          </p:cNvSpPr>
          <p:nvPr>
            <p:ph sz="half" idx="2"/>
          </p:nvPr>
        </p:nvSpPr>
        <p:spPr>
          <a:xfrm>
            <a:off x="5029200" y="1600200"/>
            <a:ext cx="43815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日付プレースホルダー 3">
            <a:extLst>
              <a:ext uri="{FF2B5EF4-FFF2-40B4-BE49-F238E27FC236}">
                <a16:creationId xmlns:a16="http://schemas.microsoft.com/office/drawing/2014/main" id="{53A878A1-0C48-4445-47A4-6CC5F1E625D6}"/>
              </a:ext>
            </a:extLst>
          </p:cNvPr>
          <p:cNvSpPr>
            <a:spLocks noGrp="1"/>
          </p:cNvSpPr>
          <p:nvPr>
            <p:ph type="dt" sz="half" idx="10"/>
          </p:nvPr>
        </p:nvSpPr>
        <p:spPr/>
        <p:txBody>
          <a:bodyPr/>
          <a:lstStyle>
            <a:lvl1pPr>
              <a:defRPr/>
            </a:lvl1pPr>
          </a:lstStyle>
          <a:p>
            <a:pPr>
              <a:defRPr/>
            </a:pPr>
            <a:fld id="{4AACBF55-075D-49F3-AF63-9688CFDF074B}" type="datetimeFigureOut">
              <a:rPr lang="ja-JP" altLang="en-US"/>
              <a:pPr>
                <a:defRPr/>
              </a:pPr>
              <a:t>2026/5/15</a:t>
            </a:fld>
            <a:endParaRPr lang="ja-JP" altLang="en-US"/>
          </a:p>
        </p:txBody>
      </p:sp>
      <p:sp>
        <p:nvSpPr>
          <p:cNvPr id="6" name="フッター プレースホルダー 4">
            <a:extLst>
              <a:ext uri="{FF2B5EF4-FFF2-40B4-BE49-F238E27FC236}">
                <a16:creationId xmlns:a16="http://schemas.microsoft.com/office/drawing/2014/main" id="{7607D8C4-B349-CEBD-EA70-0B83C3BCE2CE}"/>
              </a:ext>
            </a:extLst>
          </p:cNvPr>
          <p:cNvSpPr>
            <a:spLocks noGrp="1"/>
          </p:cNvSpPr>
          <p:nvPr>
            <p:ph type="ftr" sz="quarter" idx="11"/>
          </p:nvPr>
        </p:nvSpPr>
        <p:spPr/>
        <p:txBody>
          <a:bodyPr/>
          <a:lstStyle>
            <a:lvl1pPr>
              <a:defRPr/>
            </a:lvl1pPr>
          </a:lstStyle>
          <a:p>
            <a:pPr>
              <a:defRPr/>
            </a:pPr>
            <a:endParaRPr lang="ja-JP" altLang="en-US"/>
          </a:p>
        </p:txBody>
      </p:sp>
      <p:sp>
        <p:nvSpPr>
          <p:cNvPr id="7" name="スライド番号プレースホルダー 5">
            <a:extLst>
              <a:ext uri="{FF2B5EF4-FFF2-40B4-BE49-F238E27FC236}">
                <a16:creationId xmlns:a16="http://schemas.microsoft.com/office/drawing/2014/main" id="{85D34E2E-73E3-77AF-2E5E-C25429CCACB7}"/>
              </a:ext>
            </a:extLst>
          </p:cNvPr>
          <p:cNvSpPr>
            <a:spLocks noGrp="1"/>
          </p:cNvSpPr>
          <p:nvPr>
            <p:ph type="sldNum" sz="quarter" idx="12"/>
          </p:nvPr>
        </p:nvSpPr>
        <p:spPr/>
        <p:txBody>
          <a:bodyPr/>
          <a:lstStyle>
            <a:lvl1pPr>
              <a:defRPr/>
            </a:lvl1pPr>
          </a:lstStyle>
          <a:p>
            <a:fld id="{5FD2A120-2C67-4ACB-A115-FCD13D2AAB7D}" type="slidenum">
              <a:rPr lang="ja-JP" altLang="en-US"/>
              <a:pPr/>
              <a:t>‹#›</a:t>
            </a:fld>
            <a:endParaRPr lang="ja-JP" altLang="en-US"/>
          </a:p>
        </p:txBody>
      </p:sp>
    </p:spTree>
    <p:extLst>
      <p:ext uri="{BB962C8B-B14F-4D97-AF65-F5344CB8AC3E}">
        <p14:creationId xmlns:p14="http://schemas.microsoft.com/office/powerpoint/2010/main" val="11509409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lang="ja-JP" altLang="en-US"/>
              <a:t>マスター タイトルの書式設定</a:t>
            </a:r>
          </a:p>
        </p:txBody>
      </p:sp>
      <p:sp>
        <p:nvSpPr>
          <p:cNvPr id="3" name="テキスト プレースホルダー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ー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日付プレースホルダー 3">
            <a:extLst>
              <a:ext uri="{FF2B5EF4-FFF2-40B4-BE49-F238E27FC236}">
                <a16:creationId xmlns:a16="http://schemas.microsoft.com/office/drawing/2014/main" id="{0FDD869D-DC35-63FD-B127-BC275E73DD2C}"/>
              </a:ext>
            </a:extLst>
          </p:cNvPr>
          <p:cNvSpPr>
            <a:spLocks noGrp="1"/>
          </p:cNvSpPr>
          <p:nvPr>
            <p:ph type="dt" sz="half" idx="10"/>
          </p:nvPr>
        </p:nvSpPr>
        <p:spPr/>
        <p:txBody>
          <a:bodyPr/>
          <a:lstStyle>
            <a:lvl1pPr>
              <a:defRPr/>
            </a:lvl1pPr>
          </a:lstStyle>
          <a:p>
            <a:pPr>
              <a:defRPr/>
            </a:pPr>
            <a:fld id="{50D666F3-0E6F-4DD6-BF48-27053EC9D4C1}" type="datetimeFigureOut">
              <a:rPr lang="ja-JP" altLang="en-US"/>
              <a:pPr>
                <a:defRPr/>
              </a:pPr>
              <a:t>2026/5/15</a:t>
            </a:fld>
            <a:endParaRPr lang="ja-JP" altLang="en-US"/>
          </a:p>
        </p:txBody>
      </p:sp>
      <p:sp>
        <p:nvSpPr>
          <p:cNvPr id="8" name="フッター プレースホルダー 4">
            <a:extLst>
              <a:ext uri="{FF2B5EF4-FFF2-40B4-BE49-F238E27FC236}">
                <a16:creationId xmlns:a16="http://schemas.microsoft.com/office/drawing/2014/main" id="{AFB5DF33-699A-F66A-1F0E-F642FC6B33AA}"/>
              </a:ext>
            </a:extLst>
          </p:cNvPr>
          <p:cNvSpPr>
            <a:spLocks noGrp="1"/>
          </p:cNvSpPr>
          <p:nvPr>
            <p:ph type="ftr" sz="quarter" idx="11"/>
          </p:nvPr>
        </p:nvSpPr>
        <p:spPr/>
        <p:txBody>
          <a:bodyPr/>
          <a:lstStyle>
            <a:lvl1pPr>
              <a:defRPr/>
            </a:lvl1pPr>
          </a:lstStyle>
          <a:p>
            <a:pPr>
              <a:defRPr/>
            </a:pPr>
            <a:endParaRPr lang="ja-JP" altLang="en-US"/>
          </a:p>
        </p:txBody>
      </p:sp>
      <p:sp>
        <p:nvSpPr>
          <p:cNvPr id="9" name="スライド番号プレースホルダー 5">
            <a:extLst>
              <a:ext uri="{FF2B5EF4-FFF2-40B4-BE49-F238E27FC236}">
                <a16:creationId xmlns:a16="http://schemas.microsoft.com/office/drawing/2014/main" id="{F2A9219C-A9EC-32AC-9DBE-9148D2F22C8B}"/>
              </a:ext>
            </a:extLst>
          </p:cNvPr>
          <p:cNvSpPr>
            <a:spLocks noGrp="1"/>
          </p:cNvSpPr>
          <p:nvPr>
            <p:ph type="sldNum" sz="quarter" idx="12"/>
          </p:nvPr>
        </p:nvSpPr>
        <p:spPr/>
        <p:txBody>
          <a:bodyPr/>
          <a:lstStyle>
            <a:lvl1pPr>
              <a:defRPr/>
            </a:lvl1pPr>
          </a:lstStyle>
          <a:p>
            <a:fld id="{8E760E45-53EF-4A97-AC6A-13A91C52C032}" type="slidenum">
              <a:rPr lang="ja-JP" altLang="en-US"/>
              <a:pPr/>
              <a:t>‹#›</a:t>
            </a:fld>
            <a:endParaRPr lang="ja-JP" altLang="en-US"/>
          </a:p>
        </p:txBody>
      </p:sp>
    </p:spTree>
    <p:extLst>
      <p:ext uri="{BB962C8B-B14F-4D97-AF65-F5344CB8AC3E}">
        <p14:creationId xmlns:p14="http://schemas.microsoft.com/office/powerpoint/2010/main" val="157676174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日付プレースホルダー 3">
            <a:extLst>
              <a:ext uri="{FF2B5EF4-FFF2-40B4-BE49-F238E27FC236}">
                <a16:creationId xmlns:a16="http://schemas.microsoft.com/office/drawing/2014/main" id="{E590069A-F744-B1F1-49B7-E29701AF4036}"/>
              </a:ext>
            </a:extLst>
          </p:cNvPr>
          <p:cNvSpPr>
            <a:spLocks noGrp="1"/>
          </p:cNvSpPr>
          <p:nvPr>
            <p:ph type="dt" sz="half" idx="10"/>
          </p:nvPr>
        </p:nvSpPr>
        <p:spPr/>
        <p:txBody>
          <a:bodyPr/>
          <a:lstStyle>
            <a:lvl1pPr>
              <a:defRPr/>
            </a:lvl1pPr>
          </a:lstStyle>
          <a:p>
            <a:pPr>
              <a:defRPr/>
            </a:pPr>
            <a:fld id="{1C98550C-4961-4B77-84DE-2FCEA674ED6D}" type="datetimeFigureOut">
              <a:rPr lang="ja-JP" altLang="en-US"/>
              <a:pPr>
                <a:defRPr/>
              </a:pPr>
              <a:t>2026/5/15</a:t>
            </a:fld>
            <a:endParaRPr lang="ja-JP" altLang="en-US"/>
          </a:p>
        </p:txBody>
      </p:sp>
      <p:sp>
        <p:nvSpPr>
          <p:cNvPr id="4" name="フッター プレースホルダー 4">
            <a:extLst>
              <a:ext uri="{FF2B5EF4-FFF2-40B4-BE49-F238E27FC236}">
                <a16:creationId xmlns:a16="http://schemas.microsoft.com/office/drawing/2014/main" id="{9AC022E7-B24C-9073-8407-E610B50BD84F}"/>
              </a:ext>
            </a:extLst>
          </p:cNvPr>
          <p:cNvSpPr>
            <a:spLocks noGrp="1"/>
          </p:cNvSpPr>
          <p:nvPr>
            <p:ph type="ftr" sz="quarter" idx="11"/>
          </p:nvPr>
        </p:nvSpPr>
        <p:spPr/>
        <p:txBody>
          <a:bodyPr/>
          <a:lstStyle>
            <a:lvl1pPr>
              <a:defRPr/>
            </a:lvl1pPr>
          </a:lstStyle>
          <a:p>
            <a:pPr>
              <a:defRPr/>
            </a:pPr>
            <a:endParaRPr lang="ja-JP" altLang="en-US"/>
          </a:p>
        </p:txBody>
      </p:sp>
      <p:sp>
        <p:nvSpPr>
          <p:cNvPr id="5" name="スライド番号プレースホルダー 5">
            <a:extLst>
              <a:ext uri="{FF2B5EF4-FFF2-40B4-BE49-F238E27FC236}">
                <a16:creationId xmlns:a16="http://schemas.microsoft.com/office/drawing/2014/main" id="{5D2D0BDC-4E7D-180D-D220-00A5F8B1AFE7}"/>
              </a:ext>
            </a:extLst>
          </p:cNvPr>
          <p:cNvSpPr>
            <a:spLocks noGrp="1"/>
          </p:cNvSpPr>
          <p:nvPr>
            <p:ph type="sldNum" sz="quarter" idx="12"/>
          </p:nvPr>
        </p:nvSpPr>
        <p:spPr/>
        <p:txBody>
          <a:bodyPr/>
          <a:lstStyle>
            <a:lvl1pPr>
              <a:defRPr/>
            </a:lvl1pPr>
          </a:lstStyle>
          <a:p>
            <a:fld id="{4B77A421-3AA7-4140-9467-B225E1136859}" type="slidenum">
              <a:rPr lang="ja-JP" altLang="en-US"/>
              <a:pPr/>
              <a:t>‹#›</a:t>
            </a:fld>
            <a:endParaRPr lang="ja-JP" altLang="en-US"/>
          </a:p>
        </p:txBody>
      </p:sp>
    </p:spTree>
    <p:extLst>
      <p:ext uri="{BB962C8B-B14F-4D97-AF65-F5344CB8AC3E}">
        <p14:creationId xmlns:p14="http://schemas.microsoft.com/office/powerpoint/2010/main" val="131509399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3">
            <a:extLst>
              <a:ext uri="{FF2B5EF4-FFF2-40B4-BE49-F238E27FC236}">
                <a16:creationId xmlns:a16="http://schemas.microsoft.com/office/drawing/2014/main" id="{69544649-6A9B-11B0-6E87-1E149BC431C0}"/>
              </a:ext>
            </a:extLst>
          </p:cNvPr>
          <p:cNvSpPr>
            <a:spLocks noGrp="1"/>
          </p:cNvSpPr>
          <p:nvPr>
            <p:ph type="dt" sz="half" idx="10"/>
          </p:nvPr>
        </p:nvSpPr>
        <p:spPr/>
        <p:txBody>
          <a:bodyPr/>
          <a:lstStyle>
            <a:lvl1pPr>
              <a:defRPr/>
            </a:lvl1pPr>
          </a:lstStyle>
          <a:p>
            <a:pPr>
              <a:defRPr/>
            </a:pPr>
            <a:fld id="{0DBEFE7D-C053-4435-BC22-AF170C91CC77}" type="datetimeFigureOut">
              <a:rPr lang="ja-JP" altLang="en-US"/>
              <a:pPr>
                <a:defRPr/>
              </a:pPr>
              <a:t>2026/5/15</a:t>
            </a:fld>
            <a:endParaRPr lang="ja-JP" altLang="en-US"/>
          </a:p>
        </p:txBody>
      </p:sp>
      <p:sp>
        <p:nvSpPr>
          <p:cNvPr id="3" name="フッター プレースホルダー 4">
            <a:extLst>
              <a:ext uri="{FF2B5EF4-FFF2-40B4-BE49-F238E27FC236}">
                <a16:creationId xmlns:a16="http://schemas.microsoft.com/office/drawing/2014/main" id="{2ED1E800-24F2-AB94-3E20-25850613EFB8}"/>
              </a:ext>
            </a:extLst>
          </p:cNvPr>
          <p:cNvSpPr>
            <a:spLocks noGrp="1"/>
          </p:cNvSpPr>
          <p:nvPr>
            <p:ph type="ftr" sz="quarter" idx="11"/>
          </p:nvPr>
        </p:nvSpPr>
        <p:spPr/>
        <p:txBody>
          <a:bodyPr/>
          <a:lstStyle>
            <a:lvl1pPr>
              <a:defRPr/>
            </a:lvl1pPr>
          </a:lstStyle>
          <a:p>
            <a:pPr>
              <a:defRPr/>
            </a:pPr>
            <a:endParaRPr lang="ja-JP" altLang="en-US"/>
          </a:p>
        </p:txBody>
      </p:sp>
      <p:sp>
        <p:nvSpPr>
          <p:cNvPr id="4" name="スライド番号プレースホルダー 5">
            <a:extLst>
              <a:ext uri="{FF2B5EF4-FFF2-40B4-BE49-F238E27FC236}">
                <a16:creationId xmlns:a16="http://schemas.microsoft.com/office/drawing/2014/main" id="{4FCB2306-3DC1-432F-C6D6-35ECC9945A1B}"/>
              </a:ext>
            </a:extLst>
          </p:cNvPr>
          <p:cNvSpPr>
            <a:spLocks noGrp="1"/>
          </p:cNvSpPr>
          <p:nvPr>
            <p:ph type="sldNum" sz="quarter" idx="12"/>
          </p:nvPr>
        </p:nvSpPr>
        <p:spPr/>
        <p:txBody>
          <a:bodyPr/>
          <a:lstStyle>
            <a:lvl1pPr>
              <a:defRPr/>
            </a:lvl1pPr>
          </a:lstStyle>
          <a:p>
            <a:fld id="{0A840FC8-E4FB-4000-92F2-C780D3442E7B}" type="slidenum">
              <a:rPr lang="ja-JP" altLang="en-US"/>
              <a:pPr/>
              <a:t>‹#›</a:t>
            </a:fld>
            <a:endParaRPr lang="ja-JP" altLang="en-US"/>
          </a:p>
        </p:txBody>
      </p:sp>
    </p:spTree>
    <p:extLst>
      <p:ext uri="{BB962C8B-B14F-4D97-AF65-F5344CB8AC3E}">
        <p14:creationId xmlns:p14="http://schemas.microsoft.com/office/powerpoint/2010/main" val="199025321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3050"/>
            <a:ext cx="3259138" cy="1162050"/>
          </a:xfrm>
        </p:spPr>
        <p:txBody>
          <a:bodyPr anchor="b"/>
          <a:lstStyle>
            <a:lvl1pPr algn="l">
              <a:defRPr sz="2000" b="1"/>
            </a:lvl1pPr>
          </a:lstStyle>
          <a:p>
            <a:r>
              <a:rPr lang="ja-JP" altLang="en-US"/>
              <a:t>マスター タイトルの書式設定</a:t>
            </a:r>
          </a:p>
        </p:txBody>
      </p:sp>
      <p:sp>
        <p:nvSpPr>
          <p:cNvPr id="3" name="コンテンツ プレースホルダー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ー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日付プレースホルダー 3">
            <a:extLst>
              <a:ext uri="{FF2B5EF4-FFF2-40B4-BE49-F238E27FC236}">
                <a16:creationId xmlns:a16="http://schemas.microsoft.com/office/drawing/2014/main" id="{C21EE676-38CE-6E3E-6D00-8E5CE3B4A051}"/>
              </a:ext>
            </a:extLst>
          </p:cNvPr>
          <p:cNvSpPr>
            <a:spLocks noGrp="1"/>
          </p:cNvSpPr>
          <p:nvPr>
            <p:ph type="dt" sz="half" idx="10"/>
          </p:nvPr>
        </p:nvSpPr>
        <p:spPr/>
        <p:txBody>
          <a:bodyPr/>
          <a:lstStyle>
            <a:lvl1pPr>
              <a:defRPr/>
            </a:lvl1pPr>
          </a:lstStyle>
          <a:p>
            <a:pPr>
              <a:defRPr/>
            </a:pPr>
            <a:fld id="{114EAA54-9174-434C-B494-C33807EBBA0E}" type="datetimeFigureOut">
              <a:rPr lang="ja-JP" altLang="en-US"/>
              <a:pPr>
                <a:defRPr/>
              </a:pPr>
              <a:t>2026/5/15</a:t>
            </a:fld>
            <a:endParaRPr lang="ja-JP" altLang="en-US"/>
          </a:p>
        </p:txBody>
      </p:sp>
      <p:sp>
        <p:nvSpPr>
          <p:cNvPr id="6" name="フッター プレースホルダー 4">
            <a:extLst>
              <a:ext uri="{FF2B5EF4-FFF2-40B4-BE49-F238E27FC236}">
                <a16:creationId xmlns:a16="http://schemas.microsoft.com/office/drawing/2014/main" id="{A95EEFDA-C57A-C33F-AC34-707BE0A7593F}"/>
              </a:ext>
            </a:extLst>
          </p:cNvPr>
          <p:cNvSpPr>
            <a:spLocks noGrp="1"/>
          </p:cNvSpPr>
          <p:nvPr>
            <p:ph type="ftr" sz="quarter" idx="11"/>
          </p:nvPr>
        </p:nvSpPr>
        <p:spPr/>
        <p:txBody>
          <a:bodyPr/>
          <a:lstStyle>
            <a:lvl1pPr>
              <a:defRPr/>
            </a:lvl1pPr>
          </a:lstStyle>
          <a:p>
            <a:pPr>
              <a:defRPr/>
            </a:pPr>
            <a:endParaRPr lang="ja-JP" altLang="en-US"/>
          </a:p>
        </p:txBody>
      </p:sp>
      <p:sp>
        <p:nvSpPr>
          <p:cNvPr id="7" name="スライド番号プレースホルダー 5">
            <a:extLst>
              <a:ext uri="{FF2B5EF4-FFF2-40B4-BE49-F238E27FC236}">
                <a16:creationId xmlns:a16="http://schemas.microsoft.com/office/drawing/2014/main" id="{7EE4FA9F-A989-3365-3DD4-0E1CBCE016DC}"/>
              </a:ext>
            </a:extLst>
          </p:cNvPr>
          <p:cNvSpPr>
            <a:spLocks noGrp="1"/>
          </p:cNvSpPr>
          <p:nvPr>
            <p:ph type="sldNum" sz="quarter" idx="12"/>
          </p:nvPr>
        </p:nvSpPr>
        <p:spPr/>
        <p:txBody>
          <a:bodyPr/>
          <a:lstStyle>
            <a:lvl1pPr>
              <a:defRPr/>
            </a:lvl1pPr>
          </a:lstStyle>
          <a:p>
            <a:fld id="{5B73A292-6840-452E-858E-F7086762D782}" type="slidenum">
              <a:rPr lang="ja-JP" altLang="en-US"/>
              <a:pPr/>
              <a:t>‹#›</a:t>
            </a:fld>
            <a:endParaRPr lang="ja-JP" altLang="en-US"/>
          </a:p>
        </p:txBody>
      </p:sp>
    </p:spTree>
    <p:extLst>
      <p:ext uri="{BB962C8B-B14F-4D97-AF65-F5344CB8AC3E}">
        <p14:creationId xmlns:p14="http://schemas.microsoft.com/office/powerpoint/2010/main" val="152676587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941513" y="4800600"/>
            <a:ext cx="5943600" cy="566738"/>
          </a:xfrm>
        </p:spPr>
        <p:txBody>
          <a:bodyPr anchor="b"/>
          <a:lstStyle>
            <a:lvl1pPr algn="l">
              <a:defRPr sz="2000" b="1"/>
            </a:lvl1pPr>
          </a:lstStyle>
          <a:p>
            <a:r>
              <a:rPr lang="ja-JP" altLang="en-US"/>
              <a:t>マスター タイトルの書式設定</a:t>
            </a:r>
          </a:p>
        </p:txBody>
      </p:sp>
      <p:sp>
        <p:nvSpPr>
          <p:cNvPr id="3" name="図プレースホルダー 2"/>
          <p:cNvSpPr>
            <a:spLocks noGrp="1"/>
          </p:cNvSpPr>
          <p:nvPr>
            <p:ph type="pic" idx="1"/>
          </p:nvPr>
        </p:nvSpPr>
        <p:spPr>
          <a:xfrm>
            <a:off x="1941513" y="612775"/>
            <a:ext cx="59436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a:p>
        </p:txBody>
      </p:sp>
      <p:sp>
        <p:nvSpPr>
          <p:cNvPr id="4" name="テキスト プレースホルダー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日付プレースホルダー 3">
            <a:extLst>
              <a:ext uri="{FF2B5EF4-FFF2-40B4-BE49-F238E27FC236}">
                <a16:creationId xmlns:a16="http://schemas.microsoft.com/office/drawing/2014/main" id="{46E0502C-46AA-7DE9-A837-FDBD79E383AC}"/>
              </a:ext>
            </a:extLst>
          </p:cNvPr>
          <p:cNvSpPr>
            <a:spLocks noGrp="1"/>
          </p:cNvSpPr>
          <p:nvPr>
            <p:ph type="dt" sz="half" idx="10"/>
          </p:nvPr>
        </p:nvSpPr>
        <p:spPr/>
        <p:txBody>
          <a:bodyPr/>
          <a:lstStyle>
            <a:lvl1pPr>
              <a:defRPr/>
            </a:lvl1pPr>
          </a:lstStyle>
          <a:p>
            <a:pPr>
              <a:defRPr/>
            </a:pPr>
            <a:fld id="{3E38FA88-E908-48A3-AA66-3920FBF0F04C}" type="datetimeFigureOut">
              <a:rPr lang="ja-JP" altLang="en-US"/>
              <a:pPr>
                <a:defRPr/>
              </a:pPr>
              <a:t>2026/5/15</a:t>
            </a:fld>
            <a:endParaRPr lang="ja-JP" altLang="en-US"/>
          </a:p>
        </p:txBody>
      </p:sp>
      <p:sp>
        <p:nvSpPr>
          <p:cNvPr id="6" name="フッター プレースホルダー 4">
            <a:extLst>
              <a:ext uri="{FF2B5EF4-FFF2-40B4-BE49-F238E27FC236}">
                <a16:creationId xmlns:a16="http://schemas.microsoft.com/office/drawing/2014/main" id="{3460E754-A17D-F920-7B85-D5A5B5B4752A}"/>
              </a:ext>
            </a:extLst>
          </p:cNvPr>
          <p:cNvSpPr>
            <a:spLocks noGrp="1"/>
          </p:cNvSpPr>
          <p:nvPr>
            <p:ph type="ftr" sz="quarter" idx="11"/>
          </p:nvPr>
        </p:nvSpPr>
        <p:spPr/>
        <p:txBody>
          <a:bodyPr/>
          <a:lstStyle>
            <a:lvl1pPr>
              <a:defRPr/>
            </a:lvl1pPr>
          </a:lstStyle>
          <a:p>
            <a:pPr>
              <a:defRPr/>
            </a:pPr>
            <a:endParaRPr lang="ja-JP" altLang="en-US"/>
          </a:p>
        </p:txBody>
      </p:sp>
      <p:sp>
        <p:nvSpPr>
          <p:cNvPr id="7" name="スライド番号プレースホルダー 5">
            <a:extLst>
              <a:ext uri="{FF2B5EF4-FFF2-40B4-BE49-F238E27FC236}">
                <a16:creationId xmlns:a16="http://schemas.microsoft.com/office/drawing/2014/main" id="{08BD88B0-FA35-989B-9016-2F1492B19B50}"/>
              </a:ext>
            </a:extLst>
          </p:cNvPr>
          <p:cNvSpPr>
            <a:spLocks noGrp="1"/>
          </p:cNvSpPr>
          <p:nvPr>
            <p:ph type="sldNum" sz="quarter" idx="12"/>
          </p:nvPr>
        </p:nvSpPr>
        <p:spPr/>
        <p:txBody>
          <a:bodyPr/>
          <a:lstStyle>
            <a:lvl1pPr>
              <a:defRPr/>
            </a:lvl1pPr>
          </a:lstStyle>
          <a:p>
            <a:fld id="{6A685457-9B57-4552-B9A7-D01270282E74}" type="slidenum">
              <a:rPr lang="ja-JP" altLang="en-US"/>
              <a:pPr/>
              <a:t>‹#›</a:t>
            </a:fld>
            <a:endParaRPr lang="ja-JP" altLang="en-US"/>
          </a:p>
        </p:txBody>
      </p:sp>
    </p:spTree>
    <p:extLst>
      <p:ext uri="{BB962C8B-B14F-4D97-AF65-F5344CB8AC3E}">
        <p14:creationId xmlns:p14="http://schemas.microsoft.com/office/powerpoint/2010/main" val="17913976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ー 3">
            <a:extLst>
              <a:ext uri="{FF2B5EF4-FFF2-40B4-BE49-F238E27FC236}">
                <a16:creationId xmlns:a16="http://schemas.microsoft.com/office/drawing/2014/main" id="{943955C8-54C5-BA79-48F9-55216FA6CACC}"/>
              </a:ext>
            </a:extLst>
          </p:cNvPr>
          <p:cNvSpPr>
            <a:spLocks noGrp="1"/>
          </p:cNvSpPr>
          <p:nvPr>
            <p:ph type="dt" sz="half" idx="10"/>
          </p:nvPr>
        </p:nvSpPr>
        <p:spPr/>
        <p:txBody>
          <a:bodyPr/>
          <a:lstStyle>
            <a:lvl1pPr>
              <a:defRPr/>
            </a:lvl1pPr>
          </a:lstStyle>
          <a:p>
            <a:pPr>
              <a:defRPr/>
            </a:pPr>
            <a:fld id="{B8B678B9-0A63-4864-A627-DD99F54423BB}" type="datetimeFigureOut">
              <a:rPr lang="ja-JP" altLang="en-US"/>
              <a:pPr>
                <a:defRPr/>
              </a:pPr>
              <a:t>2026/5/15</a:t>
            </a:fld>
            <a:endParaRPr lang="ja-JP" altLang="en-US"/>
          </a:p>
        </p:txBody>
      </p:sp>
      <p:sp>
        <p:nvSpPr>
          <p:cNvPr id="5" name="フッター プレースホルダー 4">
            <a:extLst>
              <a:ext uri="{FF2B5EF4-FFF2-40B4-BE49-F238E27FC236}">
                <a16:creationId xmlns:a16="http://schemas.microsoft.com/office/drawing/2014/main" id="{B7F6D57F-EFFB-2852-BE66-C92F1C71A85A}"/>
              </a:ext>
            </a:extLst>
          </p:cNvPr>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ー 5">
            <a:extLst>
              <a:ext uri="{FF2B5EF4-FFF2-40B4-BE49-F238E27FC236}">
                <a16:creationId xmlns:a16="http://schemas.microsoft.com/office/drawing/2014/main" id="{4DF3EA8A-24C4-D4C4-90A9-C7890EF0052B}"/>
              </a:ext>
            </a:extLst>
          </p:cNvPr>
          <p:cNvSpPr>
            <a:spLocks noGrp="1"/>
          </p:cNvSpPr>
          <p:nvPr>
            <p:ph type="sldNum" sz="quarter" idx="12"/>
          </p:nvPr>
        </p:nvSpPr>
        <p:spPr/>
        <p:txBody>
          <a:bodyPr/>
          <a:lstStyle>
            <a:lvl1pPr>
              <a:defRPr/>
            </a:lvl1pPr>
          </a:lstStyle>
          <a:p>
            <a:fld id="{865E8EAC-1078-4220-909F-77554FEE6E24}" type="slidenum">
              <a:rPr lang="ja-JP" altLang="en-US"/>
              <a:pPr/>
              <a:t>‹#›</a:t>
            </a:fld>
            <a:endParaRPr lang="ja-JP" altLang="en-US"/>
          </a:p>
        </p:txBody>
      </p:sp>
    </p:spTree>
    <p:extLst>
      <p:ext uri="{BB962C8B-B14F-4D97-AF65-F5344CB8AC3E}">
        <p14:creationId xmlns:p14="http://schemas.microsoft.com/office/powerpoint/2010/main" val="112228550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7181850" y="274638"/>
            <a:ext cx="2228850" cy="5851525"/>
          </a:xfrm>
        </p:spPr>
        <p:txBody>
          <a:bodyPr vert="eaVert"/>
          <a:lstStyle/>
          <a:p>
            <a:r>
              <a:rPr lang="ja-JP" altLang="en-US"/>
              <a:t>マスター タイトルの書式設定</a:t>
            </a:r>
          </a:p>
        </p:txBody>
      </p:sp>
      <p:sp>
        <p:nvSpPr>
          <p:cNvPr id="3" name="縦書きテキスト プレースホルダー 2"/>
          <p:cNvSpPr>
            <a:spLocks noGrp="1"/>
          </p:cNvSpPr>
          <p:nvPr>
            <p:ph type="body" orient="vert" idx="1"/>
          </p:nvPr>
        </p:nvSpPr>
        <p:spPr>
          <a:xfrm>
            <a:off x="495300" y="274638"/>
            <a:ext cx="6534150" cy="5851525"/>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ー 3">
            <a:extLst>
              <a:ext uri="{FF2B5EF4-FFF2-40B4-BE49-F238E27FC236}">
                <a16:creationId xmlns:a16="http://schemas.microsoft.com/office/drawing/2014/main" id="{C4DB8CE8-0772-9435-C12A-1F7603A4DE6C}"/>
              </a:ext>
            </a:extLst>
          </p:cNvPr>
          <p:cNvSpPr>
            <a:spLocks noGrp="1"/>
          </p:cNvSpPr>
          <p:nvPr>
            <p:ph type="dt" sz="half" idx="10"/>
          </p:nvPr>
        </p:nvSpPr>
        <p:spPr/>
        <p:txBody>
          <a:bodyPr/>
          <a:lstStyle>
            <a:lvl1pPr>
              <a:defRPr/>
            </a:lvl1pPr>
          </a:lstStyle>
          <a:p>
            <a:pPr>
              <a:defRPr/>
            </a:pPr>
            <a:fld id="{A3CC5D09-9659-4B04-8190-CCD96DB6595D}" type="datetimeFigureOut">
              <a:rPr lang="ja-JP" altLang="en-US"/>
              <a:pPr>
                <a:defRPr/>
              </a:pPr>
              <a:t>2026/5/15</a:t>
            </a:fld>
            <a:endParaRPr lang="ja-JP" altLang="en-US"/>
          </a:p>
        </p:txBody>
      </p:sp>
      <p:sp>
        <p:nvSpPr>
          <p:cNvPr id="5" name="フッター プレースホルダー 4">
            <a:extLst>
              <a:ext uri="{FF2B5EF4-FFF2-40B4-BE49-F238E27FC236}">
                <a16:creationId xmlns:a16="http://schemas.microsoft.com/office/drawing/2014/main" id="{3B68E7AC-98A3-379B-1C9A-3BCC44D4C6DE}"/>
              </a:ext>
            </a:extLst>
          </p:cNvPr>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ー 5">
            <a:extLst>
              <a:ext uri="{FF2B5EF4-FFF2-40B4-BE49-F238E27FC236}">
                <a16:creationId xmlns:a16="http://schemas.microsoft.com/office/drawing/2014/main" id="{B06FA342-8A62-B468-FC16-B1899981BDC1}"/>
              </a:ext>
            </a:extLst>
          </p:cNvPr>
          <p:cNvSpPr>
            <a:spLocks noGrp="1"/>
          </p:cNvSpPr>
          <p:nvPr>
            <p:ph type="sldNum" sz="quarter" idx="12"/>
          </p:nvPr>
        </p:nvSpPr>
        <p:spPr/>
        <p:txBody>
          <a:bodyPr/>
          <a:lstStyle>
            <a:lvl1pPr>
              <a:defRPr/>
            </a:lvl1pPr>
          </a:lstStyle>
          <a:p>
            <a:fld id="{4E755F6E-C13B-4591-9F21-8F5BA28AF673}" type="slidenum">
              <a:rPr lang="ja-JP" altLang="en-US"/>
              <a:pPr/>
              <a:t>‹#›</a:t>
            </a:fld>
            <a:endParaRPr lang="ja-JP" altLang="en-US"/>
          </a:p>
        </p:txBody>
      </p:sp>
    </p:spTree>
    <p:extLst>
      <p:ext uri="{BB962C8B-B14F-4D97-AF65-F5344CB8AC3E}">
        <p14:creationId xmlns:p14="http://schemas.microsoft.com/office/powerpoint/2010/main" val="128439420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日付プレースホルダー 3">
            <a:extLst>
              <a:ext uri="{FF2B5EF4-FFF2-40B4-BE49-F238E27FC236}">
                <a16:creationId xmlns:a16="http://schemas.microsoft.com/office/drawing/2014/main" id="{43AAFA29-C43C-1DB2-9CCD-A7CB9FEBB7B0}"/>
              </a:ext>
            </a:extLst>
          </p:cNvPr>
          <p:cNvSpPr>
            <a:spLocks noGrp="1"/>
          </p:cNvSpPr>
          <p:nvPr>
            <p:ph type="dt" sz="half" idx="10"/>
          </p:nvPr>
        </p:nvSpPr>
        <p:spPr/>
        <p:txBody>
          <a:bodyPr/>
          <a:lstStyle>
            <a:lvl1pPr>
              <a:defRPr/>
            </a:lvl1pPr>
          </a:lstStyle>
          <a:p>
            <a:pPr>
              <a:defRPr/>
            </a:pPr>
            <a:fld id="{946C0C64-608E-4217-B6E4-D74E3C289490}" type="datetimeFigureOut">
              <a:rPr lang="ja-JP" altLang="en-US"/>
              <a:pPr>
                <a:defRPr/>
              </a:pPr>
              <a:t>2026/5/15</a:t>
            </a:fld>
            <a:endParaRPr lang="ja-JP" altLang="en-US"/>
          </a:p>
        </p:txBody>
      </p:sp>
      <p:sp>
        <p:nvSpPr>
          <p:cNvPr id="4" name="フッター プレースホルダー 4">
            <a:extLst>
              <a:ext uri="{FF2B5EF4-FFF2-40B4-BE49-F238E27FC236}">
                <a16:creationId xmlns:a16="http://schemas.microsoft.com/office/drawing/2014/main" id="{D43D3408-D621-7526-013A-B1171731EE56}"/>
              </a:ext>
            </a:extLst>
          </p:cNvPr>
          <p:cNvSpPr>
            <a:spLocks noGrp="1"/>
          </p:cNvSpPr>
          <p:nvPr>
            <p:ph type="ftr" sz="quarter" idx="11"/>
          </p:nvPr>
        </p:nvSpPr>
        <p:spPr/>
        <p:txBody>
          <a:bodyPr/>
          <a:lstStyle>
            <a:lvl1pPr>
              <a:defRPr/>
            </a:lvl1pPr>
          </a:lstStyle>
          <a:p>
            <a:pPr>
              <a:defRPr/>
            </a:pPr>
            <a:endParaRPr lang="ja-JP" altLang="en-US"/>
          </a:p>
        </p:txBody>
      </p:sp>
      <p:sp>
        <p:nvSpPr>
          <p:cNvPr id="5" name="スライド番号プレースホルダー 5">
            <a:extLst>
              <a:ext uri="{FF2B5EF4-FFF2-40B4-BE49-F238E27FC236}">
                <a16:creationId xmlns:a16="http://schemas.microsoft.com/office/drawing/2014/main" id="{0F11A2AE-209D-6170-F8E8-8948F815BB98}"/>
              </a:ext>
            </a:extLst>
          </p:cNvPr>
          <p:cNvSpPr>
            <a:spLocks noGrp="1"/>
          </p:cNvSpPr>
          <p:nvPr>
            <p:ph type="sldNum" sz="quarter" idx="12"/>
          </p:nvPr>
        </p:nvSpPr>
        <p:spPr/>
        <p:txBody>
          <a:bodyPr/>
          <a:lstStyle>
            <a:lvl1pPr>
              <a:defRPr/>
            </a:lvl1pPr>
          </a:lstStyle>
          <a:p>
            <a:fld id="{F4B9F92D-3DB5-4244-A720-61C235AEFCBA}" type="slidenum">
              <a:rPr lang="ja-JP" altLang="en-US"/>
              <a:pPr/>
              <a:t>‹#›</a:t>
            </a:fld>
            <a:endParaRPr lang="ja-JP" altLang="en-US"/>
          </a:p>
        </p:txBody>
      </p:sp>
    </p:spTree>
    <p:extLst>
      <p:ext uri="{BB962C8B-B14F-4D97-AF65-F5344CB8AC3E}">
        <p14:creationId xmlns:p14="http://schemas.microsoft.com/office/powerpoint/2010/main" val="2542792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742950" y="2130425"/>
            <a:ext cx="8420100" cy="1470025"/>
          </a:xfrm>
        </p:spPr>
        <p:txBody>
          <a:bodyPr/>
          <a:lstStyle/>
          <a:p>
            <a:r>
              <a:rPr lang="ja-JP" altLang="en-US"/>
              <a:t>マスター タイトルの書式設定</a:t>
            </a:r>
          </a:p>
        </p:txBody>
      </p:sp>
      <p:sp>
        <p:nvSpPr>
          <p:cNvPr id="3" name="サブタイトル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ja-JP" altLang="en-US"/>
              <a:t>マスター サブタイトルの書式設定</a:t>
            </a:r>
          </a:p>
        </p:txBody>
      </p:sp>
      <p:sp>
        <p:nvSpPr>
          <p:cNvPr id="4" name="日付プレースホルダー 3">
            <a:extLst>
              <a:ext uri="{FF2B5EF4-FFF2-40B4-BE49-F238E27FC236}">
                <a16:creationId xmlns:a16="http://schemas.microsoft.com/office/drawing/2014/main" id="{E998F0D4-8F16-6F35-551A-F37B4F9AE744}"/>
              </a:ext>
            </a:extLst>
          </p:cNvPr>
          <p:cNvSpPr>
            <a:spLocks noGrp="1"/>
          </p:cNvSpPr>
          <p:nvPr>
            <p:ph type="dt" sz="half" idx="10"/>
          </p:nvPr>
        </p:nvSpPr>
        <p:spPr/>
        <p:txBody>
          <a:bodyPr/>
          <a:lstStyle>
            <a:lvl1pPr>
              <a:defRPr/>
            </a:lvl1pPr>
          </a:lstStyle>
          <a:p>
            <a:pPr>
              <a:defRPr/>
            </a:pPr>
            <a:fld id="{C18E2BDF-1265-4F8B-8FA1-0251C45ABFCD}" type="datetimeFigureOut">
              <a:rPr lang="ja-JP" altLang="en-US"/>
              <a:pPr>
                <a:defRPr/>
              </a:pPr>
              <a:t>2026/5/15</a:t>
            </a:fld>
            <a:endParaRPr lang="ja-JP" altLang="en-US"/>
          </a:p>
        </p:txBody>
      </p:sp>
      <p:sp>
        <p:nvSpPr>
          <p:cNvPr id="5" name="フッター プレースホルダー 4">
            <a:extLst>
              <a:ext uri="{FF2B5EF4-FFF2-40B4-BE49-F238E27FC236}">
                <a16:creationId xmlns:a16="http://schemas.microsoft.com/office/drawing/2014/main" id="{B204487C-265E-4D72-78D6-687A2EE25347}"/>
              </a:ext>
            </a:extLst>
          </p:cNvPr>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ー 5">
            <a:extLst>
              <a:ext uri="{FF2B5EF4-FFF2-40B4-BE49-F238E27FC236}">
                <a16:creationId xmlns:a16="http://schemas.microsoft.com/office/drawing/2014/main" id="{D41CE8B1-F4BB-333C-37F3-FF438BF8AFFC}"/>
              </a:ext>
            </a:extLst>
          </p:cNvPr>
          <p:cNvSpPr>
            <a:spLocks noGrp="1"/>
          </p:cNvSpPr>
          <p:nvPr>
            <p:ph type="sldNum" sz="quarter" idx="12"/>
          </p:nvPr>
        </p:nvSpPr>
        <p:spPr/>
        <p:txBody>
          <a:bodyPr/>
          <a:lstStyle>
            <a:lvl1pPr>
              <a:defRPr/>
            </a:lvl1pPr>
          </a:lstStyle>
          <a:p>
            <a:fld id="{266E4445-5ACB-478A-8A0B-3C87E818F93B}" type="slidenum">
              <a:rPr lang="ja-JP" altLang="en-US"/>
              <a:pPr/>
              <a:t>‹#›</a:t>
            </a:fld>
            <a:endParaRPr lang="ja-JP" altLang="en-US"/>
          </a:p>
        </p:txBody>
      </p:sp>
    </p:spTree>
    <p:extLst>
      <p:ext uri="{BB962C8B-B14F-4D97-AF65-F5344CB8AC3E}">
        <p14:creationId xmlns:p14="http://schemas.microsoft.com/office/powerpoint/2010/main" val="144728441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ー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ー 3">
            <a:extLst>
              <a:ext uri="{FF2B5EF4-FFF2-40B4-BE49-F238E27FC236}">
                <a16:creationId xmlns:a16="http://schemas.microsoft.com/office/drawing/2014/main" id="{630C16C0-0F54-3EBC-3806-2A4BD3CA24F0}"/>
              </a:ext>
            </a:extLst>
          </p:cNvPr>
          <p:cNvSpPr>
            <a:spLocks noGrp="1"/>
          </p:cNvSpPr>
          <p:nvPr>
            <p:ph type="dt" sz="half" idx="10"/>
          </p:nvPr>
        </p:nvSpPr>
        <p:spPr/>
        <p:txBody>
          <a:bodyPr/>
          <a:lstStyle>
            <a:lvl1pPr>
              <a:defRPr/>
            </a:lvl1pPr>
          </a:lstStyle>
          <a:p>
            <a:pPr>
              <a:defRPr/>
            </a:pPr>
            <a:fld id="{98A47AA3-2D23-43D4-BFBE-7DCFCE8ADAB8}" type="datetimeFigureOut">
              <a:rPr lang="ja-JP" altLang="en-US"/>
              <a:pPr>
                <a:defRPr/>
              </a:pPr>
              <a:t>2026/5/15</a:t>
            </a:fld>
            <a:endParaRPr lang="ja-JP" altLang="en-US"/>
          </a:p>
        </p:txBody>
      </p:sp>
      <p:sp>
        <p:nvSpPr>
          <p:cNvPr id="5" name="フッター プレースホルダー 4">
            <a:extLst>
              <a:ext uri="{FF2B5EF4-FFF2-40B4-BE49-F238E27FC236}">
                <a16:creationId xmlns:a16="http://schemas.microsoft.com/office/drawing/2014/main" id="{23D11C93-657C-475E-BA37-A17436935285}"/>
              </a:ext>
            </a:extLst>
          </p:cNvPr>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ー 5">
            <a:extLst>
              <a:ext uri="{FF2B5EF4-FFF2-40B4-BE49-F238E27FC236}">
                <a16:creationId xmlns:a16="http://schemas.microsoft.com/office/drawing/2014/main" id="{5CD40CA9-F393-11C5-36B3-25CD249A4704}"/>
              </a:ext>
            </a:extLst>
          </p:cNvPr>
          <p:cNvSpPr>
            <a:spLocks noGrp="1"/>
          </p:cNvSpPr>
          <p:nvPr>
            <p:ph type="sldNum" sz="quarter" idx="12"/>
          </p:nvPr>
        </p:nvSpPr>
        <p:spPr/>
        <p:txBody>
          <a:bodyPr/>
          <a:lstStyle>
            <a:lvl1pPr>
              <a:defRPr/>
            </a:lvl1pPr>
          </a:lstStyle>
          <a:p>
            <a:fld id="{E0B86576-8138-49CD-85EA-23EC9A775D9E}" type="slidenum">
              <a:rPr lang="ja-JP" altLang="en-US"/>
              <a:pPr/>
              <a:t>‹#›</a:t>
            </a:fld>
            <a:endParaRPr lang="ja-JP" altLang="en-US"/>
          </a:p>
        </p:txBody>
      </p:sp>
    </p:spTree>
    <p:extLst>
      <p:ext uri="{BB962C8B-B14F-4D97-AF65-F5344CB8AC3E}">
        <p14:creationId xmlns:p14="http://schemas.microsoft.com/office/powerpoint/2010/main" val="4129229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638" y="4406900"/>
            <a:ext cx="8420100" cy="1362075"/>
          </a:xfrm>
        </p:spPr>
        <p:txBody>
          <a:bodyPr anchor="t"/>
          <a:lstStyle>
            <a:lvl1pPr algn="l">
              <a:defRPr sz="4000" b="1" cap="all"/>
            </a:lvl1pPr>
          </a:lstStyle>
          <a:p>
            <a:r>
              <a:rPr lang="ja-JP" altLang="en-US"/>
              <a:t>マスター タイトルの書式設定</a:t>
            </a:r>
          </a:p>
        </p:txBody>
      </p:sp>
      <p:sp>
        <p:nvSpPr>
          <p:cNvPr id="3" name="テキスト プレースホルダー 2"/>
          <p:cNvSpPr>
            <a:spLocks noGrp="1"/>
          </p:cNvSpPr>
          <p:nvPr>
            <p:ph type="body" idx="1"/>
          </p:nvPr>
        </p:nvSpPr>
        <p:spPr>
          <a:xfrm>
            <a:off x="782638"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ja-JP" altLang="en-US"/>
              <a:t>マスター テキストの書式設定</a:t>
            </a:r>
          </a:p>
        </p:txBody>
      </p:sp>
      <p:sp>
        <p:nvSpPr>
          <p:cNvPr id="4" name="日付プレースホルダー 3">
            <a:extLst>
              <a:ext uri="{FF2B5EF4-FFF2-40B4-BE49-F238E27FC236}">
                <a16:creationId xmlns:a16="http://schemas.microsoft.com/office/drawing/2014/main" id="{85109A06-5D07-47B9-E026-25EBFDB10D11}"/>
              </a:ext>
            </a:extLst>
          </p:cNvPr>
          <p:cNvSpPr>
            <a:spLocks noGrp="1"/>
          </p:cNvSpPr>
          <p:nvPr>
            <p:ph type="dt" sz="half" idx="10"/>
          </p:nvPr>
        </p:nvSpPr>
        <p:spPr/>
        <p:txBody>
          <a:bodyPr/>
          <a:lstStyle>
            <a:lvl1pPr>
              <a:defRPr/>
            </a:lvl1pPr>
          </a:lstStyle>
          <a:p>
            <a:pPr>
              <a:defRPr/>
            </a:pPr>
            <a:fld id="{B8FF67CB-A8DE-4CEF-9427-5095A7D2E458}" type="datetimeFigureOut">
              <a:rPr lang="ja-JP" altLang="en-US"/>
              <a:pPr>
                <a:defRPr/>
              </a:pPr>
              <a:t>2026/5/15</a:t>
            </a:fld>
            <a:endParaRPr lang="ja-JP" altLang="en-US"/>
          </a:p>
        </p:txBody>
      </p:sp>
      <p:sp>
        <p:nvSpPr>
          <p:cNvPr id="5" name="フッター プレースホルダー 4">
            <a:extLst>
              <a:ext uri="{FF2B5EF4-FFF2-40B4-BE49-F238E27FC236}">
                <a16:creationId xmlns:a16="http://schemas.microsoft.com/office/drawing/2014/main" id="{CF4CEED0-E494-5291-00E0-AC381DCE5F38}"/>
              </a:ext>
            </a:extLst>
          </p:cNvPr>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ー 5">
            <a:extLst>
              <a:ext uri="{FF2B5EF4-FFF2-40B4-BE49-F238E27FC236}">
                <a16:creationId xmlns:a16="http://schemas.microsoft.com/office/drawing/2014/main" id="{7639B747-C4FB-4F95-6855-F295D83860E8}"/>
              </a:ext>
            </a:extLst>
          </p:cNvPr>
          <p:cNvSpPr>
            <a:spLocks noGrp="1"/>
          </p:cNvSpPr>
          <p:nvPr>
            <p:ph type="sldNum" sz="quarter" idx="12"/>
          </p:nvPr>
        </p:nvSpPr>
        <p:spPr/>
        <p:txBody>
          <a:bodyPr/>
          <a:lstStyle>
            <a:lvl1pPr>
              <a:defRPr/>
            </a:lvl1pPr>
          </a:lstStyle>
          <a:p>
            <a:fld id="{BFC4A76A-F26B-4C89-B311-21376F2F2B9F}" type="slidenum">
              <a:rPr lang="ja-JP" altLang="en-US"/>
              <a:pPr/>
              <a:t>‹#›</a:t>
            </a:fld>
            <a:endParaRPr lang="ja-JP" altLang="en-US"/>
          </a:p>
        </p:txBody>
      </p:sp>
    </p:spTree>
    <p:extLst>
      <p:ext uri="{BB962C8B-B14F-4D97-AF65-F5344CB8AC3E}">
        <p14:creationId xmlns:p14="http://schemas.microsoft.com/office/powerpoint/2010/main" val="19920539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ー 2"/>
          <p:cNvSpPr>
            <a:spLocks noGrp="1"/>
          </p:cNvSpPr>
          <p:nvPr>
            <p:ph sz="half" idx="1"/>
          </p:nvPr>
        </p:nvSpPr>
        <p:spPr>
          <a:xfrm>
            <a:off x="495300" y="1600200"/>
            <a:ext cx="43815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ー 3"/>
          <p:cNvSpPr>
            <a:spLocks noGrp="1"/>
          </p:cNvSpPr>
          <p:nvPr>
            <p:ph sz="half" idx="2"/>
          </p:nvPr>
        </p:nvSpPr>
        <p:spPr>
          <a:xfrm>
            <a:off x="5029200" y="1600200"/>
            <a:ext cx="43815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日付プレースホルダー 3">
            <a:extLst>
              <a:ext uri="{FF2B5EF4-FFF2-40B4-BE49-F238E27FC236}">
                <a16:creationId xmlns:a16="http://schemas.microsoft.com/office/drawing/2014/main" id="{3E42415A-5BCD-8CA5-AFF0-F2FD41A162F4}"/>
              </a:ext>
            </a:extLst>
          </p:cNvPr>
          <p:cNvSpPr>
            <a:spLocks noGrp="1"/>
          </p:cNvSpPr>
          <p:nvPr>
            <p:ph type="dt" sz="half" idx="10"/>
          </p:nvPr>
        </p:nvSpPr>
        <p:spPr/>
        <p:txBody>
          <a:bodyPr/>
          <a:lstStyle>
            <a:lvl1pPr>
              <a:defRPr/>
            </a:lvl1pPr>
          </a:lstStyle>
          <a:p>
            <a:pPr>
              <a:defRPr/>
            </a:pPr>
            <a:fld id="{5D3ECF14-9399-4041-AE3F-0DD5B2F4FCA1}" type="datetimeFigureOut">
              <a:rPr lang="ja-JP" altLang="en-US"/>
              <a:pPr>
                <a:defRPr/>
              </a:pPr>
              <a:t>2026/5/15</a:t>
            </a:fld>
            <a:endParaRPr lang="ja-JP" altLang="en-US"/>
          </a:p>
        </p:txBody>
      </p:sp>
      <p:sp>
        <p:nvSpPr>
          <p:cNvPr id="6" name="フッター プレースホルダー 4">
            <a:extLst>
              <a:ext uri="{FF2B5EF4-FFF2-40B4-BE49-F238E27FC236}">
                <a16:creationId xmlns:a16="http://schemas.microsoft.com/office/drawing/2014/main" id="{78543B8E-CDC1-C876-D419-F544E4791AA3}"/>
              </a:ext>
            </a:extLst>
          </p:cNvPr>
          <p:cNvSpPr>
            <a:spLocks noGrp="1"/>
          </p:cNvSpPr>
          <p:nvPr>
            <p:ph type="ftr" sz="quarter" idx="11"/>
          </p:nvPr>
        </p:nvSpPr>
        <p:spPr/>
        <p:txBody>
          <a:bodyPr/>
          <a:lstStyle>
            <a:lvl1pPr>
              <a:defRPr/>
            </a:lvl1pPr>
          </a:lstStyle>
          <a:p>
            <a:pPr>
              <a:defRPr/>
            </a:pPr>
            <a:endParaRPr lang="ja-JP" altLang="en-US"/>
          </a:p>
        </p:txBody>
      </p:sp>
      <p:sp>
        <p:nvSpPr>
          <p:cNvPr id="7" name="スライド番号プレースホルダー 5">
            <a:extLst>
              <a:ext uri="{FF2B5EF4-FFF2-40B4-BE49-F238E27FC236}">
                <a16:creationId xmlns:a16="http://schemas.microsoft.com/office/drawing/2014/main" id="{D8A8321B-107E-512F-1EB2-58EAC8EBE6F9}"/>
              </a:ext>
            </a:extLst>
          </p:cNvPr>
          <p:cNvSpPr>
            <a:spLocks noGrp="1"/>
          </p:cNvSpPr>
          <p:nvPr>
            <p:ph type="sldNum" sz="quarter" idx="12"/>
          </p:nvPr>
        </p:nvSpPr>
        <p:spPr/>
        <p:txBody>
          <a:bodyPr/>
          <a:lstStyle>
            <a:lvl1pPr>
              <a:defRPr/>
            </a:lvl1pPr>
          </a:lstStyle>
          <a:p>
            <a:fld id="{48C3F323-71E1-4B1A-8A67-3B8703F992F2}" type="slidenum">
              <a:rPr lang="ja-JP" altLang="en-US"/>
              <a:pPr/>
              <a:t>‹#›</a:t>
            </a:fld>
            <a:endParaRPr lang="ja-JP" altLang="en-US"/>
          </a:p>
        </p:txBody>
      </p:sp>
    </p:spTree>
    <p:extLst>
      <p:ext uri="{BB962C8B-B14F-4D97-AF65-F5344CB8AC3E}">
        <p14:creationId xmlns:p14="http://schemas.microsoft.com/office/powerpoint/2010/main" val="187636828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lang="ja-JP" altLang="en-US"/>
              <a:t>マスター タイトルの書式設定</a:t>
            </a:r>
          </a:p>
        </p:txBody>
      </p:sp>
      <p:sp>
        <p:nvSpPr>
          <p:cNvPr id="3" name="テキスト プレースホルダー 2"/>
          <p:cNvSpPr>
            <a:spLocks noGrp="1"/>
          </p:cNvSpPr>
          <p:nvPr>
            <p:ph type="body" idx="1"/>
          </p:nvPr>
        </p:nvSpPr>
        <p:spPr>
          <a:xfrm>
            <a:off x="495300" y="1535113"/>
            <a:ext cx="437673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ー 4"/>
          <p:cNvSpPr>
            <a:spLocks noGrp="1"/>
          </p:cNvSpPr>
          <p:nvPr>
            <p:ph type="body" sz="quarter" idx="3"/>
          </p:nvPr>
        </p:nvSpPr>
        <p:spPr>
          <a:xfrm>
            <a:off x="5032375" y="1535113"/>
            <a:ext cx="437832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p:cNvSpPr>
            <a:spLocks noGrp="1"/>
          </p:cNvSpPr>
          <p:nvPr>
            <p:ph sz="quarter" idx="4"/>
          </p:nvPr>
        </p:nvSpPr>
        <p:spPr>
          <a:xfrm>
            <a:off x="5032375"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日付プレースホルダー 3">
            <a:extLst>
              <a:ext uri="{FF2B5EF4-FFF2-40B4-BE49-F238E27FC236}">
                <a16:creationId xmlns:a16="http://schemas.microsoft.com/office/drawing/2014/main" id="{31F50540-F24A-74A2-5C49-D90E70D057F3}"/>
              </a:ext>
            </a:extLst>
          </p:cNvPr>
          <p:cNvSpPr>
            <a:spLocks noGrp="1"/>
          </p:cNvSpPr>
          <p:nvPr>
            <p:ph type="dt" sz="half" idx="10"/>
          </p:nvPr>
        </p:nvSpPr>
        <p:spPr/>
        <p:txBody>
          <a:bodyPr/>
          <a:lstStyle>
            <a:lvl1pPr>
              <a:defRPr/>
            </a:lvl1pPr>
          </a:lstStyle>
          <a:p>
            <a:pPr>
              <a:defRPr/>
            </a:pPr>
            <a:fld id="{CE56C094-1CE8-4937-9162-C9074B6C2564}" type="datetimeFigureOut">
              <a:rPr lang="ja-JP" altLang="en-US"/>
              <a:pPr>
                <a:defRPr/>
              </a:pPr>
              <a:t>2026/5/15</a:t>
            </a:fld>
            <a:endParaRPr lang="ja-JP" altLang="en-US"/>
          </a:p>
        </p:txBody>
      </p:sp>
      <p:sp>
        <p:nvSpPr>
          <p:cNvPr id="8" name="フッター プレースホルダー 4">
            <a:extLst>
              <a:ext uri="{FF2B5EF4-FFF2-40B4-BE49-F238E27FC236}">
                <a16:creationId xmlns:a16="http://schemas.microsoft.com/office/drawing/2014/main" id="{554765A2-9499-8EA8-04F4-0604B46EA18E}"/>
              </a:ext>
            </a:extLst>
          </p:cNvPr>
          <p:cNvSpPr>
            <a:spLocks noGrp="1"/>
          </p:cNvSpPr>
          <p:nvPr>
            <p:ph type="ftr" sz="quarter" idx="11"/>
          </p:nvPr>
        </p:nvSpPr>
        <p:spPr/>
        <p:txBody>
          <a:bodyPr/>
          <a:lstStyle>
            <a:lvl1pPr>
              <a:defRPr/>
            </a:lvl1pPr>
          </a:lstStyle>
          <a:p>
            <a:pPr>
              <a:defRPr/>
            </a:pPr>
            <a:endParaRPr lang="ja-JP" altLang="en-US"/>
          </a:p>
        </p:txBody>
      </p:sp>
      <p:sp>
        <p:nvSpPr>
          <p:cNvPr id="9" name="スライド番号プレースホルダー 5">
            <a:extLst>
              <a:ext uri="{FF2B5EF4-FFF2-40B4-BE49-F238E27FC236}">
                <a16:creationId xmlns:a16="http://schemas.microsoft.com/office/drawing/2014/main" id="{163AB62E-4DB0-C50F-D80D-38AD70AE0E98}"/>
              </a:ext>
            </a:extLst>
          </p:cNvPr>
          <p:cNvSpPr>
            <a:spLocks noGrp="1"/>
          </p:cNvSpPr>
          <p:nvPr>
            <p:ph type="sldNum" sz="quarter" idx="12"/>
          </p:nvPr>
        </p:nvSpPr>
        <p:spPr/>
        <p:txBody>
          <a:bodyPr/>
          <a:lstStyle>
            <a:lvl1pPr>
              <a:defRPr/>
            </a:lvl1pPr>
          </a:lstStyle>
          <a:p>
            <a:fld id="{EB93B4A8-5604-41EC-B5C9-98349352E965}" type="slidenum">
              <a:rPr lang="ja-JP" altLang="en-US"/>
              <a:pPr/>
              <a:t>‹#›</a:t>
            </a:fld>
            <a:endParaRPr lang="ja-JP" altLang="en-US"/>
          </a:p>
        </p:txBody>
      </p:sp>
    </p:spTree>
    <p:extLst>
      <p:ext uri="{BB962C8B-B14F-4D97-AF65-F5344CB8AC3E}">
        <p14:creationId xmlns:p14="http://schemas.microsoft.com/office/powerpoint/2010/main" val="252847434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日付プレースホルダー 3">
            <a:extLst>
              <a:ext uri="{FF2B5EF4-FFF2-40B4-BE49-F238E27FC236}">
                <a16:creationId xmlns:a16="http://schemas.microsoft.com/office/drawing/2014/main" id="{1129B611-F715-AE48-D4D6-F0398143EC34}"/>
              </a:ext>
            </a:extLst>
          </p:cNvPr>
          <p:cNvSpPr>
            <a:spLocks noGrp="1"/>
          </p:cNvSpPr>
          <p:nvPr>
            <p:ph type="dt" sz="half" idx="10"/>
          </p:nvPr>
        </p:nvSpPr>
        <p:spPr/>
        <p:txBody>
          <a:bodyPr/>
          <a:lstStyle>
            <a:lvl1pPr>
              <a:defRPr/>
            </a:lvl1pPr>
          </a:lstStyle>
          <a:p>
            <a:pPr>
              <a:defRPr/>
            </a:pPr>
            <a:fld id="{BDE5690F-0137-4140-9880-313FBCB516EF}" type="datetimeFigureOut">
              <a:rPr lang="ja-JP" altLang="en-US"/>
              <a:pPr>
                <a:defRPr/>
              </a:pPr>
              <a:t>2026/5/15</a:t>
            </a:fld>
            <a:endParaRPr lang="ja-JP" altLang="en-US"/>
          </a:p>
        </p:txBody>
      </p:sp>
      <p:sp>
        <p:nvSpPr>
          <p:cNvPr id="4" name="フッター プレースホルダー 4">
            <a:extLst>
              <a:ext uri="{FF2B5EF4-FFF2-40B4-BE49-F238E27FC236}">
                <a16:creationId xmlns:a16="http://schemas.microsoft.com/office/drawing/2014/main" id="{F8361739-923A-C1B6-862B-896CCB3A4627}"/>
              </a:ext>
            </a:extLst>
          </p:cNvPr>
          <p:cNvSpPr>
            <a:spLocks noGrp="1"/>
          </p:cNvSpPr>
          <p:nvPr>
            <p:ph type="ftr" sz="quarter" idx="11"/>
          </p:nvPr>
        </p:nvSpPr>
        <p:spPr/>
        <p:txBody>
          <a:bodyPr/>
          <a:lstStyle>
            <a:lvl1pPr>
              <a:defRPr/>
            </a:lvl1pPr>
          </a:lstStyle>
          <a:p>
            <a:pPr>
              <a:defRPr/>
            </a:pPr>
            <a:endParaRPr lang="ja-JP" altLang="en-US"/>
          </a:p>
        </p:txBody>
      </p:sp>
      <p:sp>
        <p:nvSpPr>
          <p:cNvPr id="5" name="スライド番号プレースホルダー 5">
            <a:extLst>
              <a:ext uri="{FF2B5EF4-FFF2-40B4-BE49-F238E27FC236}">
                <a16:creationId xmlns:a16="http://schemas.microsoft.com/office/drawing/2014/main" id="{6330A150-EF18-9950-EF98-671A545DE776}"/>
              </a:ext>
            </a:extLst>
          </p:cNvPr>
          <p:cNvSpPr>
            <a:spLocks noGrp="1"/>
          </p:cNvSpPr>
          <p:nvPr>
            <p:ph type="sldNum" sz="quarter" idx="12"/>
          </p:nvPr>
        </p:nvSpPr>
        <p:spPr/>
        <p:txBody>
          <a:bodyPr/>
          <a:lstStyle>
            <a:lvl1pPr>
              <a:defRPr/>
            </a:lvl1pPr>
          </a:lstStyle>
          <a:p>
            <a:fld id="{4645C63A-EBB2-431B-990D-11C170120376}" type="slidenum">
              <a:rPr lang="ja-JP" altLang="en-US"/>
              <a:pPr/>
              <a:t>‹#›</a:t>
            </a:fld>
            <a:endParaRPr lang="ja-JP" altLang="en-US"/>
          </a:p>
        </p:txBody>
      </p:sp>
    </p:spTree>
    <p:extLst>
      <p:ext uri="{BB962C8B-B14F-4D97-AF65-F5344CB8AC3E}">
        <p14:creationId xmlns:p14="http://schemas.microsoft.com/office/powerpoint/2010/main" val="289893625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3">
            <a:extLst>
              <a:ext uri="{FF2B5EF4-FFF2-40B4-BE49-F238E27FC236}">
                <a16:creationId xmlns:a16="http://schemas.microsoft.com/office/drawing/2014/main" id="{41C27B70-53A6-3248-E5E6-9519D03817DB}"/>
              </a:ext>
            </a:extLst>
          </p:cNvPr>
          <p:cNvSpPr>
            <a:spLocks noGrp="1"/>
          </p:cNvSpPr>
          <p:nvPr>
            <p:ph type="dt" sz="half" idx="10"/>
          </p:nvPr>
        </p:nvSpPr>
        <p:spPr/>
        <p:txBody>
          <a:bodyPr/>
          <a:lstStyle>
            <a:lvl1pPr>
              <a:defRPr/>
            </a:lvl1pPr>
          </a:lstStyle>
          <a:p>
            <a:pPr>
              <a:defRPr/>
            </a:pPr>
            <a:fld id="{855DB803-B6E6-4D58-A83C-726D38FE78D6}" type="datetimeFigureOut">
              <a:rPr lang="ja-JP" altLang="en-US"/>
              <a:pPr>
                <a:defRPr/>
              </a:pPr>
              <a:t>2026/5/15</a:t>
            </a:fld>
            <a:endParaRPr lang="ja-JP" altLang="en-US"/>
          </a:p>
        </p:txBody>
      </p:sp>
      <p:sp>
        <p:nvSpPr>
          <p:cNvPr id="3" name="フッター プレースホルダー 4">
            <a:extLst>
              <a:ext uri="{FF2B5EF4-FFF2-40B4-BE49-F238E27FC236}">
                <a16:creationId xmlns:a16="http://schemas.microsoft.com/office/drawing/2014/main" id="{D1E6F3F7-B95F-89D9-AA54-EEFC8650BC69}"/>
              </a:ext>
            </a:extLst>
          </p:cNvPr>
          <p:cNvSpPr>
            <a:spLocks noGrp="1"/>
          </p:cNvSpPr>
          <p:nvPr>
            <p:ph type="ftr" sz="quarter" idx="11"/>
          </p:nvPr>
        </p:nvSpPr>
        <p:spPr/>
        <p:txBody>
          <a:bodyPr/>
          <a:lstStyle>
            <a:lvl1pPr>
              <a:defRPr/>
            </a:lvl1pPr>
          </a:lstStyle>
          <a:p>
            <a:pPr>
              <a:defRPr/>
            </a:pPr>
            <a:endParaRPr lang="ja-JP" altLang="en-US"/>
          </a:p>
        </p:txBody>
      </p:sp>
      <p:sp>
        <p:nvSpPr>
          <p:cNvPr id="4" name="スライド番号プレースホルダー 5">
            <a:extLst>
              <a:ext uri="{FF2B5EF4-FFF2-40B4-BE49-F238E27FC236}">
                <a16:creationId xmlns:a16="http://schemas.microsoft.com/office/drawing/2014/main" id="{712A9707-C476-7919-FD0F-7E7DA83F0AF3}"/>
              </a:ext>
            </a:extLst>
          </p:cNvPr>
          <p:cNvSpPr>
            <a:spLocks noGrp="1"/>
          </p:cNvSpPr>
          <p:nvPr>
            <p:ph type="sldNum" sz="quarter" idx="12"/>
          </p:nvPr>
        </p:nvSpPr>
        <p:spPr/>
        <p:txBody>
          <a:bodyPr/>
          <a:lstStyle>
            <a:lvl1pPr>
              <a:defRPr/>
            </a:lvl1pPr>
          </a:lstStyle>
          <a:p>
            <a:fld id="{BEEAE4EF-DD44-4E28-A982-659EB46CA2FF}" type="slidenum">
              <a:rPr lang="ja-JP" altLang="en-US"/>
              <a:pPr/>
              <a:t>‹#›</a:t>
            </a:fld>
            <a:endParaRPr lang="ja-JP" altLang="en-US"/>
          </a:p>
        </p:txBody>
      </p:sp>
    </p:spTree>
    <p:extLst>
      <p:ext uri="{BB962C8B-B14F-4D97-AF65-F5344CB8AC3E}">
        <p14:creationId xmlns:p14="http://schemas.microsoft.com/office/powerpoint/2010/main" val="3354173725"/>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3050"/>
            <a:ext cx="3259138" cy="1162050"/>
          </a:xfrm>
        </p:spPr>
        <p:txBody>
          <a:bodyPr anchor="b"/>
          <a:lstStyle>
            <a:lvl1pPr algn="l">
              <a:defRPr sz="2000" b="1"/>
            </a:lvl1pPr>
          </a:lstStyle>
          <a:p>
            <a:r>
              <a:rPr lang="ja-JP" altLang="en-US"/>
              <a:t>マスター タイトルの書式設定</a:t>
            </a:r>
          </a:p>
        </p:txBody>
      </p:sp>
      <p:sp>
        <p:nvSpPr>
          <p:cNvPr id="3" name="コンテンツ プレースホルダー 2"/>
          <p:cNvSpPr>
            <a:spLocks noGrp="1"/>
          </p:cNvSpPr>
          <p:nvPr>
            <p:ph idx="1"/>
          </p:nvPr>
        </p:nvSpPr>
        <p:spPr>
          <a:xfrm>
            <a:off x="3873500" y="273050"/>
            <a:ext cx="553720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ー 3"/>
          <p:cNvSpPr>
            <a:spLocks noGrp="1"/>
          </p:cNvSpPr>
          <p:nvPr>
            <p:ph type="body" sz="half" idx="2"/>
          </p:nvPr>
        </p:nvSpPr>
        <p:spPr>
          <a:xfrm>
            <a:off x="495300" y="1435100"/>
            <a:ext cx="3259138"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日付プレースホルダー 3">
            <a:extLst>
              <a:ext uri="{FF2B5EF4-FFF2-40B4-BE49-F238E27FC236}">
                <a16:creationId xmlns:a16="http://schemas.microsoft.com/office/drawing/2014/main" id="{EC0F25A9-9BDE-482C-87D9-C6A9761DA06D}"/>
              </a:ext>
            </a:extLst>
          </p:cNvPr>
          <p:cNvSpPr>
            <a:spLocks noGrp="1"/>
          </p:cNvSpPr>
          <p:nvPr>
            <p:ph type="dt" sz="half" idx="10"/>
          </p:nvPr>
        </p:nvSpPr>
        <p:spPr/>
        <p:txBody>
          <a:bodyPr/>
          <a:lstStyle>
            <a:lvl1pPr>
              <a:defRPr/>
            </a:lvl1pPr>
          </a:lstStyle>
          <a:p>
            <a:pPr>
              <a:defRPr/>
            </a:pPr>
            <a:fld id="{23339BD8-DABF-4C8C-9A7D-9339B4AD9F4B}" type="datetimeFigureOut">
              <a:rPr lang="ja-JP" altLang="en-US"/>
              <a:pPr>
                <a:defRPr/>
              </a:pPr>
              <a:t>2026/5/15</a:t>
            </a:fld>
            <a:endParaRPr lang="ja-JP" altLang="en-US"/>
          </a:p>
        </p:txBody>
      </p:sp>
      <p:sp>
        <p:nvSpPr>
          <p:cNvPr id="6" name="フッター プレースホルダー 4">
            <a:extLst>
              <a:ext uri="{FF2B5EF4-FFF2-40B4-BE49-F238E27FC236}">
                <a16:creationId xmlns:a16="http://schemas.microsoft.com/office/drawing/2014/main" id="{8D9784CF-21D8-F46B-5E10-B50429F17140}"/>
              </a:ext>
            </a:extLst>
          </p:cNvPr>
          <p:cNvSpPr>
            <a:spLocks noGrp="1"/>
          </p:cNvSpPr>
          <p:nvPr>
            <p:ph type="ftr" sz="quarter" idx="11"/>
          </p:nvPr>
        </p:nvSpPr>
        <p:spPr/>
        <p:txBody>
          <a:bodyPr/>
          <a:lstStyle>
            <a:lvl1pPr>
              <a:defRPr/>
            </a:lvl1pPr>
          </a:lstStyle>
          <a:p>
            <a:pPr>
              <a:defRPr/>
            </a:pPr>
            <a:endParaRPr lang="ja-JP" altLang="en-US"/>
          </a:p>
        </p:txBody>
      </p:sp>
      <p:sp>
        <p:nvSpPr>
          <p:cNvPr id="7" name="スライド番号プレースホルダー 5">
            <a:extLst>
              <a:ext uri="{FF2B5EF4-FFF2-40B4-BE49-F238E27FC236}">
                <a16:creationId xmlns:a16="http://schemas.microsoft.com/office/drawing/2014/main" id="{13E6A5B3-E9BD-7335-E4A0-83C70AA5BCAF}"/>
              </a:ext>
            </a:extLst>
          </p:cNvPr>
          <p:cNvSpPr>
            <a:spLocks noGrp="1"/>
          </p:cNvSpPr>
          <p:nvPr>
            <p:ph type="sldNum" sz="quarter" idx="12"/>
          </p:nvPr>
        </p:nvSpPr>
        <p:spPr/>
        <p:txBody>
          <a:bodyPr/>
          <a:lstStyle>
            <a:lvl1pPr>
              <a:defRPr/>
            </a:lvl1pPr>
          </a:lstStyle>
          <a:p>
            <a:fld id="{5CDCDF07-627A-43F1-995F-DB2309DA78BA}" type="slidenum">
              <a:rPr lang="ja-JP" altLang="en-US"/>
              <a:pPr/>
              <a:t>‹#›</a:t>
            </a:fld>
            <a:endParaRPr lang="ja-JP" altLang="en-US"/>
          </a:p>
        </p:txBody>
      </p:sp>
    </p:spTree>
    <p:extLst>
      <p:ext uri="{BB962C8B-B14F-4D97-AF65-F5344CB8AC3E}">
        <p14:creationId xmlns:p14="http://schemas.microsoft.com/office/powerpoint/2010/main" val="349372352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941513" y="4800600"/>
            <a:ext cx="5943600" cy="566738"/>
          </a:xfrm>
        </p:spPr>
        <p:txBody>
          <a:bodyPr anchor="b"/>
          <a:lstStyle>
            <a:lvl1pPr algn="l">
              <a:defRPr sz="2000" b="1"/>
            </a:lvl1pPr>
          </a:lstStyle>
          <a:p>
            <a:r>
              <a:rPr lang="ja-JP" altLang="en-US"/>
              <a:t>マスター タイトルの書式設定</a:t>
            </a:r>
          </a:p>
        </p:txBody>
      </p:sp>
      <p:sp>
        <p:nvSpPr>
          <p:cNvPr id="3" name="図プレースホルダー 2"/>
          <p:cNvSpPr>
            <a:spLocks noGrp="1"/>
          </p:cNvSpPr>
          <p:nvPr>
            <p:ph type="pic" idx="1"/>
          </p:nvPr>
        </p:nvSpPr>
        <p:spPr>
          <a:xfrm>
            <a:off x="1941513" y="612775"/>
            <a:ext cx="59436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a:p>
        </p:txBody>
      </p:sp>
      <p:sp>
        <p:nvSpPr>
          <p:cNvPr id="4" name="テキスト プレースホルダー 3"/>
          <p:cNvSpPr>
            <a:spLocks noGrp="1"/>
          </p:cNvSpPr>
          <p:nvPr>
            <p:ph type="body" sz="half" idx="2"/>
          </p:nvPr>
        </p:nvSpPr>
        <p:spPr>
          <a:xfrm>
            <a:off x="1941513"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
        <p:nvSpPr>
          <p:cNvPr id="5" name="日付プレースホルダー 3">
            <a:extLst>
              <a:ext uri="{FF2B5EF4-FFF2-40B4-BE49-F238E27FC236}">
                <a16:creationId xmlns:a16="http://schemas.microsoft.com/office/drawing/2014/main" id="{4675645C-EAF1-EB4E-A80F-1AAC89D60C13}"/>
              </a:ext>
            </a:extLst>
          </p:cNvPr>
          <p:cNvSpPr>
            <a:spLocks noGrp="1"/>
          </p:cNvSpPr>
          <p:nvPr>
            <p:ph type="dt" sz="half" idx="10"/>
          </p:nvPr>
        </p:nvSpPr>
        <p:spPr/>
        <p:txBody>
          <a:bodyPr/>
          <a:lstStyle>
            <a:lvl1pPr>
              <a:defRPr/>
            </a:lvl1pPr>
          </a:lstStyle>
          <a:p>
            <a:pPr>
              <a:defRPr/>
            </a:pPr>
            <a:fld id="{6BFA82F5-CD1A-4CF1-AA5E-49B35F24AB47}" type="datetimeFigureOut">
              <a:rPr lang="ja-JP" altLang="en-US"/>
              <a:pPr>
                <a:defRPr/>
              </a:pPr>
              <a:t>2026/5/15</a:t>
            </a:fld>
            <a:endParaRPr lang="ja-JP" altLang="en-US"/>
          </a:p>
        </p:txBody>
      </p:sp>
      <p:sp>
        <p:nvSpPr>
          <p:cNvPr id="6" name="フッター プレースホルダー 4">
            <a:extLst>
              <a:ext uri="{FF2B5EF4-FFF2-40B4-BE49-F238E27FC236}">
                <a16:creationId xmlns:a16="http://schemas.microsoft.com/office/drawing/2014/main" id="{8EB401D8-EE9B-5977-7A83-4DB9F7FE695B}"/>
              </a:ext>
            </a:extLst>
          </p:cNvPr>
          <p:cNvSpPr>
            <a:spLocks noGrp="1"/>
          </p:cNvSpPr>
          <p:nvPr>
            <p:ph type="ftr" sz="quarter" idx="11"/>
          </p:nvPr>
        </p:nvSpPr>
        <p:spPr/>
        <p:txBody>
          <a:bodyPr/>
          <a:lstStyle>
            <a:lvl1pPr>
              <a:defRPr/>
            </a:lvl1pPr>
          </a:lstStyle>
          <a:p>
            <a:pPr>
              <a:defRPr/>
            </a:pPr>
            <a:endParaRPr lang="ja-JP" altLang="en-US"/>
          </a:p>
        </p:txBody>
      </p:sp>
      <p:sp>
        <p:nvSpPr>
          <p:cNvPr id="7" name="スライド番号プレースホルダー 5">
            <a:extLst>
              <a:ext uri="{FF2B5EF4-FFF2-40B4-BE49-F238E27FC236}">
                <a16:creationId xmlns:a16="http://schemas.microsoft.com/office/drawing/2014/main" id="{27DF45B0-237F-CEA4-B099-0F5B271CB51D}"/>
              </a:ext>
            </a:extLst>
          </p:cNvPr>
          <p:cNvSpPr>
            <a:spLocks noGrp="1"/>
          </p:cNvSpPr>
          <p:nvPr>
            <p:ph type="sldNum" sz="quarter" idx="12"/>
          </p:nvPr>
        </p:nvSpPr>
        <p:spPr/>
        <p:txBody>
          <a:bodyPr/>
          <a:lstStyle>
            <a:lvl1pPr>
              <a:defRPr/>
            </a:lvl1pPr>
          </a:lstStyle>
          <a:p>
            <a:fld id="{15351FAE-B78C-4770-A8E2-610E3961513C}" type="slidenum">
              <a:rPr lang="ja-JP" altLang="en-US"/>
              <a:pPr/>
              <a:t>‹#›</a:t>
            </a:fld>
            <a:endParaRPr lang="ja-JP" altLang="en-US"/>
          </a:p>
        </p:txBody>
      </p:sp>
    </p:spTree>
    <p:extLst>
      <p:ext uri="{BB962C8B-B14F-4D97-AF65-F5344CB8AC3E}">
        <p14:creationId xmlns:p14="http://schemas.microsoft.com/office/powerpoint/2010/main" val="17884858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ー 3">
            <a:extLst>
              <a:ext uri="{FF2B5EF4-FFF2-40B4-BE49-F238E27FC236}">
                <a16:creationId xmlns:a16="http://schemas.microsoft.com/office/drawing/2014/main" id="{596B70BA-AABE-92BE-5B13-BE9246C49636}"/>
              </a:ext>
            </a:extLst>
          </p:cNvPr>
          <p:cNvSpPr>
            <a:spLocks noGrp="1"/>
          </p:cNvSpPr>
          <p:nvPr>
            <p:ph type="dt" sz="half" idx="10"/>
          </p:nvPr>
        </p:nvSpPr>
        <p:spPr/>
        <p:txBody>
          <a:bodyPr/>
          <a:lstStyle>
            <a:lvl1pPr>
              <a:defRPr/>
            </a:lvl1pPr>
          </a:lstStyle>
          <a:p>
            <a:pPr>
              <a:defRPr/>
            </a:pPr>
            <a:fld id="{BA5F44C0-87A2-4EF4-A48B-4DA5FBAD7E10}" type="datetimeFigureOut">
              <a:rPr lang="ja-JP" altLang="en-US"/>
              <a:pPr>
                <a:defRPr/>
              </a:pPr>
              <a:t>2026/5/15</a:t>
            </a:fld>
            <a:endParaRPr lang="ja-JP" altLang="en-US"/>
          </a:p>
        </p:txBody>
      </p:sp>
      <p:sp>
        <p:nvSpPr>
          <p:cNvPr id="5" name="フッター プレースホルダー 4">
            <a:extLst>
              <a:ext uri="{FF2B5EF4-FFF2-40B4-BE49-F238E27FC236}">
                <a16:creationId xmlns:a16="http://schemas.microsoft.com/office/drawing/2014/main" id="{D44E4437-BAD9-8562-8218-C01C649B74EF}"/>
              </a:ext>
            </a:extLst>
          </p:cNvPr>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ー 5">
            <a:extLst>
              <a:ext uri="{FF2B5EF4-FFF2-40B4-BE49-F238E27FC236}">
                <a16:creationId xmlns:a16="http://schemas.microsoft.com/office/drawing/2014/main" id="{0D824D23-F346-B510-7B5D-ED67A776435F}"/>
              </a:ext>
            </a:extLst>
          </p:cNvPr>
          <p:cNvSpPr>
            <a:spLocks noGrp="1"/>
          </p:cNvSpPr>
          <p:nvPr>
            <p:ph type="sldNum" sz="quarter" idx="12"/>
          </p:nvPr>
        </p:nvSpPr>
        <p:spPr/>
        <p:txBody>
          <a:bodyPr/>
          <a:lstStyle>
            <a:lvl1pPr>
              <a:defRPr/>
            </a:lvl1pPr>
          </a:lstStyle>
          <a:p>
            <a:fld id="{EB19B74D-EEDA-4415-9BCA-BB9AE8855EFF}" type="slidenum">
              <a:rPr lang="ja-JP" altLang="en-US"/>
              <a:pPr/>
              <a:t>‹#›</a:t>
            </a:fld>
            <a:endParaRPr lang="ja-JP" altLang="en-US"/>
          </a:p>
        </p:txBody>
      </p:sp>
    </p:spTree>
    <p:extLst>
      <p:ext uri="{BB962C8B-B14F-4D97-AF65-F5344CB8AC3E}">
        <p14:creationId xmlns:p14="http://schemas.microsoft.com/office/powerpoint/2010/main" val="13682002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7181850" y="274638"/>
            <a:ext cx="2228850" cy="5851525"/>
          </a:xfrm>
        </p:spPr>
        <p:txBody>
          <a:bodyPr vert="eaVert"/>
          <a:lstStyle/>
          <a:p>
            <a:r>
              <a:rPr lang="ja-JP" altLang="en-US"/>
              <a:t>マスター タイトルの書式設定</a:t>
            </a:r>
          </a:p>
        </p:txBody>
      </p:sp>
      <p:sp>
        <p:nvSpPr>
          <p:cNvPr id="3" name="縦書きテキスト プレースホルダー 2"/>
          <p:cNvSpPr>
            <a:spLocks noGrp="1"/>
          </p:cNvSpPr>
          <p:nvPr>
            <p:ph type="body" orient="vert" idx="1"/>
          </p:nvPr>
        </p:nvSpPr>
        <p:spPr>
          <a:xfrm>
            <a:off x="495300" y="274638"/>
            <a:ext cx="6534150" cy="5851525"/>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ー 3">
            <a:extLst>
              <a:ext uri="{FF2B5EF4-FFF2-40B4-BE49-F238E27FC236}">
                <a16:creationId xmlns:a16="http://schemas.microsoft.com/office/drawing/2014/main" id="{1B76D070-D3FE-19C6-84B5-D34D3C151182}"/>
              </a:ext>
            </a:extLst>
          </p:cNvPr>
          <p:cNvSpPr>
            <a:spLocks noGrp="1"/>
          </p:cNvSpPr>
          <p:nvPr>
            <p:ph type="dt" sz="half" idx="10"/>
          </p:nvPr>
        </p:nvSpPr>
        <p:spPr/>
        <p:txBody>
          <a:bodyPr/>
          <a:lstStyle>
            <a:lvl1pPr>
              <a:defRPr/>
            </a:lvl1pPr>
          </a:lstStyle>
          <a:p>
            <a:pPr>
              <a:defRPr/>
            </a:pPr>
            <a:fld id="{38838C6D-9B4D-41C8-97B7-97858A18A22F}" type="datetimeFigureOut">
              <a:rPr lang="ja-JP" altLang="en-US"/>
              <a:pPr>
                <a:defRPr/>
              </a:pPr>
              <a:t>2026/5/15</a:t>
            </a:fld>
            <a:endParaRPr lang="ja-JP" altLang="en-US"/>
          </a:p>
        </p:txBody>
      </p:sp>
      <p:sp>
        <p:nvSpPr>
          <p:cNvPr id="5" name="フッター プレースホルダー 4">
            <a:extLst>
              <a:ext uri="{FF2B5EF4-FFF2-40B4-BE49-F238E27FC236}">
                <a16:creationId xmlns:a16="http://schemas.microsoft.com/office/drawing/2014/main" id="{DFAA3C0A-F387-5597-F186-B0052C330C94}"/>
              </a:ext>
            </a:extLst>
          </p:cNvPr>
          <p:cNvSpPr>
            <a:spLocks noGrp="1"/>
          </p:cNvSpPr>
          <p:nvPr>
            <p:ph type="ftr" sz="quarter" idx="11"/>
          </p:nvPr>
        </p:nvSpPr>
        <p:spPr/>
        <p:txBody>
          <a:bodyPr/>
          <a:lstStyle>
            <a:lvl1pPr>
              <a:defRPr/>
            </a:lvl1pPr>
          </a:lstStyle>
          <a:p>
            <a:pPr>
              <a:defRPr/>
            </a:pPr>
            <a:endParaRPr lang="ja-JP" altLang="en-US"/>
          </a:p>
        </p:txBody>
      </p:sp>
      <p:sp>
        <p:nvSpPr>
          <p:cNvPr id="6" name="スライド番号プレースホルダー 5">
            <a:extLst>
              <a:ext uri="{FF2B5EF4-FFF2-40B4-BE49-F238E27FC236}">
                <a16:creationId xmlns:a16="http://schemas.microsoft.com/office/drawing/2014/main" id="{B337C099-800E-EEB7-CD4E-BCE69DC442F7}"/>
              </a:ext>
            </a:extLst>
          </p:cNvPr>
          <p:cNvSpPr>
            <a:spLocks noGrp="1"/>
          </p:cNvSpPr>
          <p:nvPr>
            <p:ph type="sldNum" sz="quarter" idx="12"/>
          </p:nvPr>
        </p:nvSpPr>
        <p:spPr/>
        <p:txBody>
          <a:bodyPr/>
          <a:lstStyle>
            <a:lvl1pPr>
              <a:defRPr/>
            </a:lvl1pPr>
          </a:lstStyle>
          <a:p>
            <a:fld id="{37A3FB75-2118-418C-B562-6D8917483633}" type="slidenum">
              <a:rPr lang="ja-JP" altLang="en-US"/>
              <a:pPr/>
              <a:t>‹#›</a:t>
            </a:fld>
            <a:endParaRPr lang="ja-JP" altLang="en-US"/>
          </a:p>
        </p:txBody>
      </p:sp>
    </p:spTree>
    <p:extLst>
      <p:ext uri="{BB962C8B-B14F-4D97-AF65-F5344CB8AC3E}">
        <p14:creationId xmlns:p14="http://schemas.microsoft.com/office/powerpoint/2010/main" val="9903454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 name="AutoShape 11">
            <a:extLst>
              <a:ext uri="{FF2B5EF4-FFF2-40B4-BE49-F238E27FC236}">
                <a16:creationId xmlns:a16="http://schemas.microsoft.com/office/drawing/2014/main" id="{E95AA096-6D9B-1C0B-335F-C6C690F5BD40}"/>
              </a:ext>
            </a:extLst>
          </p:cNvPr>
          <p:cNvSpPr>
            <a:spLocks noChangeArrowheads="1"/>
          </p:cNvSpPr>
          <p:nvPr/>
        </p:nvSpPr>
        <p:spPr bwMode="auto">
          <a:xfrm flipV="1">
            <a:off x="128588" y="549275"/>
            <a:ext cx="9577387" cy="71438"/>
          </a:xfrm>
          <a:prstGeom prst="roundRect">
            <a:avLst>
              <a:gd name="adj" fmla="val 16667"/>
            </a:avLst>
          </a:prstGeom>
          <a:gradFill rotWithShape="1">
            <a:gsLst>
              <a:gs pos="0">
                <a:srgbClr val="3333FF"/>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lIns="91380" tIns="45690" rIns="91380" bIns="45690" anchor="ctr"/>
          <a:lstStyle>
            <a:lvl1pPr eaLnBrk="0" hangingPunct="0">
              <a:defRPr kumimoji="1" sz="1400" b="1">
                <a:solidFill>
                  <a:srgbClr val="000066"/>
                </a:solidFill>
                <a:latin typeface="Arial" charset="0"/>
                <a:ea typeface="ＭＳ Ｐゴシック" pitchFamily="50" charset="-128"/>
              </a:defRPr>
            </a:lvl1pPr>
            <a:lvl2pPr marL="742950" indent="-285750" eaLnBrk="0" hangingPunct="0">
              <a:defRPr kumimoji="1" sz="1400" b="1">
                <a:solidFill>
                  <a:srgbClr val="000066"/>
                </a:solidFill>
                <a:latin typeface="Arial" charset="0"/>
                <a:ea typeface="ＭＳ Ｐゴシック" pitchFamily="50" charset="-128"/>
              </a:defRPr>
            </a:lvl2pPr>
            <a:lvl3pPr marL="1143000" indent="-228600" eaLnBrk="0" hangingPunct="0">
              <a:defRPr kumimoji="1" sz="1400" b="1">
                <a:solidFill>
                  <a:srgbClr val="000066"/>
                </a:solidFill>
                <a:latin typeface="Arial" charset="0"/>
                <a:ea typeface="ＭＳ Ｐゴシック" pitchFamily="50" charset="-128"/>
              </a:defRPr>
            </a:lvl3pPr>
            <a:lvl4pPr marL="1600200" indent="-228600" eaLnBrk="0" hangingPunct="0">
              <a:defRPr kumimoji="1" sz="1400" b="1">
                <a:solidFill>
                  <a:srgbClr val="000066"/>
                </a:solidFill>
                <a:latin typeface="Arial" charset="0"/>
                <a:ea typeface="ＭＳ Ｐゴシック" pitchFamily="50" charset="-128"/>
              </a:defRPr>
            </a:lvl4pPr>
            <a:lvl5pPr marL="2057400" indent="-228600" eaLnBrk="0" hangingPunct="0">
              <a:defRPr kumimoji="1" sz="1400" b="1">
                <a:solidFill>
                  <a:srgbClr val="000066"/>
                </a:solidFill>
                <a:latin typeface="Arial" charset="0"/>
                <a:ea typeface="ＭＳ Ｐゴシック" pitchFamily="50" charset="-128"/>
              </a:defRPr>
            </a:lvl5pPr>
            <a:lvl6pPr marL="25146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6pPr>
            <a:lvl7pPr marL="29718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7pPr>
            <a:lvl8pPr marL="34290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8pPr>
            <a:lvl9pPr marL="38862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9pPr>
          </a:lstStyle>
          <a:p>
            <a:pPr eaLnBrk="1" hangingPunct="1">
              <a:defRPr/>
            </a:pPr>
            <a:endParaRPr lang="ja-JP" altLang="en-US" sz="1800" b="0">
              <a:solidFill>
                <a:srgbClr val="000000"/>
              </a:solidFill>
            </a:endParaRPr>
          </a:p>
        </p:txBody>
      </p:sp>
      <p:sp>
        <p:nvSpPr>
          <p:cNvPr id="6146" name="Rectangle 2"/>
          <p:cNvSpPr>
            <a:spLocks noGrp="1" noChangeArrowheads="1"/>
          </p:cNvSpPr>
          <p:nvPr>
            <p:ph type="ctrTitle"/>
          </p:nvPr>
        </p:nvSpPr>
        <p:spPr>
          <a:xfrm>
            <a:off x="985852" y="2205038"/>
            <a:ext cx="8791575" cy="792162"/>
          </a:xfrm>
        </p:spPr>
        <p:txBody>
          <a:bodyPr/>
          <a:lstStyle>
            <a:lvl1pPr>
              <a:defRPr sz="3200"/>
            </a:lvl1pPr>
          </a:lstStyle>
          <a:p>
            <a:r>
              <a:rPr lang="en-US" altLang="ja-JP"/>
              <a:t>○○○</a:t>
            </a:r>
            <a:r>
              <a:rPr lang="ja-JP" altLang="en-US"/>
              <a:t>の現状について（丸ゴシック</a:t>
            </a:r>
            <a:r>
              <a:rPr lang="en-US" altLang="ja-JP"/>
              <a:t>32</a:t>
            </a:r>
            <a:r>
              <a:rPr lang="ja-JP" altLang="en-US"/>
              <a:t>～</a:t>
            </a:r>
            <a:r>
              <a:rPr lang="en-US" altLang="ja-JP"/>
              <a:t>44P</a:t>
            </a:r>
            <a:r>
              <a:rPr lang="ja-JP" altLang="en-US"/>
              <a:t>）</a:t>
            </a:r>
          </a:p>
        </p:txBody>
      </p:sp>
      <p:sp>
        <p:nvSpPr>
          <p:cNvPr id="6147" name="Rectangle 3"/>
          <p:cNvSpPr>
            <a:spLocks noGrp="1" noChangeArrowheads="1"/>
          </p:cNvSpPr>
          <p:nvPr>
            <p:ph type="subTitle" idx="1"/>
          </p:nvPr>
        </p:nvSpPr>
        <p:spPr>
          <a:xfrm>
            <a:off x="2073275" y="4581525"/>
            <a:ext cx="6934200" cy="1512888"/>
          </a:xfrm>
        </p:spPr>
        <p:txBody>
          <a:bodyPr/>
          <a:lstStyle>
            <a:lvl1pPr marL="0" indent="0" algn="r">
              <a:buFont typeface="Wingdings" pitchFamily="2" charset="2"/>
              <a:buNone/>
              <a:defRPr sz="2400" b="1">
                <a:solidFill>
                  <a:schemeClr val="hlink"/>
                </a:solidFill>
              </a:defRPr>
            </a:lvl1pPr>
          </a:lstStyle>
          <a:p>
            <a:r>
              <a:rPr lang="ja-JP" altLang="en-US"/>
              <a:t>平成１９年４月２４日</a:t>
            </a:r>
          </a:p>
          <a:p>
            <a:r>
              <a:rPr lang="ja-JP" altLang="en-US"/>
              <a:t>大臣官房　総務課</a:t>
            </a:r>
          </a:p>
          <a:p>
            <a:r>
              <a:rPr lang="ja-JP" altLang="en-US"/>
              <a:t>●●太郎</a:t>
            </a:r>
          </a:p>
        </p:txBody>
      </p:sp>
      <p:sp>
        <p:nvSpPr>
          <p:cNvPr id="3" name="スライド番号プレースホルダ 10">
            <a:extLst>
              <a:ext uri="{FF2B5EF4-FFF2-40B4-BE49-F238E27FC236}">
                <a16:creationId xmlns:a16="http://schemas.microsoft.com/office/drawing/2014/main" id="{EAA7CBD0-F5C4-78B1-28F4-24651CAC4474}"/>
              </a:ext>
            </a:extLst>
          </p:cNvPr>
          <p:cNvSpPr>
            <a:spLocks noGrp="1"/>
          </p:cNvSpPr>
          <p:nvPr>
            <p:ph type="sldNum" sz="quarter" idx="10"/>
          </p:nvPr>
        </p:nvSpPr>
        <p:spPr/>
        <p:txBody>
          <a:bodyPr/>
          <a:lstStyle>
            <a:lvl1pPr>
              <a:defRPr/>
            </a:lvl1pPr>
          </a:lstStyle>
          <a:p>
            <a:fld id="{87B75045-BF5E-422A-A153-6B4FCF05F96C}" type="slidenum">
              <a:rPr lang="en-US" altLang="ja-JP"/>
              <a:pPr/>
              <a:t>‹#›</a:t>
            </a:fld>
            <a:endParaRPr lang="en-US" altLang="ja-JP"/>
          </a:p>
        </p:txBody>
      </p:sp>
    </p:spTree>
    <p:extLst>
      <p:ext uri="{BB962C8B-B14F-4D97-AF65-F5344CB8AC3E}">
        <p14:creationId xmlns:p14="http://schemas.microsoft.com/office/powerpoint/2010/main" val="346381285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idx="1"/>
          </p:nvPr>
        </p:nvSpPr>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6">
            <a:extLst>
              <a:ext uri="{FF2B5EF4-FFF2-40B4-BE49-F238E27FC236}">
                <a16:creationId xmlns:a16="http://schemas.microsoft.com/office/drawing/2014/main" id="{E9C3A7C3-8519-DB8A-0FF1-2EC4F0C4E25C}"/>
              </a:ext>
            </a:extLst>
          </p:cNvPr>
          <p:cNvSpPr>
            <a:spLocks noGrp="1" noChangeArrowheads="1"/>
          </p:cNvSpPr>
          <p:nvPr>
            <p:ph type="sldNum" sz="quarter" idx="10"/>
          </p:nvPr>
        </p:nvSpPr>
        <p:spPr>
          <a:ln/>
        </p:spPr>
        <p:txBody>
          <a:bodyPr/>
          <a:lstStyle>
            <a:lvl1pPr>
              <a:defRPr/>
            </a:lvl1pPr>
          </a:lstStyle>
          <a:p>
            <a:fld id="{24268EEA-F88F-404D-B5D7-2094EC65FBD5}" type="slidenum">
              <a:rPr lang="en-US" altLang="ja-JP"/>
              <a:pPr/>
              <a:t>‹#›</a:t>
            </a:fld>
            <a:endParaRPr lang="en-US" altLang="ja-JP"/>
          </a:p>
        </p:txBody>
      </p:sp>
    </p:spTree>
    <p:extLst>
      <p:ext uri="{BB962C8B-B14F-4D97-AF65-F5344CB8AC3E}">
        <p14:creationId xmlns:p14="http://schemas.microsoft.com/office/powerpoint/2010/main" val="184777896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Rectangle 6">
            <a:extLst>
              <a:ext uri="{FF2B5EF4-FFF2-40B4-BE49-F238E27FC236}">
                <a16:creationId xmlns:a16="http://schemas.microsoft.com/office/drawing/2014/main" id="{1D0EF6D3-5BDD-14DD-B8A7-EC1CC51C39EE}"/>
              </a:ext>
            </a:extLst>
          </p:cNvPr>
          <p:cNvSpPr>
            <a:spLocks noGrp="1" noChangeArrowheads="1"/>
          </p:cNvSpPr>
          <p:nvPr>
            <p:ph type="sldNum" sz="quarter" idx="10"/>
          </p:nvPr>
        </p:nvSpPr>
        <p:spPr>
          <a:ln/>
        </p:spPr>
        <p:txBody>
          <a:bodyPr/>
          <a:lstStyle>
            <a:lvl1pPr>
              <a:defRPr/>
            </a:lvl1pPr>
          </a:lstStyle>
          <a:p>
            <a:fld id="{D5B26695-703F-40D0-99F7-1FFE2F3EC94B}" type="slidenum">
              <a:rPr lang="en-US" altLang="ja-JP"/>
              <a:pPr/>
              <a:t>‹#›</a:t>
            </a:fld>
            <a:endParaRPr lang="en-US" altLang="ja-JP"/>
          </a:p>
        </p:txBody>
      </p:sp>
    </p:spTree>
    <p:extLst>
      <p:ext uri="{BB962C8B-B14F-4D97-AF65-F5344CB8AC3E}">
        <p14:creationId xmlns:p14="http://schemas.microsoft.com/office/powerpoint/2010/main" val="154946772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638" y="4406918"/>
            <a:ext cx="8420100" cy="1362075"/>
          </a:xfr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82638" y="2906713"/>
            <a:ext cx="8420100" cy="1500187"/>
          </a:xfrm>
        </p:spPr>
        <p:txBody>
          <a:bodyPr anchor="b"/>
          <a:lstStyle>
            <a:lvl1pPr marL="0" indent="0">
              <a:buNone/>
              <a:defRPr sz="2000"/>
            </a:lvl1pPr>
            <a:lvl2pPr marL="456908" indent="0">
              <a:buNone/>
              <a:defRPr sz="1800"/>
            </a:lvl2pPr>
            <a:lvl3pPr marL="913815" indent="0">
              <a:buNone/>
              <a:defRPr sz="1600"/>
            </a:lvl3pPr>
            <a:lvl4pPr marL="1370724" indent="0">
              <a:buNone/>
              <a:defRPr sz="1400"/>
            </a:lvl4pPr>
            <a:lvl5pPr marL="1827630" indent="0">
              <a:buNone/>
              <a:defRPr sz="1400"/>
            </a:lvl5pPr>
            <a:lvl6pPr marL="2284538" indent="0">
              <a:buNone/>
              <a:defRPr sz="1400"/>
            </a:lvl6pPr>
            <a:lvl7pPr marL="2741445" indent="0">
              <a:buNone/>
              <a:defRPr sz="1400"/>
            </a:lvl7pPr>
            <a:lvl8pPr marL="3198355" indent="0">
              <a:buNone/>
              <a:defRPr sz="1400"/>
            </a:lvl8pPr>
            <a:lvl9pPr marL="3655260" indent="0">
              <a:buNone/>
              <a:defRPr sz="1400"/>
            </a:lvl9pPr>
          </a:lstStyle>
          <a:p>
            <a:pPr lvl="0"/>
            <a:r>
              <a:rPr lang="ja-JP" altLang="en-US"/>
              <a:t>マスタ テキストの書式設定</a:t>
            </a:r>
          </a:p>
        </p:txBody>
      </p:sp>
      <p:sp>
        <p:nvSpPr>
          <p:cNvPr id="4" name="Rectangle 6">
            <a:extLst>
              <a:ext uri="{FF2B5EF4-FFF2-40B4-BE49-F238E27FC236}">
                <a16:creationId xmlns:a16="http://schemas.microsoft.com/office/drawing/2014/main" id="{052D7670-D616-035B-3964-0AA7C50F889A}"/>
              </a:ext>
            </a:extLst>
          </p:cNvPr>
          <p:cNvSpPr>
            <a:spLocks noGrp="1" noChangeArrowheads="1"/>
          </p:cNvSpPr>
          <p:nvPr>
            <p:ph type="sldNum" sz="quarter" idx="10"/>
          </p:nvPr>
        </p:nvSpPr>
        <p:spPr>
          <a:ln/>
        </p:spPr>
        <p:txBody>
          <a:bodyPr/>
          <a:lstStyle>
            <a:lvl1pPr>
              <a:defRPr/>
            </a:lvl1pPr>
          </a:lstStyle>
          <a:p>
            <a:fld id="{04E22CB5-1260-483E-91FE-383598D98D79}" type="slidenum">
              <a:rPr lang="en-US" altLang="ja-JP"/>
              <a:pPr/>
              <a:t>‹#›</a:t>
            </a:fld>
            <a:endParaRPr lang="en-US" altLang="ja-JP"/>
          </a:p>
        </p:txBody>
      </p:sp>
    </p:spTree>
    <p:extLst>
      <p:ext uri="{BB962C8B-B14F-4D97-AF65-F5344CB8AC3E}">
        <p14:creationId xmlns:p14="http://schemas.microsoft.com/office/powerpoint/2010/main" val="256317109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271477" y="836620"/>
            <a:ext cx="4605337" cy="1511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5029202" y="836620"/>
            <a:ext cx="4605338" cy="1511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6">
            <a:extLst>
              <a:ext uri="{FF2B5EF4-FFF2-40B4-BE49-F238E27FC236}">
                <a16:creationId xmlns:a16="http://schemas.microsoft.com/office/drawing/2014/main" id="{9644BC9D-788F-09DF-58B4-4E048FED0863}"/>
              </a:ext>
            </a:extLst>
          </p:cNvPr>
          <p:cNvSpPr>
            <a:spLocks noGrp="1" noChangeArrowheads="1"/>
          </p:cNvSpPr>
          <p:nvPr>
            <p:ph type="sldNum" sz="quarter" idx="10"/>
          </p:nvPr>
        </p:nvSpPr>
        <p:spPr>
          <a:ln/>
        </p:spPr>
        <p:txBody>
          <a:bodyPr/>
          <a:lstStyle>
            <a:lvl1pPr>
              <a:defRPr/>
            </a:lvl1pPr>
          </a:lstStyle>
          <a:p>
            <a:fld id="{6A7A870B-4BB3-41C8-A0F7-77E2AAF7458F}" type="slidenum">
              <a:rPr lang="en-US" altLang="ja-JP"/>
              <a:pPr/>
              <a:t>‹#›</a:t>
            </a:fld>
            <a:endParaRPr lang="en-US" altLang="ja-JP"/>
          </a:p>
        </p:txBody>
      </p:sp>
    </p:spTree>
    <p:extLst>
      <p:ext uri="{BB962C8B-B14F-4D97-AF65-F5344CB8AC3E}">
        <p14:creationId xmlns:p14="http://schemas.microsoft.com/office/powerpoint/2010/main" val="264709597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4638"/>
            <a:ext cx="8915400" cy="1143000"/>
          </a:xfrm>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95300" y="1535113"/>
            <a:ext cx="4376738" cy="639762"/>
          </a:xfrm>
        </p:spPr>
        <p:txBody>
          <a:bodyPr anchor="b"/>
          <a:lstStyle>
            <a:lvl1pPr marL="0" indent="0">
              <a:buNone/>
              <a:defRPr sz="2400" b="1"/>
            </a:lvl1pPr>
            <a:lvl2pPr marL="456908" indent="0">
              <a:buNone/>
              <a:defRPr sz="2000" b="1"/>
            </a:lvl2pPr>
            <a:lvl3pPr marL="913815" indent="0">
              <a:buNone/>
              <a:defRPr sz="1800" b="1"/>
            </a:lvl3pPr>
            <a:lvl4pPr marL="1370724" indent="0">
              <a:buNone/>
              <a:defRPr sz="1600" b="1"/>
            </a:lvl4pPr>
            <a:lvl5pPr marL="1827630" indent="0">
              <a:buNone/>
              <a:defRPr sz="1600" b="1"/>
            </a:lvl5pPr>
            <a:lvl6pPr marL="2284538" indent="0">
              <a:buNone/>
              <a:defRPr sz="1600" b="1"/>
            </a:lvl6pPr>
            <a:lvl7pPr marL="2741445" indent="0">
              <a:buNone/>
              <a:defRPr sz="1600" b="1"/>
            </a:lvl7pPr>
            <a:lvl8pPr marL="3198355" indent="0">
              <a:buNone/>
              <a:defRPr sz="1600" b="1"/>
            </a:lvl8pPr>
            <a:lvl9pPr marL="365526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5032386" y="1535113"/>
            <a:ext cx="4378325" cy="639762"/>
          </a:xfrm>
        </p:spPr>
        <p:txBody>
          <a:bodyPr anchor="b"/>
          <a:lstStyle>
            <a:lvl1pPr marL="0" indent="0">
              <a:buNone/>
              <a:defRPr sz="2400" b="1"/>
            </a:lvl1pPr>
            <a:lvl2pPr marL="456908" indent="0">
              <a:buNone/>
              <a:defRPr sz="2000" b="1"/>
            </a:lvl2pPr>
            <a:lvl3pPr marL="913815" indent="0">
              <a:buNone/>
              <a:defRPr sz="1800" b="1"/>
            </a:lvl3pPr>
            <a:lvl4pPr marL="1370724" indent="0">
              <a:buNone/>
              <a:defRPr sz="1600" b="1"/>
            </a:lvl4pPr>
            <a:lvl5pPr marL="1827630" indent="0">
              <a:buNone/>
              <a:defRPr sz="1600" b="1"/>
            </a:lvl5pPr>
            <a:lvl6pPr marL="2284538" indent="0">
              <a:buNone/>
              <a:defRPr sz="1600" b="1"/>
            </a:lvl6pPr>
            <a:lvl7pPr marL="2741445" indent="0">
              <a:buNone/>
              <a:defRPr sz="1600" b="1"/>
            </a:lvl7pPr>
            <a:lvl8pPr marL="3198355" indent="0">
              <a:buNone/>
              <a:defRPr sz="1600" b="1"/>
            </a:lvl8pPr>
            <a:lvl9pPr marL="365526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5032386"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6">
            <a:extLst>
              <a:ext uri="{FF2B5EF4-FFF2-40B4-BE49-F238E27FC236}">
                <a16:creationId xmlns:a16="http://schemas.microsoft.com/office/drawing/2014/main" id="{8CD9F644-5EB7-5927-7626-B9A563E32768}"/>
              </a:ext>
            </a:extLst>
          </p:cNvPr>
          <p:cNvSpPr>
            <a:spLocks noGrp="1" noChangeArrowheads="1"/>
          </p:cNvSpPr>
          <p:nvPr>
            <p:ph type="sldNum" sz="quarter" idx="10"/>
          </p:nvPr>
        </p:nvSpPr>
        <p:spPr>
          <a:ln/>
        </p:spPr>
        <p:txBody>
          <a:bodyPr/>
          <a:lstStyle>
            <a:lvl1pPr>
              <a:defRPr/>
            </a:lvl1pPr>
          </a:lstStyle>
          <a:p>
            <a:fld id="{D1577A97-CC87-462E-935D-D134441888F6}" type="slidenum">
              <a:rPr lang="en-US" altLang="ja-JP"/>
              <a:pPr/>
              <a:t>‹#›</a:t>
            </a:fld>
            <a:endParaRPr lang="en-US" altLang="ja-JP"/>
          </a:p>
        </p:txBody>
      </p:sp>
    </p:spTree>
    <p:extLst>
      <p:ext uri="{BB962C8B-B14F-4D97-AF65-F5344CB8AC3E}">
        <p14:creationId xmlns:p14="http://schemas.microsoft.com/office/powerpoint/2010/main" val="3651177957"/>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Rectangle 6">
            <a:extLst>
              <a:ext uri="{FF2B5EF4-FFF2-40B4-BE49-F238E27FC236}">
                <a16:creationId xmlns:a16="http://schemas.microsoft.com/office/drawing/2014/main" id="{DDA46579-4C93-8600-EF45-97A91DD6DC86}"/>
              </a:ext>
            </a:extLst>
          </p:cNvPr>
          <p:cNvSpPr>
            <a:spLocks noGrp="1" noChangeArrowheads="1"/>
          </p:cNvSpPr>
          <p:nvPr>
            <p:ph type="sldNum" sz="quarter" idx="10"/>
          </p:nvPr>
        </p:nvSpPr>
        <p:spPr>
          <a:ln/>
        </p:spPr>
        <p:txBody>
          <a:bodyPr/>
          <a:lstStyle>
            <a:lvl1pPr>
              <a:defRPr/>
            </a:lvl1pPr>
          </a:lstStyle>
          <a:p>
            <a:fld id="{2DE878CB-62EF-4607-9500-99F45476BC7E}" type="slidenum">
              <a:rPr lang="en-US" altLang="ja-JP"/>
              <a:pPr/>
              <a:t>‹#›</a:t>
            </a:fld>
            <a:endParaRPr lang="en-US" altLang="ja-JP"/>
          </a:p>
        </p:txBody>
      </p:sp>
    </p:spTree>
    <p:extLst>
      <p:ext uri="{BB962C8B-B14F-4D97-AF65-F5344CB8AC3E}">
        <p14:creationId xmlns:p14="http://schemas.microsoft.com/office/powerpoint/2010/main" val="305400454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96D031EC-821F-8A10-D9BF-24A50BAE1214}"/>
              </a:ext>
            </a:extLst>
          </p:cNvPr>
          <p:cNvSpPr>
            <a:spLocks noGrp="1" noChangeArrowheads="1"/>
          </p:cNvSpPr>
          <p:nvPr>
            <p:ph type="sldNum" sz="quarter" idx="10"/>
          </p:nvPr>
        </p:nvSpPr>
        <p:spPr>
          <a:ln/>
        </p:spPr>
        <p:txBody>
          <a:bodyPr/>
          <a:lstStyle>
            <a:lvl1pPr>
              <a:defRPr/>
            </a:lvl1pPr>
          </a:lstStyle>
          <a:p>
            <a:fld id="{F25747DC-E92A-4592-9FD0-D77D44F663A5}" type="slidenum">
              <a:rPr lang="en-US" altLang="ja-JP"/>
              <a:pPr/>
              <a:t>‹#›</a:t>
            </a:fld>
            <a:endParaRPr lang="en-US" altLang="ja-JP"/>
          </a:p>
        </p:txBody>
      </p:sp>
    </p:spTree>
    <p:extLst>
      <p:ext uri="{BB962C8B-B14F-4D97-AF65-F5344CB8AC3E}">
        <p14:creationId xmlns:p14="http://schemas.microsoft.com/office/powerpoint/2010/main" val="110290829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6" y="273050"/>
            <a:ext cx="3259138" cy="1162050"/>
          </a:xfr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873499" y="273067"/>
            <a:ext cx="553720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95306" y="1435113"/>
            <a:ext cx="3259138" cy="4691063"/>
          </a:xfrm>
        </p:spPr>
        <p:txBody>
          <a:bodyPr/>
          <a:lstStyle>
            <a:lvl1pPr marL="0" indent="0">
              <a:buNone/>
              <a:defRPr sz="1400"/>
            </a:lvl1pPr>
            <a:lvl2pPr marL="456908" indent="0">
              <a:buNone/>
              <a:defRPr sz="1200"/>
            </a:lvl2pPr>
            <a:lvl3pPr marL="913815" indent="0">
              <a:buNone/>
              <a:defRPr sz="1000"/>
            </a:lvl3pPr>
            <a:lvl4pPr marL="1370724" indent="0">
              <a:buNone/>
              <a:defRPr sz="900"/>
            </a:lvl4pPr>
            <a:lvl5pPr marL="1827630" indent="0">
              <a:buNone/>
              <a:defRPr sz="900"/>
            </a:lvl5pPr>
            <a:lvl6pPr marL="2284538" indent="0">
              <a:buNone/>
              <a:defRPr sz="900"/>
            </a:lvl6pPr>
            <a:lvl7pPr marL="2741445" indent="0">
              <a:buNone/>
              <a:defRPr sz="900"/>
            </a:lvl7pPr>
            <a:lvl8pPr marL="3198355" indent="0">
              <a:buNone/>
              <a:defRPr sz="900"/>
            </a:lvl8pPr>
            <a:lvl9pPr marL="3655260" indent="0">
              <a:buNone/>
              <a:defRPr sz="900"/>
            </a:lvl9pPr>
          </a:lstStyle>
          <a:p>
            <a:pPr lvl="0"/>
            <a:r>
              <a:rPr lang="ja-JP" altLang="en-US"/>
              <a:t>マスタ テキストの書式設定</a:t>
            </a:r>
          </a:p>
        </p:txBody>
      </p:sp>
      <p:sp>
        <p:nvSpPr>
          <p:cNvPr id="5" name="Rectangle 6">
            <a:extLst>
              <a:ext uri="{FF2B5EF4-FFF2-40B4-BE49-F238E27FC236}">
                <a16:creationId xmlns:a16="http://schemas.microsoft.com/office/drawing/2014/main" id="{A0B34F52-52A8-45FD-AF10-0BA19318D709}"/>
              </a:ext>
            </a:extLst>
          </p:cNvPr>
          <p:cNvSpPr>
            <a:spLocks noGrp="1" noChangeArrowheads="1"/>
          </p:cNvSpPr>
          <p:nvPr>
            <p:ph type="sldNum" sz="quarter" idx="10"/>
          </p:nvPr>
        </p:nvSpPr>
        <p:spPr>
          <a:ln/>
        </p:spPr>
        <p:txBody>
          <a:bodyPr/>
          <a:lstStyle>
            <a:lvl1pPr>
              <a:defRPr/>
            </a:lvl1pPr>
          </a:lstStyle>
          <a:p>
            <a:fld id="{DD66F663-ECF0-4114-BE16-0267BC2EE9CE}" type="slidenum">
              <a:rPr lang="en-US" altLang="ja-JP"/>
              <a:pPr/>
              <a:t>‹#›</a:t>
            </a:fld>
            <a:endParaRPr lang="en-US" altLang="ja-JP"/>
          </a:p>
        </p:txBody>
      </p:sp>
    </p:spTree>
    <p:extLst>
      <p:ext uri="{BB962C8B-B14F-4D97-AF65-F5344CB8AC3E}">
        <p14:creationId xmlns:p14="http://schemas.microsoft.com/office/powerpoint/2010/main" val="93873695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941513" y="4800601"/>
            <a:ext cx="5943600" cy="566738"/>
          </a:xfr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941513" y="612775"/>
            <a:ext cx="5943600" cy="4114800"/>
          </a:xfrm>
        </p:spPr>
        <p:txBody>
          <a:bodyPr/>
          <a:lstStyle>
            <a:lvl1pPr marL="0" indent="0">
              <a:buNone/>
              <a:defRPr sz="3200"/>
            </a:lvl1pPr>
            <a:lvl2pPr marL="456908" indent="0">
              <a:buNone/>
              <a:defRPr sz="2800"/>
            </a:lvl2pPr>
            <a:lvl3pPr marL="913815" indent="0">
              <a:buNone/>
              <a:defRPr sz="2400"/>
            </a:lvl3pPr>
            <a:lvl4pPr marL="1370724" indent="0">
              <a:buNone/>
              <a:defRPr sz="2000"/>
            </a:lvl4pPr>
            <a:lvl5pPr marL="1827630" indent="0">
              <a:buNone/>
              <a:defRPr sz="2000"/>
            </a:lvl5pPr>
            <a:lvl6pPr marL="2284538" indent="0">
              <a:buNone/>
              <a:defRPr sz="2000"/>
            </a:lvl6pPr>
            <a:lvl7pPr marL="2741445" indent="0">
              <a:buNone/>
              <a:defRPr sz="2000"/>
            </a:lvl7pPr>
            <a:lvl8pPr marL="3198355" indent="0">
              <a:buNone/>
              <a:defRPr sz="2000"/>
            </a:lvl8pPr>
            <a:lvl9pPr marL="3655260" indent="0">
              <a:buNone/>
              <a:defRPr sz="2000"/>
            </a:lvl9pPr>
          </a:lstStyle>
          <a:p>
            <a:pPr lvl="0"/>
            <a:endParaRPr lang="ja-JP" altLang="en-US" noProof="0" dirty="0"/>
          </a:p>
        </p:txBody>
      </p:sp>
      <p:sp>
        <p:nvSpPr>
          <p:cNvPr id="4" name="テキスト プレースホルダ 3"/>
          <p:cNvSpPr>
            <a:spLocks noGrp="1"/>
          </p:cNvSpPr>
          <p:nvPr>
            <p:ph type="body" sz="half" idx="2"/>
          </p:nvPr>
        </p:nvSpPr>
        <p:spPr>
          <a:xfrm>
            <a:off x="1941513" y="5367339"/>
            <a:ext cx="5943600" cy="804862"/>
          </a:xfrm>
        </p:spPr>
        <p:txBody>
          <a:bodyPr/>
          <a:lstStyle>
            <a:lvl1pPr marL="0" indent="0">
              <a:buNone/>
              <a:defRPr sz="1400"/>
            </a:lvl1pPr>
            <a:lvl2pPr marL="456908" indent="0">
              <a:buNone/>
              <a:defRPr sz="1200"/>
            </a:lvl2pPr>
            <a:lvl3pPr marL="913815" indent="0">
              <a:buNone/>
              <a:defRPr sz="1000"/>
            </a:lvl3pPr>
            <a:lvl4pPr marL="1370724" indent="0">
              <a:buNone/>
              <a:defRPr sz="900"/>
            </a:lvl4pPr>
            <a:lvl5pPr marL="1827630" indent="0">
              <a:buNone/>
              <a:defRPr sz="900"/>
            </a:lvl5pPr>
            <a:lvl6pPr marL="2284538" indent="0">
              <a:buNone/>
              <a:defRPr sz="900"/>
            </a:lvl6pPr>
            <a:lvl7pPr marL="2741445" indent="0">
              <a:buNone/>
              <a:defRPr sz="900"/>
            </a:lvl7pPr>
            <a:lvl8pPr marL="3198355" indent="0">
              <a:buNone/>
              <a:defRPr sz="900"/>
            </a:lvl8pPr>
            <a:lvl9pPr marL="3655260" indent="0">
              <a:buNone/>
              <a:defRPr sz="900"/>
            </a:lvl9pPr>
          </a:lstStyle>
          <a:p>
            <a:pPr lvl="0"/>
            <a:r>
              <a:rPr lang="ja-JP" altLang="en-US"/>
              <a:t>マスタ テキストの書式設定</a:t>
            </a:r>
          </a:p>
        </p:txBody>
      </p:sp>
      <p:sp>
        <p:nvSpPr>
          <p:cNvPr id="5" name="Rectangle 6">
            <a:extLst>
              <a:ext uri="{FF2B5EF4-FFF2-40B4-BE49-F238E27FC236}">
                <a16:creationId xmlns:a16="http://schemas.microsoft.com/office/drawing/2014/main" id="{8E7AF6FA-494D-2BAD-7824-66BF1D025F51}"/>
              </a:ext>
            </a:extLst>
          </p:cNvPr>
          <p:cNvSpPr>
            <a:spLocks noGrp="1" noChangeArrowheads="1"/>
          </p:cNvSpPr>
          <p:nvPr>
            <p:ph type="sldNum" sz="quarter" idx="10"/>
          </p:nvPr>
        </p:nvSpPr>
        <p:spPr>
          <a:ln/>
        </p:spPr>
        <p:txBody>
          <a:bodyPr/>
          <a:lstStyle>
            <a:lvl1pPr>
              <a:defRPr/>
            </a:lvl1pPr>
          </a:lstStyle>
          <a:p>
            <a:fld id="{55400DE5-79DC-40B5-A0DD-8DFFA5A0476D}" type="slidenum">
              <a:rPr lang="en-US" altLang="ja-JP"/>
              <a:pPr/>
              <a:t>‹#›</a:t>
            </a:fld>
            <a:endParaRPr lang="en-US" altLang="ja-JP"/>
          </a:p>
        </p:txBody>
      </p:sp>
    </p:spTree>
    <p:extLst>
      <p:ext uri="{BB962C8B-B14F-4D97-AF65-F5344CB8AC3E}">
        <p14:creationId xmlns:p14="http://schemas.microsoft.com/office/powerpoint/2010/main" val="239590904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6">
            <a:extLst>
              <a:ext uri="{FF2B5EF4-FFF2-40B4-BE49-F238E27FC236}">
                <a16:creationId xmlns:a16="http://schemas.microsoft.com/office/drawing/2014/main" id="{E91891C8-537D-239C-C154-29FBB10A15D2}"/>
              </a:ext>
            </a:extLst>
          </p:cNvPr>
          <p:cNvSpPr>
            <a:spLocks noGrp="1" noChangeArrowheads="1"/>
          </p:cNvSpPr>
          <p:nvPr>
            <p:ph type="sldNum" sz="quarter" idx="10"/>
          </p:nvPr>
        </p:nvSpPr>
        <p:spPr>
          <a:ln/>
        </p:spPr>
        <p:txBody>
          <a:bodyPr/>
          <a:lstStyle>
            <a:lvl1pPr>
              <a:defRPr/>
            </a:lvl1pPr>
          </a:lstStyle>
          <a:p>
            <a:fld id="{8E165282-0190-4E94-A347-659F7154670F}" type="slidenum">
              <a:rPr lang="en-US" altLang="ja-JP"/>
              <a:pPr/>
              <a:t>‹#›</a:t>
            </a:fld>
            <a:endParaRPr lang="en-US" altLang="ja-JP"/>
          </a:p>
        </p:txBody>
      </p:sp>
    </p:spTree>
    <p:extLst>
      <p:ext uri="{BB962C8B-B14F-4D97-AF65-F5344CB8AC3E}">
        <p14:creationId xmlns:p14="http://schemas.microsoft.com/office/powerpoint/2010/main" val="1909558026"/>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7277104" y="115896"/>
            <a:ext cx="2357438" cy="2232025"/>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200039" y="115896"/>
            <a:ext cx="6924675" cy="2232025"/>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6">
            <a:extLst>
              <a:ext uri="{FF2B5EF4-FFF2-40B4-BE49-F238E27FC236}">
                <a16:creationId xmlns:a16="http://schemas.microsoft.com/office/drawing/2014/main" id="{C77DF4B1-7CF5-A073-D8D9-336B82E3CA34}"/>
              </a:ext>
            </a:extLst>
          </p:cNvPr>
          <p:cNvSpPr>
            <a:spLocks noGrp="1" noChangeArrowheads="1"/>
          </p:cNvSpPr>
          <p:nvPr>
            <p:ph type="sldNum" sz="quarter" idx="10"/>
          </p:nvPr>
        </p:nvSpPr>
        <p:spPr>
          <a:ln/>
        </p:spPr>
        <p:txBody>
          <a:bodyPr/>
          <a:lstStyle>
            <a:lvl1pPr>
              <a:defRPr/>
            </a:lvl1pPr>
          </a:lstStyle>
          <a:p>
            <a:fld id="{A793FD95-EB59-450F-A449-465B723EC263}" type="slidenum">
              <a:rPr lang="en-US" altLang="ja-JP"/>
              <a:pPr/>
              <a:t>‹#›</a:t>
            </a:fld>
            <a:endParaRPr lang="en-US" altLang="ja-JP"/>
          </a:p>
        </p:txBody>
      </p:sp>
    </p:spTree>
    <p:extLst>
      <p:ext uri="{BB962C8B-B14F-4D97-AF65-F5344CB8AC3E}">
        <p14:creationId xmlns:p14="http://schemas.microsoft.com/office/powerpoint/2010/main" val="59565332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2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0" y="116632"/>
            <a:ext cx="8553400" cy="432048"/>
          </a:xfrm>
          <a:prstGeom prst="rect">
            <a:avLst/>
          </a:prstGeom>
        </p:spPr>
        <p:txBody>
          <a:bodyPr/>
          <a:lstStyle>
            <a:lvl1pPr algn="l">
              <a:defRPr sz="2400" b="1">
                <a:latin typeface="メイリオ" pitchFamily="50" charset="-128"/>
                <a:ea typeface="メイリオ" pitchFamily="50" charset="-128"/>
                <a:cs typeface="メイリオ" pitchFamily="50" charset="-128"/>
              </a:defRPr>
            </a:lvl1pPr>
          </a:lstStyle>
          <a:p>
            <a:r>
              <a:rPr lang="ja-JP" altLang="en-US" dirty="0"/>
              <a:t>マスタ タイトルの書式設定</a:t>
            </a:r>
          </a:p>
        </p:txBody>
      </p:sp>
      <p:sp>
        <p:nvSpPr>
          <p:cNvPr id="3" name="コンテンツ プレースホルダ 2"/>
          <p:cNvSpPr>
            <a:spLocks noGrp="1"/>
          </p:cNvSpPr>
          <p:nvPr>
            <p:ph idx="1"/>
          </p:nvPr>
        </p:nvSpPr>
        <p:spPr>
          <a:xfrm>
            <a:off x="200472" y="1412577"/>
            <a:ext cx="9505056" cy="5184775"/>
          </a:xfrm>
          <a:prstGeom prst="rect">
            <a:avLst/>
          </a:prstGeom>
        </p:spPr>
        <p:txBody>
          <a:bodyPr>
            <a:normAutofit/>
          </a:bodyPr>
          <a:lstStyle>
            <a:lvl1pPr>
              <a:defRPr>
                <a:latin typeface="メイリオ" pitchFamily="50" charset="-128"/>
                <a:ea typeface="メイリオ" pitchFamily="50" charset="-128"/>
                <a:cs typeface="メイリオ" pitchFamily="50" charset="-128"/>
              </a:defRPr>
            </a:lvl1pPr>
            <a:lvl2pPr>
              <a:defRPr>
                <a:latin typeface="メイリオ" pitchFamily="50" charset="-128"/>
                <a:ea typeface="メイリオ" pitchFamily="50" charset="-128"/>
                <a:cs typeface="メイリオ" pitchFamily="50" charset="-128"/>
              </a:defRPr>
            </a:lvl2pPr>
            <a:lvl3pPr>
              <a:defRPr>
                <a:latin typeface="メイリオ" pitchFamily="50" charset="-128"/>
                <a:ea typeface="メイリオ" pitchFamily="50" charset="-128"/>
                <a:cs typeface="メイリオ" pitchFamily="50" charset="-128"/>
              </a:defRPr>
            </a:lvl3pPr>
            <a:lvl4pPr>
              <a:defRPr>
                <a:latin typeface="メイリオ" pitchFamily="50" charset="-128"/>
                <a:ea typeface="メイリオ" pitchFamily="50" charset="-128"/>
                <a:cs typeface="メイリオ" pitchFamily="50" charset="-128"/>
              </a:defRPr>
            </a:lvl4pPr>
            <a:lvl5pPr>
              <a:defRPr>
                <a:latin typeface="メイリオ" pitchFamily="50" charset="-128"/>
                <a:ea typeface="メイリオ" pitchFamily="50" charset="-128"/>
                <a:cs typeface="メイリオ" pitchFamily="50" charset="-128"/>
              </a:defRPr>
            </a:lvl5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ー 4"/>
          <p:cNvSpPr>
            <a:spLocks noGrp="1"/>
          </p:cNvSpPr>
          <p:nvPr>
            <p:ph type="body" sz="quarter" idx="13"/>
          </p:nvPr>
        </p:nvSpPr>
        <p:spPr>
          <a:xfrm>
            <a:off x="128464" y="692696"/>
            <a:ext cx="9649072" cy="340519"/>
          </a:xfrm>
          <a:prstGeom prst="roundRect">
            <a:avLst/>
          </a:prstGeom>
          <a:ln>
            <a:solidFill>
              <a:srgbClr val="00B050"/>
            </a:solidFill>
          </a:ln>
        </p:spPr>
        <p:style>
          <a:lnRef idx="2">
            <a:schemeClr val="accent2"/>
          </a:lnRef>
          <a:fillRef idx="1">
            <a:schemeClr val="lt1"/>
          </a:fillRef>
          <a:effectRef idx="0">
            <a:schemeClr val="accent2"/>
          </a:effectRef>
          <a:fontRef idx="minor">
            <a:schemeClr val="dk1"/>
          </a:fontRef>
        </p:style>
        <p:txBody>
          <a:bodyPr rtlCol="0">
            <a:spAutoFit/>
          </a:bodyPr>
          <a:lstStyle>
            <a:lvl1pPr marL="0" indent="0">
              <a:buFontTx/>
              <a:buNone/>
              <a:defRPr lang="ja-JP" altLang="en-US" sz="1400" kern="1200" smtClean="0">
                <a:solidFill>
                  <a:schemeClr val="dk1"/>
                </a:solidFill>
                <a:latin typeface="メイリオ" pitchFamily="50" charset="-128"/>
                <a:ea typeface="メイリオ" pitchFamily="50" charset="-128"/>
                <a:cs typeface="メイリオ" pitchFamily="50" charset="-128"/>
              </a:defRPr>
            </a:lvl1pPr>
            <a:lvl2pPr marL="171450" indent="0">
              <a:buFontTx/>
              <a:buNone/>
              <a:defRPr lang="ja-JP" altLang="en-US" kern="1200" smtClean="0">
                <a:solidFill>
                  <a:schemeClr val="dk1"/>
                </a:solidFill>
                <a:cs typeface="+mn-cs"/>
              </a:defRPr>
            </a:lvl2pPr>
            <a:lvl3pPr marL="685800" indent="0">
              <a:buFontTx/>
              <a:buNone/>
              <a:defRPr lang="ja-JP" altLang="en-US" kern="1200" smtClean="0">
                <a:solidFill>
                  <a:schemeClr val="dk1"/>
                </a:solidFill>
                <a:cs typeface="+mn-cs"/>
              </a:defRPr>
            </a:lvl3pPr>
            <a:lvl4pPr marL="1143000" indent="0">
              <a:buFontTx/>
              <a:buNone/>
              <a:defRPr lang="ja-JP" altLang="en-US" kern="1200" smtClean="0">
                <a:solidFill>
                  <a:schemeClr val="dk1"/>
                </a:solidFill>
                <a:cs typeface="+mn-cs"/>
              </a:defRPr>
            </a:lvl4pPr>
            <a:lvl5pPr marL="1600200" indent="0">
              <a:buFontTx/>
              <a:buNone/>
              <a:defRPr lang="ja-JP" altLang="en-US" kern="1200">
                <a:solidFill>
                  <a:schemeClr val="dk1"/>
                </a:solidFill>
                <a:cs typeface="+mn-cs"/>
              </a:defRPr>
            </a:lvl5pPr>
          </a:lstStyle>
          <a:p>
            <a:pPr lvl="0"/>
            <a:r>
              <a:rPr lang="ja-JP" altLang="en-US" dirty="0"/>
              <a:t>マスター テキストの書式設定</a:t>
            </a:r>
          </a:p>
        </p:txBody>
      </p:sp>
      <p:sp>
        <p:nvSpPr>
          <p:cNvPr id="4" name="Rectangle 85">
            <a:extLst>
              <a:ext uri="{FF2B5EF4-FFF2-40B4-BE49-F238E27FC236}">
                <a16:creationId xmlns:a16="http://schemas.microsoft.com/office/drawing/2014/main" id="{23A5B01B-FB98-2505-C343-79CE383A760B}"/>
              </a:ext>
            </a:extLst>
          </p:cNvPr>
          <p:cNvSpPr>
            <a:spLocks noGrp="1" noChangeArrowheads="1"/>
          </p:cNvSpPr>
          <p:nvPr>
            <p:ph type="sldNum" sz="quarter" idx="14"/>
          </p:nvPr>
        </p:nvSpPr>
        <p:spPr/>
        <p:txBody>
          <a:bodyPr/>
          <a:lstStyle>
            <a:lvl1pPr>
              <a:defRPr/>
            </a:lvl1pPr>
          </a:lstStyle>
          <a:p>
            <a:fld id="{81CE1CDE-E10C-4399-ADE3-98260C3802C7}" type="slidenum">
              <a:rPr lang="en-US" altLang="ja-JP"/>
              <a:pPr/>
              <a:t>‹#›</a:t>
            </a:fld>
            <a:endParaRPr lang="en-US" altLang="ja-JP"/>
          </a:p>
        </p:txBody>
      </p:sp>
      <p:sp>
        <p:nvSpPr>
          <p:cNvPr id="6" name="Rectangle 77">
            <a:extLst>
              <a:ext uri="{FF2B5EF4-FFF2-40B4-BE49-F238E27FC236}">
                <a16:creationId xmlns:a16="http://schemas.microsoft.com/office/drawing/2014/main" id="{A3D3E216-AE84-B154-C372-09C07FAEA37E}"/>
              </a:ext>
            </a:extLst>
          </p:cNvPr>
          <p:cNvSpPr>
            <a:spLocks noGrp="1" noChangeArrowheads="1"/>
          </p:cNvSpPr>
          <p:nvPr>
            <p:ph type="ftr" sz="quarter" idx="15"/>
          </p:nvPr>
        </p:nvSpPr>
        <p:spPr bwMode="auto">
          <a:xfrm>
            <a:off x="0" y="6623050"/>
            <a:ext cx="3136900" cy="261938"/>
          </a:xfrm>
          <a:prstGeom prst="rect">
            <a:avLst/>
          </a:prstGeom>
          <a:ln>
            <a:miter lim="800000"/>
            <a:headEnd/>
            <a:tailEnd/>
          </a:ln>
        </p:spPr>
        <p:txBody>
          <a:bodyPr wrap="square" numCol="1" anchor="t" anchorCtr="0" compatLnSpc="1">
            <a:prstTxWarp prst="textNoShape">
              <a:avLst/>
            </a:prstTxWarp>
            <a:spAutoFit/>
          </a:bodyPr>
          <a:lstStyle>
            <a:lvl1pPr algn="l">
              <a:defRPr sz="1100">
                <a:solidFill>
                  <a:srgbClr val="C0504D"/>
                </a:solidFill>
                <a:latin typeface="+mn-lt"/>
                <a:ea typeface="MS UI Gothic" pitchFamily="50" charset="-128"/>
              </a:defRPr>
            </a:lvl1pPr>
          </a:lstStyle>
          <a:p>
            <a:pPr>
              <a:defRPr/>
            </a:pPr>
            <a:r>
              <a:rPr lang="en-US" altLang="ja-JP"/>
              <a:t>無断複製・転用厳禁　JIPDEC,</a:t>
            </a:r>
            <a:r>
              <a:rPr lang="ja-JP" altLang="en-US"/>
              <a:t>　</a:t>
            </a:r>
            <a:r>
              <a:rPr lang="en-US" altLang="ja-JP"/>
              <a:t>2012-2013</a:t>
            </a:r>
          </a:p>
        </p:txBody>
      </p:sp>
    </p:spTree>
    <p:extLst>
      <p:ext uri="{BB962C8B-B14F-4D97-AF65-F5344CB8AC3E}">
        <p14:creationId xmlns:p14="http://schemas.microsoft.com/office/powerpoint/2010/main" val="115598658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 name="AutoShape 11">
            <a:extLst>
              <a:ext uri="{FF2B5EF4-FFF2-40B4-BE49-F238E27FC236}">
                <a16:creationId xmlns:a16="http://schemas.microsoft.com/office/drawing/2014/main" id="{312B4377-55A6-9D65-231F-5991F86B32ED}"/>
              </a:ext>
            </a:extLst>
          </p:cNvPr>
          <p:cNvSpPr>
            <a:spLocks noChangeArrowheads="1"/>
          </p:cNvSpPr>
          <p:nvPr/>
        </p:nvSpPr>
        <p:spPr bwMode="auto">
          <a:xfrm flipV="1">
            <a:off x="128588" y="549275"/>
            <a:ext cx="9577387" cy="71438"/>
          </a:xfrm>
          <a:prstGeom prst="roundRect">
            <a:avLst>
              <a:gd name="adj" fmla="val 16667"/>
            </a:avLst>
          </a:prstGeom>
          <a:gradFill rotWithShape="1">
            <a:gsLst>
              <a:gs pos="0">
                <a:srgbClr val="3333FF"/>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lIns="91380" tIns="45690" rIns="91380" bIns="45690" anchor="ctr"/>
          <a:lstStyle>
            <a:lvl1pPr eaLnBrk="0" hangingPunct="0">
              <a:defRPr kumimoji="1" sz="1400" b="1">
                <a:solidFill>
                  <a:srgbClr val="000066"/>
                </a:solidFill>
                <a:latin typeface="Arial" charset="0"/>
                <a:ea typeface="ＭＳ Ｐゴシック" pitchFamily="50" charset="-128"/>
              </a:defRPr>
            </a:lvl1pPr>
            <a:lvl2pPr marL="742950" indent="-285750" eaLnBrk="0" hangingPunct="0">
              <a:defRPr kumimoji="1" sz="1400" b="1">
                <a:solidFill>
                  <a:srgbClr val="000066"/>
                </a:solidFill>
                <a:latin typeface="Arial" charset="0"/>
                <a:ea typeface="ＭＳ Ｐゴシック" pitchFamily="50" charset="-128"/>
              </a:defRPr>
            </a:lvl2pPr>
            <a:lvl3pPr marL="1143000" indent="-228600" eaLnBrk="0" hangingPunct="0">
              <a:defRPr kumimoji="1" sz="1400" b="1">
                <a:solidFill>
                  <a:srgbClr val="000066"/>
                </a:solidFill>
                <a:latin typeface="Arial" charset="0"/>
                <a:ea typeface="ＭＳ Ｐゴシック" pitchFamily="50" charset="-128"/>
              </a:defRPr>
            </a:lvl3pPr>
            <a:lvl4pPr marL="1600200" indent="-228600" eaLnBrk="0" hangingPunct="0">
              <a:defRPr kumimoji="1" sz="1400" b="1">
                <a:solidFill>
                  <a:srgbClr val="000066"/>
                </a:solidFill>
                <a:latin typeface="Arial" charset="0"/>
                <a:ea typeface="ＭＳ Ｐゴシック" pitchFamily="50" charset="-128"/>
              </a:defRPr>
            </a:lvl4pPr>
            <a:lvl5pPr marL="2057400" indent="-228600" eaLnBrk="0" hangingPunct="0">
              <a:defRPr kumimoji="1" sz="1400" b="1">
                <a:solidFill>
                  <a:srgbClr val="000066"/>
                </a:solidFill>
                <a:latin typeface="Arial" charset="0"/>
                <a:ea typeface="ＭＳ Ｐゴシック" pitchFamily="50" charset="-128"/>
              </a:defRPr>
            </a:lvl5pPr>
            <a:lvl6pPr marL="25146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6pPr>
            <a:lvl7pPr marL="29718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7pPr>
            <a:lvl8pPr marL="34290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8pPr>
            <a:lvl9pPr marL="38862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9pPr>
          </a:lstStyle>
          <a:p>
            <a:pPr eaLnBrk="1" hangingPunct="1">
              <a:defRPr/>
            </a:pPr>
            <a:endParaRPr lang="ja-JP" altLang="en-US" sz="1800" b="0">
              <a:solidFill>
                <a:srgbClr val="000000"/>
              </a:solidFill>
            </a:endParaRPr>
          </a:p>
        </p:txBody>
      </p:sp>
      <p:sp>
        <p:nvSpPr>
          <p:cNvPr id="6146" name="Rectangle 2"/>
          <p:cNvSpPr>
            <a:spLocks noGrp="1" noChangeArrowheads="1"/>
          </p:cNvSpPr>
          <p:nvPr>
            <p:ph type="ctrTitle"/>
          </p:nvPr>
        </p:nvSpPr>
        <p:spPr>
          <a:xfrm>
            <a:off x="985852" y="2205038"/>
            <a:ext cx="8791575" cy="792162"/>
          </a:xfrm>
        </p:spPr>
        <p:txBody>
          <a:bodyPr/>
          <a:lstStyle>
            <a:lvl1pPr>
              <a:defRPr sz="3200"/>
            </a:lvl1pPr>
          </a:lstStyle>
          <a:p>
            <a:r>
              <a:rPr lang="en-US" altLang="ja-JP"/>
              <a:t>○○○</a:t>
            </a:r>
            <a:r>
              <a:rPr lang="ja-JP" altLang="en-US"/>
              <a:t>の現状について（丸ゴシック</a:t>
            </a:r>
            <a:r>
              <a:rPr lang="en-US" altLang="ja-JP"/>
              <a:t>32</a:t>
            </a:r>
            <a:r>
              <a:rPr lang="ja-JP" altLang="en-US"/>
              <a:t>～</a:t>
            </a:r>
            <a:r>
              <a:rPr lang="en-US" altLang="ja-JP"/>
              <a:t>44P</a:t>
            </a:r>
            <a:r>
              <a:rPr lang="ja-JP" altLang="en-US"/>
              <a:t>）</a:t>
            </a:r>
          </a:p>
        </p:txBody>
      </p:sp>
      <p:sp>
        <p:nvSpPr>
          <p:cNvPr id="6147" name="Rectangle 3"/>
          <p:cNvSpPr>
            <a:spLocks noGrp="1" noChangeArrowheads="1"/>
          </p:cNvSpPr>
          <p:nvPr>
            <p:ph type="subTitle" idx="1"/>
          </p:nvPr>
        </p:nvSpPr>
        <p:spPr>
          <a:xfrm>
            <a:off x="2073275" y="4581525"/>
            <a:ext cx="6934200" cy="1512888"/>
          </a:xfrm>
        </p:spPr>
        <p:txBody>
          <a:bodyPr/>
          <a:lstStyle>
            <a:lvl1pPr marL="0" indent="0" algn="r">
              <a:buFont typeface="Wingdings" pitchFamily="2" charset="2"/>
              <a:buNone/>
              <a:defRPr sz="2400" b="1">
                <a:solidFill>
                  <a:schemeClr val="hlink"/>
                </a:solidFill>
              </a:defRPr>
            </a:lvl1pPr>
          </a:lstStyle>
          <a:p>
            <a:r>
              <a:rPr lang="ja-JP" altLang="en-US"/>
              <a:t>平成１９年４月２４日</a:t>
            </a:r>
          </a:p>
          <a:p>
            <a:r>
              <a:rPr lang="ja-JP" altLang="en-US"/>
              <a:t>大臣官房　総務課</a:t>
            </a:r>
          </a:p>
          <a:p>
            <a:r>
              <a:rPr lang="ja-JP" altLang="en-US"/>
              <a:t>●●太郎</a:t>
            </a:r>
          </a:p>
        </p:txBody>
      </p:sp>
      <p:sp>
        <p:nvSpPr>
          <p:cNvPr id="3" name="スライド番号プレースホルダ 10">
            <a:extLst>
              <a:ext uri="{FF2B5EF4-FFF2-40B4-BE49-F238E27FC236}">
                <a16:creationId xmlns:a16="http://schemas.microsoft.com/office/drawing/2014/main" id="{95E54897-53BB-922C-8003-A81AD3FEC1F7}"/>
              </a:ext>
            </a:extLst>
          </p:cNvPr>
          <p:cNvSpPr>
            <a:spLocks noGrp="1"/>
          </p:cNvSpPr>
          <p:nvPr>
            <p:ph type="sldNum" sz="quarter" idx="10"/>
          </p:nvPr>
        </p:nvSpPr>
        <p:spPr/>
        <p:txBody>
          <a:bodyPr/>
          <a:lstStyle>
            <a:lvl1pPr>
              <a:defRPr/>
            </a:lvl1pPr>
          </a:lstStyle>
          <a:p>
            <a:fld id="{3CE932AF-34E1-4A04-82E9-FBBFF2241A44}" type="slidenum">
              <a:rPr lang="en-US" altLang="ja-JP"/>
              <a:pPr/>
              <a:t>‹#›</a:t>
            </a:fld>
            <a:endParaRPr lang="en-US" altLang="ja-JP"/>
          </a:p>
        </p:txBody>
      </p:sp>
    </p:spTree>
    <p:extLst>
      <p:ext uri="{BB962C8B-B14F-4D97-AF65-F5344CB8AC3E}">
        <p14:creationId xmlns:p14="http://schemas.microsoft.com/office/powerpoint/2010/main" val="72772207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idx="1"/>
          </p:nvPr>
        </p:nvSpPr>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6">
            <a:extLst>
              <a:ext uri="{FF2B5EF4-FFF2-40B4-BE49-F238E27FC236}">
                <a16:creationId xmlns:a16="http://schemas.microsoft.com/office/drawing/2014/main" id="{49E50C5B-81B8-50B3-BE30-6446F715DB3E}"/>
              </a:ext>
            </a:extLst>
          </p:cNvPr>
          <p:cNvSpPr>
            <a:spLocks noGrp="1" noChangeArrowheads="1"/>
          </p:cNvSpPr>
          <p:nvPr>
            <p:ph type="sldNum" sz="quarter" idx="10"/>
          </p:nvPr>
        </p:nvSpPr>
        <p:spPr>
          <a:ln/>
        </p:spPr>
        <p:txBody>
          <a:bodyPr/>
          <a:lstStyle>
            <a:lvl1pPr>
              <a:defRPr/>
            </a:lvl1pPr>
          </a:lstStyle>
          <a:p>
            <a:fld id="{1FBFAED6-B632-493C-BCB5-A5F37D6D7EF8}" type="slidenum">
              <a:rPr lang="en-US" altLang="ja-JP"/>
              <a:pPr/>
              <a:t>‹#›</a:t>
            </a:fld>
            <a:endParaRPr lang="en-US" altLang="ja-JP"/>
          </a:p>
        </p:txBody>
      </p:sp>
    </p:spTree>
    <p:extLst>
      <p:ext uri="{BB962C8B-B14F-4D97-AF65-F5344CB8AC3E}">
        <p14:creationId xmlns:p14="http://schemas.microsoft.com/office/powerpoint/2010/main" val="133406364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Rectangle 6">
            <a:extLst>
              <a:ext uri="{FF2B5EF4-FFF2-40B4-BE49-F238E27FC236}">
                <a16:creationId xmlns:a16="http://schemas.microsoft.com/office/drawing/2014/main" id="{A10DF79D-E815-6232-D586-EFAE33600A57}"/>
              </a:ext>
            </a:extLst>
          </p:cNvPr>
          <p:cNvSpPr>
            <a:spLocks noGrp="1" noChangeArrowheads="1"/>
          </p:cNvSpPr>
          <p:nvPr>
            <p:ph type="sldNum" sz="quarter" idx="10"/>
          </p:nvPr>
        </p:nvSpPr>
        <p:spPr>
          <a:ln/>
        </p:spPr>
        <p:txBody>
          <a:bodyPr/>
          <a:lstStyle>
            <a:lvl1pPr>
              <a:defRPr/>
            </a:lvl1pPr>
          </a:lstStyle>
          <a:p>
            <a:fld id="{293901E5-DFCF-41A4-BB2E-F5ECF848EC31}" type="slidenum">
              <a:rPr lang="en-US" altLang="ja-JP"/>
              <a:pPr/>
              <a:t>‹#›</a:t>
            </a:fld>
            <a:endParaRPr lang="en-US" altLang="ja-JP"/>
          </a:p>
        </p:txBody>
      </p:sp>
    </p:spTree>
    <p:extLst>
      <p:ext uri="{BB962C8B-B14F-4D97-AF65-F5344CB8AC3E}">
        <p14:creationId xmlns:p14="http://schemas.microsoft.com/office/powerpoint/2010/main" val="153784973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638" y="4406918"/>
            <a:ext cx="8420100" cy="1362075"/>
          </a:xfr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82638" y="2906713"/>
            <a:ext cx="8420100" cy="1500187"/>
          </a:xfrm>
        </p:spPr>
        <p:txBody>
          <a:bodyPr anchor="b"/>
          <a:lstStyle>
            <a:lvl1pPr marL="0" indent="0">
              <a:buNone/>
              <a:defRPr sz="2000"/>
            </a:lvl1pPr>
            <a:lvl2pPr marL="456908" indent="0">
              <a:buNone/>
              <a:defRPr sz="1800"/>
            </a:lvl2pPr>
            <a:lvl3pPr marL="913815" indent="0">
              <a:buNone/>
              <a:defRPr sz="1600"/>
            </a:lvl3pPr>
            <a:lvl4pPr marL="1370724" indent="0">
              <a:buNone/>
              <a:defRPr sz="1400"/>
            </a:lvl4pPr>
            <a:lvl5pPr marL="1827630" indent="0">
              <a:buNone/>
              <a:defRPr sz="1400"/>
            </a:lvl5pPr>
            <a:lvl6pPr marL="2284538" indent="0">
              <a:buNone/>
              <a:defRPr sz="1400"/>
            </a:lvl6pPr>
            <a:lvl7pPr marL="2741445" indent="0">
              <a:buNone/>
              <a:defRPr sz="1400"/>
            </a:lvl7pPr>
            <a:lvl8pPr marL="3198355" indent="0">
              <a:buNone/>
              <a:defRPr sz="1400"/>
            </a:lvl8pPr>
            <a:lvl9pPr marL="3655260" indent="0">
              <a:buNone/>
              <a:defRPr sz="1400"/>
            </a:lvl9pPr>
          </a:lstStyle>
          <a:p>
            <a:pPr lvl="0"/>
            <a:r>
              <a:rPr lang="ja-JP" altLang="en-US"/>
              <a:t>マスタ テキストの書式設定</a:t>
            </a:r>
          </a:p>
        </p:txBody>
      </p:sp>
      <p:sp>
        <p:nvSpPr>
          <p:cNvPr id="4" name="Rectangle 6">
            <a:extLst>
              <a:ext uri="{FF2B5EF4-FFF2-40B4-BE49-F238E27FC236}">
                <a16:creationId xmlns:a16="http://schemas.microsoft.com/office/drawing/2014/main" id="{CF18D7C5-60BA-6725-DD9D-608B8D1F9F6F}"/>
              </a:ext>
            </a:extLst>
          </p:cNvPr>
          <p:cNvSpPr>
            <a:spLocks noGrp="1" noChangeArrowheads="1"/>
          </p:cNvSpPr>
          <p:nvPr>
            <p:ph type="sldNum" sz="quarter" idx="10"/>
          </p:nvPr>
        </p:nvSpPr>
        <p:spPr>
          <a:ln/>
        </p:spPr>
        <p:txBody>
          <a:bodyPr/>
          <a:lstStyle>
            <a:lvl1pPr>
              <a:defRPr/>
            </a:lvl1pPr>
          </a:lstStyle>
          <a:p>
            <a:fld id="{9B10C53C-0DD9-414D-9FDA-8FC1B8C7F464}" type="slidenum">
              <a:rPr lang="en-US" altLang="ja-JP"/>
              <a:pPr/>
              <a:t>‹#›</a:t>
            </a:fld>
            <a:endParaRPr lang="en-US" altLang="ja-JP"/>
          </a:p>
        </p:txBody>
      </p:sp>
    </p:spTree>
    <p:extLst>
      <p:ext uri="{BB962C8B-B14F-4D97-AF65-F5344CB8AC3E}">
        <p14:creationId xmlns:p14="http://schemas.microsoft.com/office/powerpoint/2010/main" val="3677086563"/>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271477" y="836620"/>
            <a:ext cx="4605337" cy="1511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5029202" y="836620"/>
            <a:ext cx="4605338" cy="1511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6">
            <a:extLst>
              <a:ext uri="{FF2B5EF4-FFF2-40B4-BE49-F238E27FC236}">
                <a16:creationId xmlns:a16="http://schemas.microsoft.com/office/drawing/2014/main" id="{780518C6-F54D-2F90-96D6-4919A633D6CD}"/>
              </a:ext>
            </a:extLst>
          </p:cNvPr>
          <p:cNvSpPr>
            <a:spLocks noGrp="1" noChangeArrowheads="1"/>
          </p:cNvSpPr>
          <p:nvPr>
            <p:ph type="sldNum" sz="quarter" idx="10"/>
          </p:nvPr>
        </p:nvSpPr>
        <p:spPr>
          <a:ln/>
        </p:spPr>
        <p:txBody>
          <a:bodyPr/>
          <a:lstStyle>
            <a:lvl1pPr>
              <a:defRPr/>
            </a:lvl1pPr>
          </a:lstStyle>
          <a:p>
            <a:fld id="{FAE3C124-0831-4ECB-96A6-753ED6B14A18}" type="slidenum">
              <a:rPr lang="en-US" altLang="ja-JP"/>
              <a:pPr/>
              <a:t>‹#›</a:t>
            </a:fld>
            <a:endParaRPr lang="en-US" altLang="ja-JP"/>
          </a:p>
        </p:txBody>
      </p:sp>
    </p:spTree>
    <p:extLst>
      <p:ext uri="{BB962C8B-B14F-4D97-AF65-F5344CB8AC3E}">
        <p14:creationId xmlns:p14="http://schemas.microsoft.com/office/powerpoint/2010/main" val="335698644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4638"/>
            <a:ext cx="8915400" cy="1143000"/>
          </a:xfrm>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95300" y="1535113"/>
            <a:ext cx="4376738" cy="639762"/>
          </a:xfrm>
        </p:spPr>
        <p:txBody>
          <a:bodyPr anchor="b"/>
          <a:lstStyle>
            <a:lvl1pPr marL="0" indent="0">
              <a:buNone/>
              <a:defRPr sz="2400" b="1"/>
            </a:lvl1pPr>
            <a:lvl2pPr marL="456908" indent="0">
              <a:buNone/>
              <a:defRPr sz="2000" b="1"/>
            </a:lvl2pPr>
            <a:lvl3pPr marL="913815" indent="0">
              <a:buNone/>
              <a:defRPr sz="1800" b="1"/>
            </a:lvl3pPr>
            <a:lvl4pPr marL="1370724" indent="0">
              <a:buNone/>
              <a:defRPr sz="1600" b="1"/>
            </a:lvl4pPr>
            <a:lvl5pPr marL="1827630" indent="0">
              <a:buNone/>
              <a:defRPr sz="1600" b="1"/>
            </a:lvl5pPr>
            <a:lvl6pPr marL="2284538" indent="0">
              <a:buNone/>
              <a:defRPr sz="1600" b="1"/>
            </a:lvl6pPr>
            <a:lvl7pPr marL="2741445" indent="0">
              <a:buNone/>
              <a:defRPr sz="1600" b="1"/>
            </a:lvl7pPr>
            <a:lvl8pPr marL="3198355" indent="0">
              <a:buNone/>
              <a:defRPr sz="1600" b="1"/>
            </a:lvl8pPr>
            <a:lvl9pPr marL="365526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5032386" y="1535113"/>
            <a:ext cx="4378325" cy="639762"/>
          </a:xfrm>
        </p:spPr>
        <p:txBody>
          <a:bodyPr anchor="b"/>
          <a:lstStyle>
            <a:lvl1pPr marL="0" indent="0">
              <a:buNone/>
              <a:defRPr sz="2400" b="1"/>
            </a:lvl1pPr>
            <a:lvl2pPr marL="456908" indent="0">
              <a:buNone/>
              <a:defRPr sz="2000" b="1"/>
            </a:lvl2pPr>
            <a:lvl3pPr marL="913815" indent="0">
              <a:buNone/>
              <a:defRPr sz="1800" b="1"/>
            </a:lvl3pPr>
            <a:lvl4pPr marL="1370724" indent="0">
              <a:buNone/>
              <a:defRPr sz="1600" b="1"/>
            </a:lvl4pPr>
            <a:lvl5pPr marL="1827630" indent="0">
              <a:buNone/>
              <a:defRPr sz="1600" b="1"/>
            </a:lvl5pPr>
            <a:lvl6pPr marL="2284538" indent="0">
              <a:buNone/>
              <a:defRPr sz="1600" b="1"/>
            </a:lvl6pPr>
            <a:lvl7pPr marL="2741445" indent="0">
              <a:buNone/>
              <a:defRPr sz="1600" b="1"/>
            </a:lvl7pPr>
            <a:lvl8pPr marL="3198355" indent="0">
              <a:buNone/>
              <a:defRPr sz="1600" b="1"/>
            </a:lvl8pPr>
            <a:lvl9pPr marL="365526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5032386"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6">
            <a:extLst>
              <a:ext uri="{FF2B5EF4-FFF2-40B4-BE49-F238E27FC236}">
                <a16:creationId xmlns:a16="http://schemas.microsoft.com/office/drawing/2014/main" id="{64B66320-2D6B-58BB-7B5B-4061B7F759F4}"/>
              </a:ext>
            </a:extLst>
          </p:cNvPr>
          <p:cNvSpPr>
            <a:spLocks noGrp="1" noChangeArrowheads="1"/>
          </p:cNvSpPr>
          <p:nvPr>
            <p:ph type="sldNum" sz="quarter" idx="10"/>
          </p:nvPr>
        </p:nvSpPr>
        <p:spPr>
          <a:ln/>
        </p:spPr>
        <p:txBody>
          <a:bodyPr/>
          <a:lstStyle>
            <a:lvl1pPr>
              <a:defRPr/>
            </a:lvl1pPr>
          </a:lstStyle>
          <a:p>
            <a:fld id="{98CAE931-E40E-4FF7-BE65-ABEBC60E5000}" type="slidenum">
              <a:rPr lang="en-US" altLang="ja-JP"/>
              <a:pPr/>
              <a:t>‹#›</a:t>
            </a:fld>
            <a:endParaRPr lang="en-US" altLang="ja-JP"/>
          </a:p>
        </p:txBody>
      </p:sp>
    </p:spTree>
    <p:extLst>
      <p:ext uri="{BB962C8B-B14F-4D97-AF65-F5344CB8AC3E}">
        <p14:creationId xmlns:p14="http://schemas.microsoft.com/office/powerpoint/2010/main" val="216194819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Rectangle 6">
            <a:extLst>
              <a:ext uri="{FF2B5EF4-FFF2-40B4-BE49-F238E27FC236}">
                <a16:creationId xmlns:a16="http://schemas.microsoft.com/office/drawing/2014/main" id="{C6839A84-7ECB-1570-650D-789EDE37464E}"/>
              </a:ext>
            </a:extLst>
          </p:cNvPr>
          <p:cNvSpPr>
            <a:spLocks noGrp="1" noChangeArrowheads="1"/>
          </p:cNvSpPr>
          <p:nvPr>
            <p:ph type="sldNum" sz="quarter" idx="10"/>
          </p:nvPr>
        </p:nvSpPr>
        <p:spPr>
          <a:ln/>
        </p:spPr>
        <p:txBody>
          <a:bodyPr/>
          <a:lstStyle>
            <a:lvl1pPr>
              <a:defRPr/>
            </a:lvl1pPr>
          </a:lstStyle>
          <a:p>
            <a:fld id="{8D6D7BB5-9031-4A4A-A062-71BC58DE856B}" type="slidenum">
              <a:rPr lang="en-US" altLang="ja-JP"/>
              <a:pPr/>
              <a:t>‹#›</a:t>
            </a:fld>
            <a:endParaRPr lang="en-US" altLang="ja-JP"/>
          </a:p>
        </p:txBody>
      </p:sp>
    </p:spTree>
    <p:extLst>
      <p:ext uri="{BB962C8B-B14F-4D97-AF65-F5344CB8AC3E}">
        <p14:creationId xmlns:p14="http://schemas.microsoft.com/office/powerpoint/2010/main" val="1469369211"/>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6AAF523E-9739-912D-2D92-51FCE0A8C7C3}"/>
              </a:ext>
            </a:extLst>
          </p:cNvPr>
          <p:cNvSpPr>
            <a:spLocks noGrp="1" noChangeArrowheads="1"/>
          </p:cNvSpPr>
          <p:nvPr>
            <p:ph type="sldNum" sz="quarter" idx="10"/>
          </p:nvPr>
        </p:nvSpPr>
        <p:spPr>
          <a:ln/>
        </p:spPr>
        <p:txBody>
          <a:bodyPr/>
          <a:lstStyle>
            <a:lvl1pPr>
              <a:defRPr/>
            </a:lvl1pPr>
          </a:lstStyle>
          <a:p>
            <a:fld id="{85E098BA-ABD6-4C32-9AD6-0A20AA1ED4FA}" type="slidenum">
              <a:rPr lang="en-US" altLang="ja-JP"/>
              <a:pPr/>
              <a:t>‹#›</a:t>
            </a:fld>
            <a:endParaRPr lang="en-US" altLang="ja-JP"/>
          </a:p>
        </p:txBody>
      </p:sp>
    </p:spTree>
    <p:extLst>
      <p:ext uri="{BB962C8B-B14F-4D97-AF65-F5344CB8AC3E}">
        <p14:creationId xmlns:p14="http://schemas.microsoft.com/office/powerpoint/2010/main" val="13734711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6" y="273050"/>
            <a:ext cx="3259138" cy="1162050"/>
          </a:xfr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873499" y="273067"/>
            <a:ext cx="553720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95306" y="1435113"/>
            <a:ext cx="3259138" cy="4691063"/>
          </a:xfrm>
        </p:spPr>
        <p:txBody>
          <a:bodyPr/>
          <a:lstStyle>
            <a:lvl1pPr marL="0" indent="0">
              <a:buNone/>
              <a:defRPr sz="1400"/>
            </a:lvl1pPr>
            <a:lvl2pPr marL="456908" indent="0">
              <a:buNone/>
              <a:defRPr sz="1200"/>
            </a:lvl2pPr>
            <a:lvl3pPr marL="913815" indent="0">
              <a:buNone/>
              <a:defRPr sz="1000"/>
            </a:lvl3pPr>
            <a:lvl4pPr marL="1370724" indent="0">
              <a:buNone/>
              <a:defRPr sz="900"/>
            </a:lvl4pPr>
            <a:lvl5pPr marL="1827630" indent="0">
              <a:buNone/>
              <a:defRPr sz="900"/>
            </a:lvl5pPr>
            <a:lvl6pPr marL="2284538" indent="0">
              <a:buNone/>
              <a:defRPr sz="900"/>
            </a:lvl6pPr>
            <a:lvl7pPr marL="2741445" indent="0">
              <a:buNone/>
              <a:defRPr sz="900"/>
            </a:lvl7pPr>
            <a:lvl8pPr marL="3198355" indent="0">
              <a:buNone/>
              <a:defRPr sz="900"/>
            </a:lvl8pPr>
            <a:lvl9pPr marL="3655260" indent="0">
              <a:buNone/>
              <a:defRPr sz="900"/>
            </a:lvl9pPr>
          </a:lstStyle>
          <a:p>
            <a:pPr lvl="0"/>
            <a:r>
              <a:rPr lang="ja-JP" altLang="en-US"/>
              <a:t>マスタ テキストの書式設定</a:t>
            </a:r>
          </a:p>
        </p:txBody>
      </p:sp>
      <p:sp>
        <p:nvSpPr>
          <p:cNvPr id="5" name="Rectangle 6">
            <a:extLst>
              <a:ext uri="{FF2B5EF4-FFF2-40B4-BE49-F238E27FC236}">
                <a16:creationId xmlns:a16="http://schemas.microsoft.com/office/drawing/2014/main" id="{027F10F1-660C-7126-C9AA-5E845A8D4AE2}"/>
              </a:ext>
            </a:extLst>
          </p:cNvPr>
          <p:cNvSpPr>
            <a:spLocks noGrp="1" noChangeArrowheads="1"/>
          </p:cNvSpPr>
          <p:nvPr>
            <p:ph type="sldNum" sz="quarter" idx="10"/>
          </p:nvPr>
        </p:nvSpPr>
        <p:spPr>
          <a:ln/>
        </p:spPr>
        <p:txBody>
          <a:bodyPr/>
          <a:lstStyle>
            <a:lvl1pPr>
              <a:defRPr/>
            </a:lvl1pPr>
          </a:lstStyle>
          <a:p>
            <a:fld id="{196BB7EB-0EC1-4FA5-8210-AE29DE2E6C79}" type="slidenum">
              <a:rPr lang="en-US" altLang="ja-JP"/>
              <a:pPr/>
              <a:t>‹#›</a:t>
            </a:fld>
            <a:endParaRPr lang="en-US" altLang="ja-JP"/>
          </a:p>
        </p:txBody>
      </p:sp>
    </p:spTree>
    <p:extLst>
      <p:ext uri="{BB962C8B-B14F-4D97-AF65-F5344CB8AC3E}">
        <p14:creationId xmlns:p14="http://schemas.microsoft.com/office/powerpoint/2010/main" val="98135539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941513" y="4800601"/>
            <a:ext cx="5943600" cy="566738"/>
          </a:xfr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941513" y="612775"/>
            <a:ext cx="5943600" cy="4114800"/>
          </a:xfrm>
        </p:spPr>
        <p:txBody>
          <a:bodyPr/>
          <a:lstStyle>
            <a:lvl1pPr marL="0" indent="0">
              <a:buNone/>
              <a:defRPr sz="3200"/>
            </a:lvl1pPr>
            <a:lvl2pPr marL="456908" indent="0">
              <a:buNone/>
              <a:defRPr sz="2800"/>
            </a:lvl2pPr>
            <a:lvl3pPr marL="913815" indent="0">
              <a:buNone/>
              <a:defRPr sz="2400"/>
            </a:lvl3pPr>
            <a:lvl4pPr marL="1370724" indent="0">
              <a:buNone/>
              <a:defRPr sz="2000"/>
            </a:lvl4pPr>
            <a:lvl5pPr marL="1827630" indent="0">
              <a:buNone/>
              <a:defRPr sz="2000"/>
            </a:lvl5pPr>
            <a:lvl6pPr marL="2284538" indent="0">
              <a:buNone/>
              <a:defRPr sz="2000"/>
            </a:lvl6pPr>
            <a:lvl7pPr marL="2741445" indent="0">
              <a:buNone/>
              <a:defRPr sz="2000"/>
            </a:lvl7pPr>
            <a:lvl8pPr marL="3198355" indent="0">
              <a:buNone/>
              <a:defRPr sz="2000"/>
            </a:lvl8pPr>
            <a:lvl9pPr marL="3655260" indent="0">
              <a:buNone/>
              <a:defRPr sz="2000"/>
            </a:lvl9pPr>
          </a:lstStyle>
          <a:p>
            <a:pPr lvl="0"/>
            <a:endParaRPr lang="ja-JP" altLang="en-US" noProof="0" dirty="0"/>
          </a:p>
        </p:txBody>
      </p:sp>
      <p:sp>
        <p:nvSpPr>
          <p:cNvPr id="4" name="テキスト プレースホルダ 3"/>
          <p:cNvSpPr>
            <a:spLocks noGrp="1"/>
          </p:cNvSpPr>
          <p:nvPr>
            <p:ph type="body" sz="half" idx="2"/>
          </p:nvPr>
        </p:nvSpPr>
        <p:spPr>
          <a:xfrm>
            <a:off x="1941513" y="5367339"/>
            <a:ext cx="5943600" cy="804862"/>
          </a:xfrm>
        </p:spPr>
        <p:txBody>
          <a:bodyPr/>
          <a:lstStyle>
            <a:lvl1pPr marL="0" indent="0">
              <a:buNone/>
              <a:defRPr sz="1400"/>
            </a:lvl1pPr>
            <a:lvl2pPr marL="456908" indent="0">
              <a:buNone/>
              <a:defRPr sz="1200"/>
            </a:lvl2pPr>
            <a:lvl3pPr marL="913815" indent="0">
              <a:buNone/>
              <a:defRPr sz="1000"/>
            </a:lvl3pPr>
            <a:lvl4pPr marL="1370724" indent="0">
              <a:buNone/>
              <a:defRPr sz="900"/>
            </a:lvl4pPr>
            <a:lvl5pPr marL="1827630" indent="0">
              <a:buNone/>
              <a:defRPr sz="900"/>
            </a:lvl5pPr>
            <a:lvl6pPr marL="2284538" indent="0">
              <a:buNone/>
              <a:defRPr sz="900"/>
            </a:lvl6pPr>
            <a:lvl7pPr marL="2741445" indent="0">
              <a:buNone/>
              <a:defRPr sz="900"/>
            </a:lvl7pPr>
            <a:lvl8pPr marL="3198355" indent="0">
              <a:buNone/>
              <a:defRPr sz="900"/>
            </a:lvl8pPr>
            <a:lvl9pPr marL="3655260" indent="0">
              <a:buNone/>
              <a:defRPr sz="900"/>
            </a:lvl9pPr>
          </a:lstStyle>
          <a:p>
            <a:pPr lvl="0"/>
            <a:r>
              <a:rPr lang="ja-JP" altLang="en-US"/>
              <a:t>マスタ テキストの書式設定</a:t>
            </a:r>
          </a:p>
        </p:txBody>
      </p:sp>
      <p:sp>
        <p:nvSpPr>
          <p:cNvPr id="5" name="Rectangle 6">
            <a:extLst>
              <a:ext uri="{FF2B5EF4-FFF2-40B4-BE49-F238E27FC236}">
                <a16:creationId xmlns:a16="http://schemas.microsoft.com/office/drawing/2014/main" id="{11FEFA6F-62E2-9ECD-8F1B-AE97CE201A8F}"/>
              </a:ext>
            </a:extLst>
          </p:cNvPr>
          <p:cNvSpPr>
            <a:spLocks noGrp="1" noChangeArrowheads="1"/>
          </p:cNvSpPr>
          <p:nvPr>
            <p:ph type="sldNum" sz="quarter" idx="10"/>
          </p:nvPr>
        </p:nvSpPr>
        <p:spPr>
          <a:ln/>
        </p:spPr>
        <p:txBody>
          <a:bodyPr/>
          <a:lstStyle>
            <a:lvl1pPr>
              <a:defRPr/>
            </a:lvl1pPr>
          </a:lstStyle>
          <a:p>
            <a:fld id="{4144585F-FE60-4D91-BE02-AD61D6F20BA3}" type="slidenum">
              <a:rPr lang="en-US" altLang="ja-JP"/>
              <a:pPr/>
              <a:t>‹#›</a:t>
            </a:fld>
            <a:endParaRPr lang="en-US" altLang="ja-JP"/>
          </a:p>
        </p:txBody>
      </p:sp>
    </p:spTree>
    <p:extLst>
      <p:ext uri="{BB962C8B-B14F-4D97-AF65-F5344CB8AC3E}">
        <p14:creationId xmlns:p14="http://schemas.microsoft.com/office/powerpoint/2010/main" val="1973119996"/>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6">
            <a:extLst>
              <a:ext uri="{FF2B5EF4-FFF2-40B4-BE49-F238E27FC236}">
                <a16:creationId xmlns:a16="http://schemas.microsoft.com/office/drawing/2014/main" id="{063CE30F-77CC-698C-974F-DA4EC27D61F8}"/>
              </a:ext>
            </a:extLst>
          </p:cNvPr>
          <p:cNvSpPr>
            <a:spLocks noGrp="1" noChangeArrowheads="1"/>
          </p:cNvSpPr>
          <p:nvPr>
            <p:ph type="sldNum" sz="quarter" idx="10"/>
          </p:nvPr>
        </p:nvSpPr>
        <p:spPr>
          <a:ln/>
        </p:spPr>
        <p:txBody>
          <a:bodyPr/>
          <a:lstStyle>
            <a:lvl1pPr>
              <a:defRPr/>
            </a:lvl1pPr>
          </a:lstStyle>
          <a:p>
            <a:fld id="{06CEB99C-5DDA-42A3-BCD4-30E782E81998}" type="slidenum">
              <a:rPr lang="en-US" altLang="ja-JP"/>
              <a:pPr/>
              <a:t>‹#›</a:t>
            </a:fld>
            <a:endParaRPr lang="en-US" altLang="ja-JP"/>
          </a:p>
        </p:txBody>
      </p:sp>
    </p:spTree>
    <p:extLst>
      <p:ext uri="{BB962C8B-B14F-4D97-AF65-F5344CB8AC3E}">
        <p14:creationId xmlns:p14="http://schemas.microsoft.com/office/powerpoint/2010/main" val="3680303728"/>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7277104" y="115896"/>
            <a:ext cx="2357438" cy="2232025"/>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200039" y="115896"/>
            <a:ext cx="6924675" cy="2232025"/>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6">
            <a:extLst>
              <a:ext uri="{FF2B5EF4-FFF2-40B4-BE49-F238E27FC236}">
                <a16:creationId xmlns:a16="http://schemas.microsoft.com/office/drawing/2014/main" id="{AC5759F4-4CA6-04F4-8853-5CBBD75EDE79}"/>
              </a:ext>
            </a:extLst>
          </p:cNvPr>
          <p:cNvSpPr>
            <a:spLocks noGrp="1" noChangeArrowheads="1"/>
          </p:cNvSpPr>
          <p:nvPr>
            <p:ph type="sldNum" sz="quarter" idx="10"/>
          </p:nvPr>
        </p:nvSpPr>
        <p:spPr>
          <a:ln/>
        </p:spPr>
        <p:txBody>
          <a:bodyPr/>
          <a:lstStyle>
            <a:lvl1pPr>
              <a:defRPr/>
            </a:lvl1pPr>
          </a:lstStyle>
          <a:p>
            <a:fld id="{B6FBC8CD-DF95-4CCA-8921-CC0A932AD1D4}" type="slidenum">
              <a:rPr lang="en-US" altLang="ja-JP"/>
              <a:pPr/>
              <a:t>‹#›</a:t>
            </a:fld>
            <a:endParaRPr lang="en-US" altLang="ja-JP"/>
          </a:p>
        </p:txBody>
      </p:sp>
    </p:spTree>
    <p:extLst>
      <p:ext uri="{BB962C8B-B14F-4D97-AF65-F5344CB8AC3E}">
        <p14:creationId xmlns:p14="http://schemas.microsoft.com/office/powerpoint/2010/main" val="3010553962"/>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2_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0" y="116632"/>
            <a:ext cx="8553400" cy="432048"/>
          </a:xfrm>
          <a:prstGeom prst="rect">
            <a:avLst/>
          </a:prstGeom>
        </p:spPr>
        <p:txBody>
          <a:bodyPr/>
          <a:lstStyle>
            <a:lvl1pPr algn="l">
              <a:defRPr sz="2400" b="1">
                <a:latin typeface="メイリオ" pitchFamily="50" charset="-128"/>
                <a:ea typeface="メイリオ" pitchFamily="50" charset="-128"/>
                <a:cs typeface="メイリオ" pitchFamily="50" charset="-128"/>
              </a:defRPr>
            </a:lvl1pPr>
          </a:lstStyle>
          <a:p>
            <a:r>
              <a:rPr lang="ja-JP" altLang="en-US" dirty="0"/>
              <a:t>マスタ タイトルの書式設定</a:t>
            </a:r>
          </a:p>
        </p:txBody>
      </p:sp>
      <p:sp>
        <p:nvSpPr>
          <p:cNvPr id="3" name="コンテンツ プレースホルダ 2"/>
          <p:cNvSpPr>
            <a:spLocks noGrp="1"/>
          </p:cNvSpPr>
          <p:nvPr>
            <p:ph idx="1"/>
          </p:nvPr>
        </p:nvSpPr>
        <p:spPr>
          <a:xfrm>
            <a:off x="200472" y="1412577"/>
            <a:ext cx="9505056" cy="5184775"/>
          </a:xfrm>
          <a:prstGeom prst="rect">
            <a:avLst/>
          </a:prstGeom>
        </p:spPr>
        <p:txBody>
          <a:bodyPr>
            <a:normAutofit/>
          </a:bodyPr>
          <a:lstStyle>
            <a:lvl1pPr>
              <a:defRPr>
                <a:latin typeface="メイリオ" pitchFamily="50" charset="-128"/>
                <a:ea typeface="メイリオ" pitchFamily="50" charset="-128"/>
                <a:cs typeface="メイリオ" pitchFamily="50" charset="-128"/>
              </a:defRPr>
            </a:lvl1pPr>
            <a:lvl2pPr>
              <a:defRPr>
                <a:latin typeface="メイリオ" pitchFamily="50" charset="-128"/>
                <a:ea typeface="メイリオ" pitchFamily="50" charset="-128"/>
                <a:cs typeface="メイリオ" pitchFamily="50" charset="-128"/>
              </a:defRPr>
            </a:lvl2pPr>
            <a:lvl3pPr>
              <a:defRPr>
                <a:latin typeface="メイリオ" pitchFamily="50" charset="-128"/>
                <a:ea typeface="メイリオ" pitchFamily="50" charset="-128"/>
                <a:cs typeface="メイリオ" pitchFamily="50" charset="-128"/>
              </a:defRPr>
            </a:lvl3pPr>
            <a:lvl4pPr>
              <a:defRPr>
                <a:latin typeface="メイリオ" pitchFamily="50" charset="-128"/>
                <a:ea typeface="メイリオ" pitchFamily="50" charset="-128"/>
                <a:cs typeface="メイリオ" pitchFamily="50" charset="-128"/>
              </a:defRPr>
            </a:lvl4pPr>
            <a:lvl5pPr>
              <a:defRPr>
                <a:latin typeface="メイリオ" pitchFamily="50" charset="-128"/>
                <a:ea typeface="メイリオ" pitchFamily="50" charset="-128"/>
                <a:cs typeface="メイリオ" pitchFamily="50" charset="-128"/>
              </a:defRPr>
            </a:lvl5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ー 4"/>
          <p:cNvSpPr>
            <a:spLocks noGrp="1"/>
          </p:cNvSpPr>
          <p:nvPr>
            <p:ph type="body" sz="quarter" idx="13"/>
          </p:nvPr>
        </p:nvSpPr>
        <p:spPr>
          <a:xfrm>
            <a:off x="128464" y="692696"/>
            <a:ext cx="9649072" cy="340519"/>
          </a:xfrm>
          <a:prstGeom prst="roundRect">
            <a:avLst/>
          </a:prstGeom>
          <a:ln>
            <a:solidFill>
              <a:srgbClr val="00B050"/>
            </a:solidFill>
          </a:ln>
        </p:spPr>
        <p:style>
          <a:lnRef idx="2">
            <a:schemeClr val="accent2"/>
          </a:lnRef>
          <a:fillRef idx="1">
            <a:schemeClr val="lt1"/>
          </a:fillRef>
          <a:effectRef idx="0">
            <a:schemeClr val="accent2"/>
          </a:effectRef>
          <a:fontRef idx="minor">
            <a:schemeClr val="dk1"/>
          </a:fontRef>
        </p:style>
        <p:txBody>
          <a:bodyPr rtlCol="0">
            <a:spAutoFit/>
          </a:bodyPr>
          <a:lstStyle>
            <a:lvl1pPr marL="0" indent="0">
              <a:buFontTx/>
              <a:buNone/>
              <a:defRPr lang="ja-JP" altLang="en-US" sz="1400" kern="1200" smtClean="0">
                <a:solidFill>
                  <a:schemeClr val="dk1"/>
                </a:solidFill>
                <a:latin typeface="メイリオ" pitchFamily="50" charset="-128"/>
                <a:ea typeface="メイリオ" pitchFamily="50" charset="-128"/>
                <a:cs typeface="メイリオ" pitchFamily="50" charset="-128"/>
              </a:defRPr>
            </a:lvl1pPr>
            <a:lvl2pPr marL="171450" indent="0">
              <a:buFontTx/>
              <a:buNone/>
              <a:defRPr lang="ja-JP" altLang="en-US" kern="1200" smtClean="0">
                <a:solidFill>
                  <a:schemeClr val="dk1"/>
                </a:solidFill>
                <a:cs typeface="+mn-cs"/>
              </a:defRPr>
            </a:lvl2pPr>
            <a:lvl3pPr marL="685800" indent="0">
              <a:buFontTx/>
              <a:buNone/>
              <a:defRPr lang="ja-JP" altLang="en-US" kern="1200" smtClean="0">
                <a:solidFill>
                  <a:schemeClr val="dk1"/>
                </a:solidFill>
                <a:cs typeface="+mn-cs"/>
              </a:defRPr>
            </a:lvl3pPr>
            <a:lvl4pPr marL="1143000" indent="0">
              <a:buFontTx/>
              <a:buNone/>
              <a:defRPr lang="ja-JP" altLang="en-US" kern="1200" smtClean="0">
                <a:solidFill>
                  <a:schemeClr val="dk1"/>
                </a:solidFill>
                <a:cs typeface="+mn-cs"/>
              </a:defRPr>
            </a:lvl4pPr>
            <a:lvl5pPr marL="1600200" indent="0">
              <a:buFontTx/>
              <a:buNone/>
              <a:defRPr lang="ja-JP" altLang="en-US" kern="1200">
                <a:solidFill>
                  <a:schemeClr val="dk1"/>
                </a:solidFill>
                <a:cs typeface="+mn-cs"/>
              </a:defRPr>
            </a:lvl5pPr>
          </a:lstStyle>
          <a:p>
            <a:pPr lvl="0"/>
            <a:r>
              <a:rPr lang="ja-JP" altLang="en-US" dirty="0"/>
              <a:t>マスター テキストの書式設定</a:t>
            </a:r>
          </a:p>
        </p:txBody>
      </p:sp>
      <p:sp>
        <p:nvSpPr>
          <p:cNvPr id="4" name="Rectangle 85">
            <a:extLst>
              <a:ext uri="{FF2B5EF4-FFF2-40B4-BE49-F238E27FC236}">
                <a16:creationId xmlns:a16="http://schemas.microsoft.com/office/drawing/2014/main" id="{2D157C99-D122-35FA-915B-C2694D0AF19E}"/>
              </a:ext>
            </a:extLst>
          </p:cNvPr>
          <p:cNvSpPr>
            <a:spLocks noGrp="1" noChangeArrowheads="1"/>
          </p:cNvSpPr>
          <p:nvPr>
            <p:ph type="sldNum" sz="quarter" idx="14"/>
          </p:nvPr>
        </p:nvSpPr>
        <p:spPr/>
        <p:txBody>
          <a:bodyPr/>
          <a:lstStyle>
            <a:lvl1pPr>
              <a:defRPr/>
            </a:lvl1pPr>
          </a:lstStyle>
          <a:p>
            <a:fld id="{AAB3B40B-CFD2-444D-8650-D587C41989CB}" type="slidenum">
              <a:rPr lang="en-US" altLang="ja-JP"/>
              <a:pPr/>
              <a:t>‹#›</a:t>
            </a:fld>
            <a:endParaRPr lang="en-US" altLang="ja-JP"/>
          </a:p>
        </p:txBody>
      </p:sp>
      <p:sp>
        <p:nvSpPr>
          <p:cNvPr id="6" name="Rectangle 77">
            <a:extLst>
              <a:ext uri="{FF2B5EF4-FFF2-40B4-BE49-F238E27FC236}">
                <a16:creationId xmlns:a16="http://schemas.microsoft.com/office/drawing/2014/main" id="{1742D9FF-F0CD-C9E1-65C5-8495DD3D7974}"/>
              </a:ext>
            </a:extLst>
          </p:cNvPr>
          <p:cNvSpPr>
            <a:spLocks noGrp="1" noChangeArrowheads="1"/>
          </p:cNvSpPr>
          <p:nvPr>
            <p:ph type="ftr" sz="quarter" idx="15"/>
          </p:nvPr>
        </p:nvSpPr>
        <p:spPr bwMode="auto">
          <a:xfrm>
            <a:off x="0" y="6623050"/>
            <a:ext cx="3136900" cy="261938"/>
          </a:xfrm>
          <a:prstGeom prst="rect">
            <a:avLst/>
          </a:prstGeom>
          <a:ln>
            <a:miter lim="800000"/>
            <a:headEnd/>
            <a:tailEnd/>
          </a:ln>
        </p:spPr>
        <p:txBody>
          <a:bodyPr wrap="square" numCol="1" anchor="t" anchorCtr="0" compatLnSpc="1">
            <a:prstTxWarp prst="textNoShape">
              <a:avLst/>
            </a:prstTxWarp>
            <a:spAutoFit/>
          </a:bodyPr>
          <a:lstStyle>
            <a:lvl1pPr algn="l">
              <a:defRPr sz="1100">
                <a:solidFill>
                  <a:srgbClr val="C0504D"/>
                </a:solidFill>
                <a:latin typeface="+mn-lt"/>
                <a:ea typeface="MS UI Gothic" pitchFamily="50" charset="-128"/>
              </a:defRPr>
            </a:lvl1pPr>
          </a:lstStyle>
          <a:p>
            <a:pPr>
              <a:defRPr/>
            </a:pPr>
            <a:r>
              <a:rPr lang="en-US" altLang="ja-JP"/>
              <a:t>無断複製・転用厳禁　JIPDEC,</a:t>
            </a:r>
            <a:r>
              <a:rPr lang="ja-JP" altLang="en-US"/>
              <a:t>　</a:t>
            </a:r>
            <a:r>
              <a:rPr lang="en-US" altLang="ja-JP"/>
              <a:t>2012-2013</a:t>
            </a:r>
          </a:p>
        </p:txBody>
      </p:sp>
    </p:spTree>
    <p:extLst>
      <p:ext uri="{BB962C8B-B14F-4D97-AF65-F5344CB8AC3E}">
        <p14:creationId xmlns:p14="http://schemas.microsoft.com/office/powerpoint/2010/main" val="239266634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 name="AutoShape 11">
            <a:extLst>
              <a:ext uri="{FF2B5EF4-FFF2-40B4-BE49-F238E27FC236}">
                <a16:creationId xmlns:a16="http://schemas.microsoft.com/office/drawing/2014/main" id="{C0F38ED1-8FB9-3DF8-7B0C-DAF4B64189B4}"/>
              </a:ext>
            </a:extLst>
          </p:cNvPr>
          <p:cNvSpPr>
            <a:spLocks noChangeArrowheads="1"/>
          </p:cNvSpPr>
          <p:nvPr/>
        </p:nvSpPr>
        <p:spPr bwMode="auto">
          <a:xfrm flipV="1">
            <a:off x="128588" y="549275"/>
            <a:ext cx="9577387" cy="71438"/>
          </a:xfrm>
          <a:prstGeom prst="roundRect">
            <a:avLst>
              <a:gd name="adj" fmla="val 16667"/>
            </a:avLst>
          </a:prstGeom>
          <a:gradFill rotWithShape="1">
            <a:gsLst>
              <a:gs pos="0">
                <a:srgbClr val="3333FF"/>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lIns="91380" tIns="45690" rIns="91380" bIns="45690" anchor="ctr"/>
          <a:lstStyle>
            <a:lvl1pPr eaLnBrk="0" hangingPunct="0">
              <a:defRPr kumimoji="1" sz="1400" b="1">
                <a:solidFill>
                  <a:srgbClr val="000066"/>
                </a:solidFill>
                <a:latin typeface="Arial" charset="0"/>
                <a:ea typeface="ＭＳ Ｐゴシック" pitchFamily="50" charset="-128"/>
              </a:defRPr>
            </a:lvl1pPr>
            <a:lvl2pPr marL="742950" indent="-285750" eaLnBrk="0" hangingPunct="0">
              <a:defRPr kumimoji="1" sz="1400" b="1">
                <a:solidFill>
                  <a:srgbClr val="000066"/>
                </a:solidFill>
                <a:latin typeface="Arial" charset="0"/>
                <a:ea typeface="ＭＳ Ｐゴシック" pitchFamily="50" charset="-128"/>
              </a:defRPr>
            </a:lvl2pPr>
            <a:lvl3pPr marL="1143000" indent="-228600" eaLnBrk="0" hangingPunct="0">
              <a:defRPr kumimoji="1" sz="1400" b="1">
                <a:solidFill>
                  <a:srgbClr val="000066"/>
                </a:solidFill>
                <a:latin typeface="Arial" charset="0"/>
                <a:ea typeface="ＭＳ Ｐゴシック" pitchFamily="50" charset="-128"/>
              </a:defRPr>
            </a:lvl3pPr>
            <a:lvl4pPr marL="1600200" indent="-228600" eaLnBrk="0" hangingPunct="0">
              <a:defRPr kumimoji="1" sz="1400" b="1">
                <a:solidFill>
                  <a:srgbClr val="000066"/>
                </a:solidFill>
                <a:latin typeface="Arial" charset="0"/>
                <a:ea typeface="ＭＳ Ｐゴシック" pitchFamily="50" charset="-128"/>
              </a:defRPr>
            </a:lvl4pPr>
            <a:lvl5pPr marL="2057400" indent="-228600" eaLnBrk="0" hangingPunct="0">
              <a:defRPr kumimoji="1" sz="1400" b="1">
                <a:solidFill>
                  <a:srgbClr val="000066"/>
                </a:solidFill>
                <a:latin typeface="Arial" charset="0"/>
                <a:ea typeface="ＭＳ Ｐゴシック" pitchFamily="50" charset="-128"/>
              </a:defRPr>
            </a:lvl5pPr>
            <a:lvl6pPr marL="25146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6pPr>
            <a:lvl7pPr marL="29718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7pPr>
            <a:lvl8pPr marL="34290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8pPr>
            <a:lvl9pPr marL="38862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9pPr>
          </a:lstStyle>
          <a:p>
            <a:pPr eaLnBrk="1" hangingPunct="1">
              <a:defRPr/>
            </a:pPr>
            <a:endParaRPr lang="ja-JP" altLang="en-US" sz="1800" b="0">
              <a:solidFill>
                <a:srgbClr val="000000"/>
              </a:solidFill>
            </a:endParaRPr>
          </a:p>
        </p:txBody>
      </p:sp>
      <p:sp>
        <p:nvSpPr>
          <p:cNvPr id="6146" name="Rectangle 2"/>
          <p:cNvSpPr>
            <a:spLocks noGrp="1" noChangeArrowheads="1"/>
          </p:cNvSpPr>
          <p:nvPr>
            <p:ph type="ctrTitle"/>
          </p:nvPr>
        </p:nvSpPr>
        <p:spPr>
          <a:xfrm>
            <a:off x="985852" y="2205038"/>
            <a:ext cx="8791575" cy="792162"/>
          </a:xfrm>
        </p:spPr>
        <p:txBody>
          <a:bodyPr/>
          <a:lstStyle>
            <a:lvl1pPr>
              <a:defRPr sz="3200"/>
            </a:lvl1pPr>
          </a:lstStyle>
          <a:p>
            <a:r>
              <a:rPr lang="en-US" altLang="ja-JP"/>
              <a:t>○○○</a:t>
            </a:r>
            <a:r>
              <a:rPr lang="ja-JP" altLang="en-US"/>
              <a:t>の現状について（丸ゴシック</a:t>
            </a:r>
            <a:r>
              <a:rPr lang="en-US" altLang="ja-JP"/>
              <a:t>32</a:t>
            </a:r>
            <a:r>
              <a:rPr lang="ja-JP" altLang="en-US"/>
              <a:t>～</a:t>
            </a:r>
            <a:r>
              <a:rPr lang="en-US" altLang="ja-JP"/>
              <a:t>44P</a:t>
            </a:r>
            <a:r>
              <a:rPr lang="ja-JP" altLang="en-US"/>
              <a:t>）</a:t>
            </a:r>
          </a:p>
        </p:txBody>
      </p:sp>
      <p:sp>
        <p:nvSpPr>
          <p:cNvPr id="6147" name="Rectangle 3"/>
          <p:cNvSpPr>
            <a:spLocks noGrp="1" noChangeArrowheads="1"/>
          </p:cNvSpPr>
          <p:nvPr>
            <p:ph type="subTitle" idx="1"/>
          </p:nvPr>
        </p:nvSpPr>
        <p:spPr>
          <a:xfrm>
            <a:off x="2073275" y="4581525"/>
            <a:ext cx="6934200" cy="1512888"/>
          </a:xfrm>
        </p:spPr>
        <p:txBody>
          <a:bodyPr/>
          <a:lstStyle>
            <a:lvl1pPr marL="0" indent="0" algn="r">
              <a:buFont typeface="Wingdings" pitchFamily="2" charset="2"/>
              <a:buNone/>
              <a:defRPr sz="2400" b="1">
                <a:solidFill>
                  <a:schemeClr val="hlink"/>
                </a:solidFill>
              </a:defRPr>
            </a:lvl1pPr>
          </a:lstStyle>
          <a:p>
            <a:r>
              <a:rPr lang="ja-JP" altLang="en-US"/>
              <a:t>平成１９年４月２４日</a:t>
            </a:r>
          </a:p>
          <a:p>
            <a:r>
              <a:rPr lang="ja-JP" altLang="en-US"/>
              <a:t>大臣官房　総務課</a:t>
            </a:r>
          </a:p>
          <a:p>
            <a:r>
              <a:rPr lang="ja-JP" altLang="en-US"/>
              <a:t>●●太郎</a:t>
            </a:r>
          </a:p>
        </p:txBody>
      </p:sp>
      <p:sp>
        <p:nvSpPr>
          <p:cNvPr id="3" name="スライド番号プレースホルダ 10">
            <a:extLst>
              <a:ext uri="{FF2B5EF4-FFF2-40B4-BE49-F238E27FC236}">
                <a16:creationId xmlns:a16="http://schemas.microsoft.com/office/drawing/2014/main" id="{B40D1344-72C6-5979-F186-ED4EE37A1E42}"/>
              </a:ext>
            </a:extLst>
          </p:cNvPr>
          <p:cNvSpPr>
            <a:spLocks noGrp="1"/>
          </p:cNvSpPr>
          <p:nvPr>
            <p:ph type="sldNum" sz="quarter" idx="10"/>
          </p:nvPr>
        </p:nvSpPr>
        <p:spPr/>
        <p:txBody>
          <a:bodyPr/>
          <a:lstStyle>
            <a:lvl1pPr>
              <a:defRPr/>
            </a:lvl1pPr>
          </a:lstStyle>
          <a:p>
            <a:fld id="{452F4984-2015-4D8C-9F7F-3DB2C381FA90}" type="slidenum">
              <a:rPr lang="en-US" altLang="ja-JP"/>
              <a:pPr/>
              <a:t>‹#›</a:t>
            </a:fld>
            <a:endParaRPr lang="en-US" altLang="ja-JP"/>
          </a:p>
        </p:txBody>
      </p:sp>
    </p:spTree>
    <p:extLst>
      <p:ext uri="{BB962C8B-B14F-4D97-AF65-F5344CB8AC3E}">
        <p14:creationId xmlns:p14="http://schemas.microsoft.com/office/powerpoint/2010/main" val="3704588181"/>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idx="1"/>
          </p:nvPr>
        </p:nvSpPr>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6">
            <a:extLst>
              <a:ext uri="{FF2B5EF4-FFF2-40B4-BE49-F238E27FC236}">
                <a16:creationId xmlns:a16="http://schemas.microsoft.com/office/drawing/2014/main" id="{BA4A81FE-0E09-D427-7F06-B0BEF7B1DAB2}"/>
              </a:ext>
            </a:extLst>
          </p:cNvPr>
          <p:cNvSpPr>
            <a:spLocks noGrp="1" noChangeArrowheads="1"/>
          </p:cNvSpPr>
          <p:nvPr>
            <p:ph type="sldNum" sz="quarter" idx="10"/>
          </p:nvPr>
        </p:nvSpPr>
        <p:spPr>
          <a:ln/>
        </p:spPr>
        <p:txBody>
          <a:bodyPr/>
          <a:lstStyle>
            <a:lvl1pPr>
              <a:defRPr/>
            </a:lvl1pPr>
          </a:lstStyle>
          <a:p>
            <a:fld id="{F7E400FC-F43C-416B-8A38-EE5F9B83EA32}" type="slidenum">
              <a:rPr lang="en-US" altLang="ja-JP"/>
              <a:pPr/>
              <a:t>‹#›</a:t>
            </a:fld>
            <a:endParaRPr lang="en-US" altLang="ja-JP"/>
          </a:p>
        </p:txBody>
      </p:sp>
    </p:spTree>
    <p:extLst>
      <p:ext uri="{BB962C8B-B14F-4D97-AF65-F5344CB8AC3E}">
        <p14:creationId xmlns:p14="http://schemas.microsoft.com/office/powerpoint/2010/main" val="3523879788"/>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ユーザー設定レイアウ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Rectangle 6">
            <a:extLst>
              <a:ext uri="{FF2B5EF4-FFF2-40B4-BE49-F238E27FC236}">
                <a16:creationId xmlns:a16="http://schemas.microsoft.com/office/drawing/2014/main" id="{F5414FC6-E59E-78D5-62BD-7AB2F3DFDF12}"/>
              </a:ext>
            </a:extLst>
          </p:cNvPr>
          <p:cNvSpPr>
            <a:spLocks noGrp="1" noChangeArrowheads="1"/>
          </p:cNvSpPr>
          <p:nvPr>
            <p:ph type="sldNum" sz="quarter" idx="10"/>
          </p:nvPr>
        </p:nvSpPr>
        <p:spPr>
          <a:ln/>
        </p:spPr>
        <p:txBody>
          <a:bodyPr/>
          <a:lstStyle>
            <a:lvl1pPr>
              <a:defRPr/>
            </a:lvl1pPr>
          </a:lstStyle>
          <a:p>
            <a:fld id="{A2976535-E7AB-40D6-9207-1FDA58ECB085}" type="slidenum">
              <a:rPr lang="en-US" altLang="ja-JP"/>
              <a:pPr/>
              <a:t>‹#›</a:t>
            </a:fld>
            <a:endParaRPr lang="en-US" altLang="ja-JP"/>
          </a:p>
        </p:txBody>
      </p:sp>
    </p:spTree>
    <p:extLst>
      <p:ext uri="{BB962C8B-B14F-4D97-AF65-F5344CB8AC3E}">
        <p14:creationId xmlns:p14="http://schemas.microsoft.com/office/powerpoint/2010/main" val="1875311259"/>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638" y="4406918"/>
            <a:ext cx="8420100" cy="1362075"/>
          </a:xfr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82638" y="2906713"/>
            <a:ext cx="8420100" cy="1500187"/>
          </a:xfrm>
        </p:spPr>
        <p:txBody>
          <a:bodyPr anchor="b"/>
          <a:lstStyle>
            <a:lvl1pPr marL="0" indent="0">
              <a:buNone/>
              <a:defRPr sz="2000"/>
            </a:lvl1pPr>
            <a:lvl2pPr marL="456908" indent="0">
              <a:buNone/>
              <a:defRPr sz="1800"/>
            </a:lvl2pPr>
            <a:lvl3pPr marL="913815" indent="0">
              <a:buNone/>
              <a:defRPr sz="1600"/>
            </a:lvl3pPr>
            <a:lvl4pPr marL="1370724" indent="0">
              <a:buNone/>
              <a:defRPr sz="1400"/>
            </a:lvl4pPr>
            <a:lvl5pPr marL="1827630" indent="0">
              <a:buNone/>
              <a:defRPr sz="1400"/>
            </a:lvl5pPr>
            <a:lvl6pPr marL="2284538" indent="0">
              <a:buNone/>
              <a:defRPr sz="1400"/>
            </a:lvl6pPr>
            <a:lvl7pPr marL="2741445" indent="0">
              <a:buNone/>
              <a:defRPr sz="1400"/>
            </a:lvl7pPr>
            <a:lvl8pPr marL="3198355" indent="0">
              <a:buNone/>
              <a:defRPr sz="1400"/>
            </a:lvl8pPr>
            <a:lvl9pPr marL="3655260" indent="0">
              <a:buNone/>
              <a:defRPr sz="1400"/>
            </a:lvl9pPr>
          </a:lstStyle>
          <a:p>
            <a:pPr lvl="0"/>
            <a:r>
              <a:rPr lang="ja-JP" altLang="en-US"/>
              <a:t>マスタ テキストの書式設定</a:t>
            </a:r>
          </a:p>
        </p:txBody>
      </p:sp>
      <p:sp>
        <p:nvSpPr>
          <p:cNvPr id="4" name="Rectangle 6">
            <a:extLst>
              <a:ext uri="{FF2B5EF4-FFF2-40B4-BE49-F238E27FC236}">
                <a16:creationId xmlns:a16="http://schemas.microsoft.com/office/drawing/2014/main" id="{946330FC-2CDC-851F-845A-545CAB7013C0}"/>
              </a:ext>
            </a:extLst>
          </p:cNvPr>
          <p:cNvSpPr>
            <a:spLocks noGrp="1" noChangeArrowheads="1"/>
          </p:cNvSpPr>
          <p:nvPr>
            <p:ph type="sldNum" sz="quarter" idx="10"/>
          </p:nvPr>
        </p:nvSpPr>
        <p:spPr>
          <a:ln/>
        </p:spPr>
        <p:txBody>
          <a:bodyPr/>
          <a:lstStyle>
            <a:lvl1pPr>
              <a:defRPr/>
            </a:lvl1pPr>
          </a:lstStyle>
          <a:p>
            <a:fld id="{DF3D556A-3368-47A4-A542-3A501E3C9A6F}" type="slidenum">
              <a:rPr lang="en-US" altLang="ja-JP"/>
              <a:pPr/>
              <a:t>‹#›</a:t>
            </a:fld>
            <a:endParaRPr lang="en-US" altLang="ja-JP"/>
          </a:p>
        </p:txBody>
      </p:sp>
    </p:spTree>
    <p:extLst>
      <p:ext uri="{BB962C8B-B14F-4D97-AF65-F5344CB8AC3E}">
        <p14:creationId xmlns:p14="http://schemas.microsoft.com/office/powerpoint/2010/main" val="502580452"/>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271477" y="836620"/>
            <a:ext cx="4605337" cy="1511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5029202" y="836620"/>
            <a:ext cx="4605338" cy="1511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6">
            <a:extLst>
              <a:ext uri="{FF2B5EF4-FFF2-40B4-BE49-F238E27FC236}">
                <a16:creationId xmlns:a16="http://schemas.microsoft.com/office/drawing/2014/main" id="{85DC43C8-4319-6683-EAED-314C9F0ECEB2}"/>
              </a:ext>
            </a:extLst>
          </p:cNvPr>
          <p:cNvSpPr>
            <a:spLocks noGrp="1" noChangeArrowheads="1"/>
          </p:cNvSpPr>
          <p:nvPr>
            <p:ph type="sldNum" sz="quarter" idx="10"/>
          </p:nvPr>
        </p:nvSpPr>
        <p:spPr>
          <a:ln/>
        </p:spPr>
        <p:txBody>
          <a:bodyPr/>
          <a:lstStyle>
            <a:lvl1pPr>
              <a:defRPr/>
            </a:lvl1pPr>
          </a:lstStyle>
          <a:p>
            <a:fld id="{D437E494-93B1-4B9E-BF59-2D755349A3BF}" type="slidenum">
              <a:rPr lang="en-US" altLang="ja-JP"/>
              <a:pPr/>
              <a:t>‹#›</a:t>
            </a:fld>
            <a:endParaRPr lang="en-US" altLang="ja-JP"/>
          </a:p>
        </p:txBody>
      </p:sp>
    </p:spTree>
    <p:extLst>
      <p:ext uri="{BB962C8B-B14F-4D97-AF65-F5344CB8AC3E}">
        <p14:creationId xmlns:p14="http://schemas.microsoft.com/office/powerpoint/2010/main" val="1951778153"/>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4638"/>
            <a:ext cx="8915400" cy="1143000"/>
          </a:xfrm>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95300" y="1535113"/>
            <a:ext cx="4376738" cy="639762"/>
          </a:xfrm>
        </p:spPr>
        <p:txBody>
          <a:bodyPr anchor="b"/>
          <a:lstStyle>
            <a:lvl1pPr marL="0" indent="0">
              <a:buNone/>
              <a:defRPr sz="2400" b="1"/>
            </a:lvl1pPr>
            <a:lvl2pPr marL="456908" indent="0">
              <a:buNone/>
              <a:defRPr sz="2000" b="1"/>
            </a:lvl2pPr>
            <a:lvl3pPr marL="913815" indent="0">
              <a:buNone/>
              <a:defRPr sz="1800" b="1"/>
            </a:lvl3pPr>
            <a:lvl4pPr marL="1370724" indent="0">
              <a:buNone/>
              <a:defRPr sz="1600" b="1"/>
            </a:lvl4pPr>
            <a:lvl5pPr marL="1827630" indent="0">
              <a:buNone/>
              <a:defRPr sz="1600" b="1"/>
            </a:lvl5pPr>
            <a:lvl6pPr marL="2284538" indent="0">
              <a:buNone/>
              <a:defRPr sz="1600" b="1"/>
            </a:lvl6pPr>
            <a:lvl7pPr marL="2741445" indent="0">
              <a:buNone/>
              <a:defRPr sz="1600" b="1"/>
            </a:lvl7pPr>
            <a:lvl8pPr marL="3198355" indent="0">
              <a:buNone/>
              <a:defRPr sz="1600" b="1"/>
            </a:lvl8pPr>
            <a:lvl9pPr marL="365526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95300" y="2174875"/>
            <a:ext cx="437673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5032386" y="1535113"/>
            <a:ext cx="4378325" cy="639762"/>
          </a:xfrm>
        </p:spPr>
        <p:txBody>
          <a:bodyPr anchor="b"/>
          <a:lstStyle>
            <a:lvl1pPr marL="0" indent="0">
              <a:buNone/>
              <a:defRPr sz="2400" b="1"/>
            </a:lvl1pPr>
            <a:lvl2pPr marL="456908" indent="0">
              <a:buNone/>
              <a:defRPr sz="2000" b="1"/>
            </a:lvl2pPr>
            <a:lvl3pPr marL="913815" indent="0">
              <a:buNone/>
              <a:defRPr sz="1800" b="1"/>
            </a:lvl3pPr>
            <a:lvl4pPr marL="1370724" indent="0">
              <a:buNone/>
              <a:defRPr sz="1600" b="1"/>
            </a:lvl4pPr>
            <a:lvl5pPr marL="1827630" indent="0">
              <a:buNone/>
              <a:defRPr sz="1600" b="1"/>
            </a:lvl5pPr>
            <a:lvl6pPr marL="2284538" indent="0">
              <a:buNone/>
              <a:defRPr sz="1600" b="1"/>
            </a:lvl6pPr>
            <a:lvl7pPr marL="2741445" indent="0">
              <a:buNone/>
              <a:defRPr sz="1600" b="1"/>
            </a:lvl7pPr>
            <a:lvl8pPr marL="3198355" indent="0">
              <a:buNone/>
              <a:defRPr sz="1600" b="1"/>
            </a:lvl8pPr>
            <a:lvl9pPr marL="365526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5032386" y="2174875"/>
            <a:ext cx="437832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6">
            <a:extLst>
              <a:ext uri="{FF2B5EF4-FFF2-40B4-BE49-F238E27FC236}">
                <a16:creationId xmlns:a16="http://schemas.microsoft.com/office/drawing/2014/main" id="{2CF3A035-E154-03F8-A8AD-4E09C360F18F}"/>
              </a:ext>
            </a:extLst>
          </p:cNvPr>
          <p:cNvSpPr>
            <a:spLocks noGrp="1" noChangeArrowheads="1"/>
          </p:cNvSpPr>
          <p:nvPr>
            <p:ph type="sldNum" sz="quarter" idx="10"/>
          </p:nvPr>
        </p:nvSpPr>
        <p:spPr>
          <a:ln/>
        </p:spPr>
        <p:txBody>
          <a:bodyPr/>
          <a:lstStyle>
            <a:lvl1pPr>
              <a:defRPr/>
            </a:lvl1pPr>
          </a:lstStyle>
          <a:p>
            <a:fld id="{D13B70C5-B758-422A-A8D1-94AEF970BA40}" type="slidenum">
              <a:rPr lang="en-US" altLang="ja-JP"/>
              <a:pPr/>
              <a:t>‹#›</a:t>
            </a:fld>
            <a:endParaRPr lang="en-US" altLang="ja-JP"/>
          </a:p>
        </p:txBody>
      </p:sp>
    </p:spTree>
    <p:extLst>
      <p:ext uri="{BB962C8B-B14F-4D97-AF65-F5344CB8AC3E}">
        <p14:creationId xmlns:p14="http://schemas.microsoft.com/office/powerpoint/2010/main" val="190317150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Rectangle 6">
            <a:extLst>
              <a:ext uri="{FF2B5EF4-FFF2-40B4-BE49-F238E27FC236}">
                <a16:creationId xmlns:a16="http://schemas.microsoft.com/office/drawing/2014/main" id="{F21940E9-98C5-5EB1-6F33-5B447ABE7BD9}"/>
              </a:ext>
            </a:extLst>
          </p:cNvPr>
          <p:cNvSpPr>
            <a:spLocks noGrp="1" noChangeArrowheads="1"/>
          </p:cNvSpPr>
          <p:nvPr>
            <p:ph type="sldNum" sz="quarter" idx="10"/>
          </p:nvPr>
        </p:nvSpPr>
        <p:spPr>
          <a:ln/>
        </p:spPr>
        <p:txBody>
          <a:bodyPr/>
          <a:lstStyle>
            <a:lvl1pPr>
              <a:defRPr/>
            </a:lvl1pPr>
          </a:lstStyle>
          <a:p>
            <a:fld id="{88B11DE4-B067-4936-997A-DC03445B2590}" type="slidenum">
              <a:rPr lang="en-US" altLang="ja-JP"/>
              <a:pPr/>
              <a:t>‹#›</a:t>
            </a:fld>
            <a:endParaRPr lang="en-US" altLang="ja-JP"/>
          </a:p>
        </p:txBody>
      </p:sp>
    </p:spTree>
    <p:extLst>
      <p:ext uri="{BB962C8B-B14F-4D97-AF65-F5344CB8AC3E}">
        <p14:creationId xmlns:p14="http://schemas.microsoft.com/office/powerpoint/2010/main" val="1824322071"/>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2B7E30DE-F58A-11B5-B7F4-3A2292825376}"/>
              </a:ext>
            </a:extLst>
          </p:cNvPr>
          <p:cNvSpPr>
            <a:spLocks noGrp="1" noChangeArrowheads="1"/>
          </p:cNvSpPr>
          <p:nvPr>
            <p:ph type="sldNum" sz="quarter" idx="10"/>
          </p:nvPr>
        </p:nvSpPr>
        <p:spPr>
          <a:ln/>
        </p:spPr>
        <p:txBody>
          <a:bodyPr/>
          <a:lstStyle>
            <a:lvl1pPr>
              <a:defRPr/>
            </a:lvl1pPr>
          </a:lstStyle>
          <a:p>
            <a:fld id="{8B5DF360-96A5-4C69-BBF3-95909EEE391C}" type="slidenum">
              <a:rPr lang="en-US" altLang="ja-JP"/>
              <a:pPr/>
              <a:t>‹#›</a:t>
            </a:fld>
            <a:endParaRPr lang="en-US" altLang="ja-JP"/>
          </a:p>
        </p:txBody>
      </p:sp>
    </p:spTree>
    <p:extLst>
      <p:ext uri="{BB962C8B-B14F-4D97-AF65-F5344CB8AC3E}">
        <p14:creationId xmlns:p14="http://schemas.microsoft.com/office/powerpoint/2010/main" val="634929140"/>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6" y="273050"/>
            <a:ext cx="3259138" cy="1162050"/>
          </a:xfr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873499" y="273067"/>
            <a:ext cx="553720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95306" y="1435113"/>
            <a:ext cx="3259138" cy="4691063"/>
          </a:xfrm>
        </p:spPr>
        <p:txBody>
          <a:bodyPr/>
          <a:lstStyle>
            <a:lvl1pPr marL="0" indent="0">
              <a:buNone/>
              <a:defRPr sz="1400"/>
            </a:lvl1pPr>
            <a:lvl2pPr marL="456908" indent="0">
              <a:buNone/>
              <a:defRPr sz="1200"/>
            </a:lvl2pPr>
            <a:lvl3pPr marL="913815" indent="0">
              <a:buNone/>
              <a:defRPr sz="1000"/>
            </a:lvl3pPr>
            <a:lvl4pPr marL="1370724" indent="0">
              <a:buNone/>
              <a:defRPr sz="900"/>
            </a:lvl4pPr>
            <a:lvl5pPr marL="1827630" indent="0">
              <a:buNone/>
              <a:defRPr sz="900"/>
            </a:lvl5pPr>
            <a:lvl6pPr marL="2284538" indent="0">
              <a:buNone/>
              <a:defRPr sz="900"/>
            </a:lvl6pPr>
            <a:lvl7pPr marL="2741445" indent="0">
              <a:buNone/>
              <a:defRPr sz="900"/>
            </a:lvl7pPr>
            <a:lvl8pPr marL="3198355" indent="0">
              <a:buNone/>
              <a:defRPr sz="900"/>
            </a:lvl8pPr>
            <a:lvl9pPr marL="3655260" indent="0">
              <a:buNone/>
              <a:defRPr sz="900"/>
            </a:lvl9pPr>
          </a:lstStyle>
          <a:p>
            <a:pPr lvl="0"/>
            <a:r>
              <a:rPr lang="ja-JP" altLang="en-US"/>
              <a:t>マスタ テキストの書式設定</a:t>
            </a:r>
          </a:p>
        </p:txBody>
      </p:sp>
      <p:sp>
        <p:nvSpPr>
          <p:cNvPr id="5" name="Rectangle 6">
            <a:extLst>
              <a:ext uri="{FF2B5EF4-FFF2-40B4-BE49-F238E27FC236}">
                <a16:creationId xmlns:a16="http://schemas.microsoft.com/office/drawing/2014/main" id="{C66902DE-A146-38F5-DBDA-FFB2F402E4E7}"/>
              </a:ext>
            </a:extLst>
          </p:cNvPr>
          <p:cNvSpPr>
            <a:spLocks noGrp="1" noChangeArrowheads="1"/>
          </p:cNvSpPr>
          <p:nvPr>
            <p:ph type="sldNum" sz="quarter" idx="10"/>
          </p:nvPr>
        </p:nvSpPr>
        <p:spPr>
          <a:ln/>
        </p:spPr>
        <p:txBody>
          <a:bodyPr/>
          <a:lstStyle>
            <a:lvl1pPr>
              <a:defRPr/>
            </a:lvl1pPr>
          </a:lstStyle>
          <a:p>
            <a:fld id="{CCE4437D-9BBD-45EB-AE2F-077F8582BDB2}" type="slidenum">
              <a:rPr lang="en-US" altLang="ja-JP"/>
              <a:pPr/>
              <a:t>‹#›</a:t>
            </a:fld>
            <a:endParaRPr lang="en-US" altLang="ja-JP"/>
          </a:p>
        </p:txBody>
      </p:sp>
    </p:spTree>
    <p:extLst>
      <p:ext uri="{BB962C8B-B14F-4D97-AF65-F5344CB8AC3E}">
        <p14:creationId xmlns:p14="http://schemas.microsoft.com/office/powerpoint/2010/main" val="89790723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941513" y="4800601"/>
            <a:ext cx="5943600" cy="566738"/>
          </a:xfr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941513" y="612775"/>
            <a:ext cx="5943600" cy="4114800"/>
          </a:xfrm>
        </p:spPr>
        <p:txBody>
          <a:bodyPr/>
          <a:lstStyle>
            <a:lvl1pPr marL="0" indent="0">
              <a:buNone/>
              <a:defRPr sz="3200"/>
            </a:lvl1pPr>
            <a:lvl2pPr marL="456908" indent="0">
              <a:buNone/>
              <a:defRPr sz="2800"/>
            </a:lvl2pPr>
            <a:lvl3pPr marL="913815" indent="0">
              <a:buNone/>
              <a:defRPr sz="2400"/>
            </a:lvl3pPr>
            <a:lvl4pPr marL="1370724" indent="0">
              <a:buNone/>
              <a:defRPr sz="2000"/>
            </a:lvl4pPr>
            <a:lvl5pPr marL="1827630" indent="0">
              <a:buNone/>
              <a:defRPr sz="2000"/>
            </a:lvl5pPr>
            <a:lvl6pPr marL="2284538" indent="0">
              <a:buNone/>
              <a:defRPr sz="2000"/>
            </a:lvl6pPr>
            <a:lvl7pPr marL="2741445" indent="0">
              <a:buNone/>
              <a:defRPr sz="2000"/>
            </a:lvl7pPr>
            <a:lvl8pPr marL="3198355" indent="0">
              <a:buNone/>
              <a:defRPr sz="2000"/>
            </a:lvl8pPr>
            <a:lvl9pPr marL="3655260" indent="0">
              <a:buNone/>
              <a:defRPr sz="2000"/>
            </a:lvl9pPr>
          </a:lstStyle>
          <a:p>
            <a:pPr lvl="0"/>
            <a:endParaRPr lang="ja-JP" altLang="en-US" noProof="0" dirty="0"/>
          </a:p>
        </p:txBody>
      </p:sp>
      <p:sp>
        <p:nvSpPr>
          <p:cNvPr id="4" name="テキスト プレースホルダ 3"/>
          <p:cNvSpPr>
            <a:spLocks noGrp="1"/>
          </p:cNvSpPr>
          <p:nvPr>
            <p:ph type="body" sz="half" idx="2"/>
          </p:nvPr>
        </p:nvSpPr>
        <p:spPr>
          <a:xfrm>
            <a:off x="1941513" y="5367339"/>
            <a:ext cx="5943600" cy="804862"/>
          </a:xfrm>
        </p:spPr>
        <p:txBody>
          <a:bodyPr/>
          <a:lstStyle>
            <a:lvl1pPr marL="0" indent="0">
              <a:buNone/>
              <a:defRPr sz="1400"/>
            </a:lvl1pPr>
            <a:lvl2pPr marL="456908" indent="0">
              <a:buNone/>
              <a:defRPr sz="1200"/>
            </a:lvl2pPr>
            <a:lvl3pPr marL="913815" indent="0">
              <a:buNone/>
              <a:defRPr sz="1000"/>
            </a:lvl3pPr>
            <a:lvl4pPr marL="1370724" indent="0">
              <a:buNone/>
              <a:defRPr sz="900"/>
            </a:lvl4pPr>
            <a:lvl5pPr marL="1827630" indent="0">
              <a:buNone/>
              <a:defRPr sz="900"/>
            </a:lvl5pPr>
            <a:lvl6pPr marL="2284538" indent="0">
              <a:buNone/>
              <a:defRPr sz="900"/>
            </a:lvl6pPr>
            <a:lvl7pPr marL="2741445" indent="0">
              <a:buNone/>
              <a:defRPr sz="900"/>
            </a:lvl7pPr>
            <a:lvl8pPr marL="3198355" indent="0">
              <a:buNone/>
              <a:defRPr sz="900"/>
            </a:lvl8pPr>
            <a:lvl9pPr marL="3655260" indent="0">
              <a:buNone/>
              <a:defRPr sz="900"/>
            </a:lvl9pPr>
          </a:lstStyle>
          <a:p>
            <a:pPr lvl="0"/>
            <a:r>
              <a:rPr lang="ja-JP" altLang="en-US"/>
              <a:t>マスタ テキストの書式設定</a:t>
            </a:r>
          </a:p>
        </p:txBody>
      </p:sp>
      <p:sp>
        <p:nvSpPr>
          <p:cNvPr id="5" name="Rectangle 6">
            <a:extLst>
              <a:ext uri="{FF2B5EF4-FFF2-40B4-BE49-F238E27FC236}">
                <a16:creationId xmlns:a16="http://schemas.microsoft.com/office/drawing/2014/main" id="{26DBCD67-DEF0-4A5D-D14D-FB4C5C447D8D}"/>
              </a:ext>
            </a:extLst>
          </p:cNvPr>
          <p:cNvSpPr>
            <a:spLocks noGrp="1" noChangeArrowheads="1"/>
          </p:cNvSpPr>
          <p:nvPr>
            <p:ph type="sldNum" sz="quarter" idx="10"/>
          </p:nvPr>
        </p:nvSpPr>
        <p:spPr>
          <a:ln/>
        </p:spPr>
        <p:txBody>
          <a:bodyPr/>
          <a:lstStyle>
            <a:lvl1pPr>
              <a:defRPr/>
            </a:lvl1pPr>
          </a:lstStyle>
          <a:p>
            <a:fld id="{9FAE309B-92DE-48F5-AD21-F34B750F62CE}" type="slidenum">
              <a:rPr lang="en-US" altLang="ja-JP"/>
              <a:pPr/>
              <a:t>‹#›</a:t>
            </a:fld>
            <a:endParaRPr lang="en-US" altLang="ja-JP"/>
          </a:p>
        </p:txBody>
      </p:sp>
    </p:spTree>
    <p:extLst>
      <p:ext uri="{BB962C8B-B14F-4D97-AF65-F5344CB8AC3E}">
        <p14:creationId xmlns:p14="http://schemas.microsoft.com/office/powerpoint/2010/main" val="4137944189"/>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6">
            <a:extLst>
              <a:ext uri="{FF2B5EF4-FFF2-40B4-BE49-F238E27FC236}">
                <a16:creationId xmlns:a16="http://schemas.microsoft.com/office/drawing/2014/main" id="{5DAD8C0F-9207-FDD1-A337-45E56F27B79A}"/>
              </a:ext>
            </a:extLst>
          </p:cNvPr>
          <p:cNvSpPr>
            <a:spLocks noGrp="1" noChangeArrowheads="1"/>
          </p:cNvSpPr>
          <p:nvPr>
            <p:ph type="sldNum" sz="quarter" idx="10"/>
          </p:nvPr>
        </p:nvSpPr>
        <p:spPr>
          <a:ln/>
        </p:spPr>
        <p:txBody>
          <a:bodyPr/>
          <a:lstStyle>
            <a:lvl1pPr>
              <a:defRPr/>
            </a:lvl1pPr>
          </a:lstStyle>
          <a:p>
            <a:fld id="{29EBD932-F063-443E-827A-E769824FE04E}" type="slidenum">
              <a:rPr lang="en-US" altLang="ja-JP"/>
              <a:pPr/>
              <a:t>‹#›</a:t>
            </a:fld>
            <a:endParaRPr lang="en-US" altLang="ja-JP"/>
          </a:p>
        </p:txBody>
      </p:sp>
    </p:spTree>
    <p:extLst>
      <p:ext uri="{BB962C8B-B14F-4D97-AF65-F5344CB8AC3E}">
        <p14:creationId xmlns:p14="http://schemas.microsoft.com/office/powerpoint/2010/main" val="3459830114"/>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7277104" y="115896"/>
            <a:ext cx="2357438" cy="2232025"/>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200039" y="115896"/>
            <a:ext cx="6924675" cy="2232025"/>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6">
            <a:extLst>
              <a:ext uri="{FF2B5EF4-FFF2-40B4-BE49-F238E27FC236}">
                <a16:creationId xmlns:a16="http://schemas.microsoft.com/office/drawing/2014/main" id="{1BEF2690-69B4-B16E-D488-453BC277FC5E}"/>
              </a:ext>
            </a:extLst>
          </p:cNvPr>
          <p:cNvSpPr>
            <a:spLocks noGrp="1" noChangeArrowheads="1"/>
          </p:cNvSpPr>
          <p:nvPr>
            <p:ph type="sldNum" sz="quarter" idx="10"/>
          </p:nvPr>
        </p:nvSpPr>
        <p:spPr>
          <a:ln/>
        </p:spPr>
        <p:txBody>
          <a:bodyPr/>
          <a:lstStyle>
            <a:lvl1pPr>
              <a:defRPr/>
            </a:lvl1pPr>
          </a:lstStyle>
          <a:p>
            <a:fld id="{410CD1F1-E8BF-4E11-A40D-3FA49B39B68A}" type="slidenum">
              <a:rPr lang="en-US" altLang="ja-JP"/>
              <a:pPr/>
              <a:t>‹#›</a:t>
            </a:fld>
            <a:endParaRPr lang="en-US" altLang="ja-JP"/>
          </a:p>
        </p:txBody>
      </p:sp>
    </p:spTree>
    <p:extLst>
      <p:ext uri="{BB962C8B-B14F-4D97-AF65-F5344CB8AC3E}">
        <p14:creationId xmlns:p14="http://schemas.microsoft.com/office/powerpoint/2010/main" val="126914238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type="title" preserve="1">
  <p:cSld name="タイトル スライド">
    <p:spTree>
      <p:nvGrpSpPr>
        <p:cNvPr id="1" name=""/>
        <p:cNvGrpSpPr/>
        <p:nvPr/>
      </p:nvGrpSpPr>
      <p:grpSpPr>
        <a:xfrm>
          <a:off x="0" y="0"/>
          <a:ext cx="0" cy="0"/>
          <a:chOff x="0" y="0"/>
          <a:chExt cx="0" cy="0"/>
        </a:xfrm>
      </p:grpSpPr>
      <p:sp>
        <p:nvSpPr>
          <p:cNvPr id="2" name="AutoShape 4">
            <a:extLst>
              <a:ext uri="{FF2B5EF4-FFF2-40B4-BE49-F238E27FC236}">
                <a16:creationId xmlns:a16="http://schemas.microsoft.com/office/drawing/2014/main" id="{37AEF2F4-06D6-C609-F2E9-88BA1C1AF0F1}"/>
              </a:ext>
            </a:extLst>
          </p:cNvPr>
          <p:cNvSpPr>
            <a:spLocks noChangeArrowheads="1"/>
          </p:cNvSpPr>
          <p:nvPr/>
        </p:nvSpPr>
        <p:spPr bwMode="auto">
          <a:xfrm flipV="1">
            <a:off x="198438" y="6237288"/>
            <a:ext cx="9650412" cy="69850"/>
          </a:xfrm>
          <a:prstGeom prst="roundRect">
            <a:avLst>
              <a:gd name="adj" fmla="val 16667"/>
            </a:avLst>
          </a:prstGeom>
          <a:gradFill rotWithShape="1">
            <a:gsLst>
              <a:gs pos="0">
                <a:schemeClr val="bg1"/>
              </a:gs>
              <a:gs pos="100000">
                <a:srgbClr val="3333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kumimoji="1" sz="1400" b="1">
                <a:solidFill>
                  <a:srgbClr val="000066"/>
                </a:solidFill>
                <a:latin typeface="Arial" charset="0"/>
                <a:ea typeface="ＭＳ Ｐゴシック" pitchFamily="50" charset="-128"/>
              </a:defRPr>
            </a:lvl1pPr>
            <a:lvl2pPr marL="742950" indent="-285750" eaLnBrk="0" hangingPunct="0">
              <a:defRPr kumimoji="1" sz="1400" b="1">
                <a:solidFill>
                  <a:srgbClr val="000066"/>
                </a:solidFill>
                <a:latin typeface="Arial" charset="0"/>
                <a:ea typeface="ＭＳ Ｐゴシック" pitchFamily="50" charset="-128"/>
              </a:defRPr>
            </a:lvl2pPr>
            <a:lvl3pPr marL="1143000" indent="-228600" eaLnBrk="0" hangingPunct="0">
              <a:defRPr kumimoji="1" sz="1400" b="1">
                <a:solidFill>
                  <a:srgbClr val="000066"/>
                </a:solidFill>
                <a:latin typeface="Arial" charset="0"/>
                <a:ea typeface="ＭＳ Ｐゴシック" pitchFamily="50" charset="-128"/>
              </a:defRPr>
            </a:lvl3pPr>
            <a:lvl4pPr marL="1600200" indent="-228600" eaLnBrk="0" hangingPunct="0">
              <a:defRPr kumimoji="1" sz="1400" b="1">
                <a:solidFill>
                  <a:srgbClr val="000066"/>
                </a:solidFill>
                <a:latin typeface="Arial" charset="0"/>
                <a:ea typeface="ＭＳ Ｐゴシック" pitchFamily="50" charset="-128"/>
              </a:defRPr>
            </a:lvl4pPr>
            <a:lvl5pPr marL="2057400" indent="-228600" eaLnBrk="0" hangingPunct="0">
              <a:defRPr kumimoji="1" sz="1400" b="1">
                <a:solidFill>
                  <a:srgbClr val="000066"/>
                </a:solidFill>
                <a:latin typeface="Arial" charset="0"/>
                <a:ea typeface="ＭＳ Ｐゴシック" pitchFamily="50" charset="-128"/>
              </a:defRPr>
            </a:lvl5pPr>
            <a:lvl6pPr marL="25146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6pPr>
            <a:lvl7pPr marL="29718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7pPr>
            <a:lvl8pPr marL="34290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8pPr>
            <a:lvl9pPr marL="38862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9pPr>
          </a:lstStyle>
          <a:p>
            <a:pPr algn="ctr" eaLnBrk="1" hangingPunct="1">
              <a:defRPr/>
            </a:pPr>
            <a:endParaRPr lang="ja-JP" altLang="en-US" sz="1000" b="0">
              <a:solidFill>
                <a:srgbClr val="000000"/>
              </a:solidFill>
              <a:ea typeface="HG丸ｺﾞｼｯｸM-PRO" pitchFamily="50" charset="-128"/>
            </a:endParaRPr>
          </a:p>
        </p:txBody>
      </p:sp>
      <p:sp>
        <p:nvSpPr>
          <p:cNvPr id="3" name="AutoShape 5">
            <a:extLst>
              <a:ext uri="{FF2B5EF4-FFF2-40B4-BE49-F238E27FC236}">
                <a16:creationId xmlns:a16="http://schemas.microsoft.com/office/drawing/2014/main" id="{355E4E81-6139-F3E6-CA51-97BCB3782C34}"/>
              </a:ext>
            </a:extLst>
          </p:cNvPr>
          <p:cNvSpPr>
            <a:spLocks noChangeArrowheads="1"/>
          </p:cNvSpPr>
          <p:nvPr/>
        </p:nvSpPr>
        <p:spPr bwMode="auto">
          <a:xfrm rot="5400000" flipV="1">
            <a:off x="6067425" y="3392488"/>
            <a:ext cx="6626225" cy="73025"/>
          </a:xfrm>
          <a:prstGeom prst="roundRect">
            <a:avLst>
              <a:gd name="adj" fmla="val 16667"/>
            </a:avLst>
          </a:prstGeom>
          <a:gradFill rotWithShape="1">
            <a:gsLst>
              <a:gs pos="0">
                <a:schemeClr val="bg1"/>
              </a:gs>
              <a:gs pos="100000">
                <a:srgbClr val="3333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kumimoji="1" sz="1400" b="1">
                <a:solidFill>
                  <a:srgbClr val="000066"/>
                </a:solidFill>
                <a:latin typeface="Arial" charset="0"/>
                <a:ea typeface="ＭＳ Ｐゴシック" pitchFamily="50" charset="-128"/>
              </a:defRPr>
            </a:lvl1pPr>
            <a:lvl2pPr marL="742950" indent="-285750" eaLnBrk="0" hangingPunct="0">
              <a:defRPr kumimoji="1" sz="1400" b="1">
                <a:solidFill>
                  <a:srgbClr val="000066"/>
                </a:solidFill>
                <a:latin typeface="Arial" charset="0"/>
                <a:ea typeface="ＭＳ Ｐゴシック" pitchFamily="50" charset="-128"/>
              </a:defRPr>
            </a:lvl2pPr>
            <a:lvl3pPr marL="1143000" indent="-228600" eaLnBrk="0" hangingPunct="0">
              <a:defRPr kumimoji="1" sz="1400" b="1">
                <a:solidFill>
                  <a:srgbClr val="000066"/>
                </a:solidFill>
                <a:latin typeface="Arial" charset="0"/>
                <a:ea typeface="ＭＳ Ｐゴシック" pitchFamily="50" charset="-128"/>
              </a:defRPr>
            </a:lvl3pPr>
            <a:lvl4pPr marL="1600200" indent="-228600" eaLnBrk="0" hangingPunct="0">
              <a:defRPr kumimoji="1" sz="1400" b="1">
                <a:solidFill>
                  <a:srgbClr val="000066"/>
                </a:solidFill>
                <a:latin typeface="Arial" charset="0"/>
                <a:ea typeface="ＭＳ Ｐゴシック" pitchFamily="50" charset="-128"/>
              </a:defRPr>
            </a:lvl4pPr>
            <a:lvl5pPr marL="2057400" indent="-228600" eaLnBrk="0" hangingPunct="0">
              <a:defRPr kumimoji="1" sz="1400" b="1">
                <a:solidFill>
                  <a:srgbClr val="000066"/>
                </a:solidFill>
                <a:latin typeface="Arial" charset="0"/>
                <a:ea typeface="ＭＳ Ｐゴシック" pitchFamily="50" charset="-128"/>
              </a:defRPr>
            </a:lvl5pPr>
            <a:lvl6pPr marL="25146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6pPr>
            <a:lvl7pPr marL="29718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7pPr>
            <a:lvl8pPr marL="34290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8pPr>
            <a:lvl9pPr marL="38862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9pPr>
          </a:lstStyle>
          <a:p>
            <a:pPr algn="ctr" eaLnBrk="1" hangingPunct="1">
              <a:defRPr/>
            </a:pPr>
            <a:endParaRPr lang="ja-JP" altLang="en-US" sz="1000" b="0">
              <a:solidFill>
                <a:srgbClr val="000000"/>
              </a:solidFill>
              <a:ea typeface="HG丸ｺﾞｼｯｸM-PRO" pitchFamily="50" charset="-128"/>
            </a:endParaRPr>
          </a:p>
        </p:txBody>
      </p:sp>
      <p:sp>
        <p:nvSpPr>
          <p:cNvPr id="4" name="AutoShape 6">
            <a:extLst>
              <a:ext uri="{FF2B5EF4-FFF2-40B4-BE49-F238E27FC236}">
                <a16:creationId xmlns:a16="http://schemas.microsoft.com/office/drawing/2014/main" id="{AA3C28BC-9C8D-0D07-365E-12FB2256507A}"/>
              </a:ext>
            </a:extLst>
          </p:cNvPr>
          <p:cNvSpPr>
            <a:spLocks noChangeArrowheads="1"/>
          </p:cNvSpPr>
          <p:nvPr/>
        </p:nvSpPr>
        <p:spPr bwMode="auto">
          <a:xfrm flipV="1">
            <a:off x="128588" y="549275"/>
            <a:ext cx="9577387" cy="71438"/>
          </a:xfrm>
          <a:prstGeom prst="roundRect">
            <a:avLst>
              <a:gd name="adj" fmla="val 16667"/>
            </a:avLst>
          </a:prstGeom>
          <a:gradFill rotWithShape="1">
            <a:gsLst>
              <a:gs pos="0">
                <a:srgbClr val="3333FF"/>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kumimoji="1" sz="1400" b="1">
                <a:solidFill>
                  <a:srgbClr val="000066"/>
                </a:solidFill>
                <a:latin typeface="Arial" charset="0"/>
                <a:ea typeface="ＭＳ Ｐゴシック" pitchFamily="50" charset="-128"/>
              </a:defRPr>
            </a:lvl1pPr>
            <a:lvl2pPr marL="742950" indent="-285750" eaLnBrk="0" hangingPunct="0">
              <a:defRPr kumimoji="1" sz="1400" b="1">
                <a:solidFill>
                  <a:srgbClr val="000066"/>
                </a:solidFill>
                <a:latin typeface="Arial" charset="0"/>
                <a:ea typeface="ＭＳ Ｐゴシック" pitchFamily="50" charset="-128"/>
              </a:defRPr>
            </a:lvl2pPr>
            <a:lvl3pPr marL="1143000" indent="-228600" eaLnBrk="0" hangingPunct="0">
              <a:defRPr kumimoji="1" sz="1400" b="1">
                <a:solidFill>
                  <a:srgbClr val="000066"/>
                </a:solidFill>
                <a:latin typeface="Arial" charset="0"/>
                <a:ea typeface="ＭＳ Ｐゴシック" pitchFamily="50" charset="-128"/>
              </a:defRPr>
            </a:lvl3pPr>
            <a:lvl4pPr marL="1600200" indent="-228600" eaLnBrk="0" hangingPunct="0">
              <a:defRPr kumimoji="1" sz="1400" b="1">
                <a:solidFill>
                  <a:srgbClr val="000066"/>
                </a:solidFill>
                <a:latin typeface="Arial" charset="0"/>
                <a:ea typeface="ＭＳ Ｐゴシック" pitchFamily="50" charset="-128"/>
              </a:defRPr>
            </a:lvl4pPr>
            <a:lvl5pPr marL="2057400" indent="-228600" eaLnBrk="0" hangingPunct="0">
              <a:defRPr kumimoji="1" sz="1400" b="1">
                <a:solidFill>
                  <a:srgbClr val="000066"/>
                </a:solidFill>
                <a:latin typeface="Arial" charset="0"/>
                <a:ea typeface="ＭＳ Ｐゴシック" pitchFamily="50" charset="-128"/>
              </a:defRPr>
            </a:lvl5pPr>
            <a:lvl6pPr marL="25146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6pPr>
            <a:lvl7pPr marL="29718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7pPr>
            <a:lvl8pPr marL="34290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8pPr>
            <a:lvl9pPr marL="38862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9pPr>
          </a:lstStyle>
          <a:p>
            <a:pPr algn="ctr" eaLnBrk="1" hangingPunct="1">
              <a:defRPr/>
            </a:pPr>
            <a:endParaRPr lang="ja-JP" altLang="en-US" sz="1000" b="0">
              <a:solidFill>
                <a:srgbClr val="000000"/>
              </a:solidFill>
              <a:ea typeface="HG丸ｺﾞｼｯｸM-PRO" pitchFamily="50" charset="-128"/>
            </a:endParaRPr>
          </a:p>
        </p:txBody>
      </p:sp>
      <p:sp>
        <p:nvSpPr>
          <p:cNvPr id="5" name="AutoShape 7">
            <a:extLst>
              <a:ext uri="{FF2B5EF4-FFF2-40B4-BE49-F238E27FC236}">
                <a16:creationId xmlns:a16="http://schemas.microsoft.com/office/drawing/2014/main" id="{BE1F13A6-F8DC-1534-224F-0C76A25A9431}"/>
              </a:ext>
            </a:extLst>
          </p:cNvPr>
          <p:cNvSpPr>
            <a:spLocks noChangeArrowheads="1"/>
          </p:cNvSpPr>
          <p:nvPr/>
        </p:nvSpPr>
        <p:spPr bwMode="auto">
          <a:xfrm rot="5400000" flipV="1">
            <a:off x="-2756032" y="3469084"/>
            <a:ext cx="6705600" cy="72231"/>
          </a:xfrm>
          <a:prstGeom prst="roundRect">
            <a:avLst>
              <a:gd name="adj" fmla="val 16667"/>
            </a:avLst>
          </a:prstGeom>
          <a:gradFill flip="none" rotWithShape="1">
            <a:gsLst>
              <a:gs pos="0">
                <a:srgbClr val="3333FF"/>
              </a:gs>
              <a:gs pos="100000">
                <a:schemeClr val="bg1">
                  <a:alpha val="80000"/>
                </a:schemeClr>
              </a:gs>
            </a:gsLst>
            <a:path path="circle">
              <a:fillToRect r="100000" b="100000"/>
            </a:path>
            <a:tileRect l="-100000" t="-100000"/>
          </a:gradFill>
          <a:ln w="9525">
            <a:noFill/>
            <a:round/>
            <a:headEnd/>
            <a:tailEnd/>
          </a:ln>
          <a:effectLst/>
        </p:spPr>
        <p:txBody>
          <a:bodyPr wrap="none" anchor="ctr"/>
          <a:lstStyle/>
          <a:p>
            <a:pPr algn="ctr">
              <a:defRPr/>
            </a:pPr>
            <a:endParaRPr lang="ja-JP" altLang="en-US" sz="1000" b="0">
              <a:solidFill>
                <a:prstClr val="black"/>
              </a:solidFill>
              <a:latin typeface="Arial" charset="0"/>
              <a:ea typeface="HG丸ｺﾞｼｯｸM-PRO" pitchFamily="49" charset="-128"/>
            </a:endParaRPr>
          </a:p>
        </p:txBody>
      </p:sp>
      <p:sp>
        <p:nvSpPr>
          <p:cNvPr id="197634" name="Rectangle 2"/>
          <p:cNvSpPr>
            <a:spLocks noGrp="1" noChangeArrowheads="1"/>
          </p:cNvSpPr>
          <p:nvPr>
            <p:ph type="ctrTitle"/>
          </p:nvPr>
        </p:nvSpPr>
        <p:spPr>
          <a:xfrm>
            <a:off x="985441" y="2205038"/>
            <a:ext cx="8791575" cy="792162"/>
          </a:xfrm>
        </p:spPr>
        <p:txBody>
          <a:bodyPr/>
          <a:lstStyle>
            <a:lvl1pPr>
              <a:defRPr sz="3200"/>
            </a:lvl1pPr>
          </a:lstStyle>
          <a:p>
            <a:r>
              <a:rPr lang="en-US" altLang="ja-JP"/>
              <a:t>○○○</a:t>
            </a:r>
            <a:r>
              <a:rPr lang="ja-JP" altLang="en-US"/>
              <a:t>の現状について（丸ゴシック</a:t>
            </a:r>
            <a:r>
              <a:rPr lang="en-US" altLang="ja-JP"/>
              <a:t>32</a:t>
            </a:r>
            <a:r>
              <a:rPr lang="ja-JP" altLang="en-US"/>
              <a:t>～</a:t>
            </a:r>
            <a:r>
              <a:rPr lang="en-US" altLang="ja-JP"/>
              <a:t>44P</a:t>
            </a:r>
            <a:r>
              <a:rPr lang="ja-JP" altLang="en-US"/>
              <a:t>）</a:t>
            </a:r>
          </a:p>
        </p:txBody>
      </p:sp>
      <p:sp>
        <p:nvSpPr>
          <p:cNvPr id="197635" name="Rectangle 3"/>
          <p:cNvSpPr>
            <a:spLocks noGrp="1" noChangeArrowheads="1"/>
          </p:cNvSpPr>
          <p:nvPr>
            <p:ph type="subTitle" idx="1"/>
          </p:nvPr>
        </p:nvSpPr>
        <p:spPr>
          <a:xfrm>
            <a:off x="2074069" y="4581525"/>
            <a:ext cx="6934200" cy="1512888"/>
          </a:xfrm>
        </p:spPr>
        <p:txBody>
          <a:bodyPr/>
          <a:lstStyle>
            <a:lvl1pPr marL="0" indent="0" algn="r">
              <a:buFont typeface="Wingdings" pitchFamily="2" charset="2"/>
              <a:buNone/>
              <a:defRPr sz="2400" b="1">
                <a:solidFill>
                  <a:schemeClr val="hlink"/>
                </a:solidFill>
              </a:defRPr>
            </a:lvl1pPr>
          </a:lstStyle>
          <a:p>
            <a:r>
              <a:rPr lang="ja-JP" altLang="en-US"/>
              <a:t>平成１９年４月２４日</a:t>
            </a:r>
          </a:p>
          <a:p>
            <a:r>
              <a:rPr lang="ja-JP" altLang="en-US"/>
              <a:t>大臣官房　総務課</a:t>
            </a:r>
          </a:p>
          <a:p>
            <a:r>
              <a:rPr lang="ja-JP" altLang="en-US"/>
              <a:t>●●太郎</a:t>
            </a:r>
          </a:p>
        </p:txBody>
      </p:sp>
    </p:spTree>
    <p:extLst>
      <p:ext uri="{BB962C8B-B14F-4D97-AF65-F5344CB8AC3E}">
        <p14:creationId xmlns:p14="http://schemas.microsoft.com/office/powerpoint/2010/main" val="194675859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idx="1"/>
          </p:nvPr>
        </p:nvSpPr>
        <p:spPr/>
        <p:txBody>
          <a:body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3">
            <a:extLst>
              <a:ext uri="{FF2B5EF4-FFF2-40B4-BE49-F238E27FC236}">
                <a16:creationId xmlns:a16="http://schemas.microsoft.com/office/drawing/2014/main" id="{DADC20DE-7B42-9441-62D0-C5D17DE2B821}"/>
              </a:ext>
            </a:extLst>
          </p:cNvPr>
          <p:cNvSpPr>
            <a:spLocks noGrp="1" noChangeArrowheads="1"/>
          </p:cNvSpPr>
          <p:nvPr>
            <p:ph type="sldNum" sz="quarter" idx="10"/>
          </p:nvPr>
        </p:nvSpPr>
        <p:spPr/>
        <p:txBody>
          <a:bodyPr/>
          <a:lstStyle>
            <a:lvl1pPr>
              <a:defRPr b="1"/>
            </a:lvl1pPr>
          </a:lstStyle>
          <a:p>
            <a:fld id="{BF1340A4-949D-40D9-BCB0-0A2281176D7A}" type="slidenum">
              <a:rPr lang="en-US" altLang="ja-JP"/>
              <a:pPr/>
              <a:t>‹#›</a:t>
            </a:fld>
            <a:endParaRPr lang="en-US" altLang="ja-JP"/>
          </a:p>
        </p:txBody>
      </p:sp>
    </p:spTree>
    <p:extLst>
      <p:ext uri="{BB962C8B-B14F-4D97-AF65-F5344CB8AC3E}">
        <p14:creationId xmlns:p14="http://schemas.microsoft.com/office/powerpoint/2010/main" val="43594222"/>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82506" y="4406915"/>
            <a:ext cx="8420100" cy="1362075"/>
          </a:xfrm>
        </p:spPr>
        <p:txBody>
          <a:bodyPr anchor="t"/>
          <a:lstStyle>
            <a:lvl1pPr algn="l">
              <a:defRPr sz="4000" b="1" cap="all"/>
            </a:lvl1pPr>
          </a:lstStyle>
          <a:p>
            <a:r>
              <a:rPr lang="ja-JP" altLang="en-US"/>
              <a:t>マスタ タイトルの書式設定</a:t>
            </a:r>
          </a:p>
        </p:txBody>
      </p:sp>
      <p:sp>
        <p:nvSpPr>
          <p:cNvPr id="3" name="テキスト プレースホルダ 2"/>
          <p:cNvSpPr>
            <a:spLocks noGrp="1"/>
          </p:cNvSpPr>
          <p:nvPr>
            <p:ph type="body" idx="1"/>
          </p:nvPr>
        </p:nvSpPr>
        <p:spPr>
          <a:xfrm>
            <a:off x="782506" y="2906713"/>
            <a:ext cx="84201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 テキストの書式設定</a:t>
            </a:r>
          </a:p>
        </p:txBody>
      </p:sp>
      <p:sp>
        <p:nvSpPr>
          <p:cNvPr id="4" name="Rectangle 3">
            <a:extLst>
              <a:ext uri="{FF2B5EF4-FFF2-40B4-BE49-F238E27FC236}">
                <a16:creationId xmlns:a16="http://schemas.microsoft.com/office/drawing/2014/main" id="{0570598E-4017-7E88-7756-EE35F6F518FC}"/>
              </a:ext>
            </a:extLst>
          </p:cNvPr>
          <p:cNvSpPr>
            <a:spLocks noGrp="1" noChangeArrowheads="1"/>
          </p:cNvSpPr>
          <p:nvPr>
            <p:ph type="sldNum" sz="quarter" idx="10"/>
          </p:nvPr>
        </p:nvSpPr>
        <p:spPr/>
        <p:txBody>
          <a:bodyPr/>
          <a:lstStyle>
            <a:lvl1pPr>
              <a:defRPr b="1"/>
            </a:lvl1pPr>
          </a:lstStyle>
          <a:p>
            <a:fld id="{656A7444-581E-4D1D-996D-06AB3E3ABBB4}" type="slidenum">
              <a:rPr lang="en-US" altLang="ja-JP"/>
              <a:pPr/>
              <a:t>‹#›</a:t>
            </a:fld>
            <a:endParaRPr lang="en-US" altLang="ja-JP"/>
          </a:p>
        </p:txBody>
      </p:sp>
    </p:spTree>
    <p:extLst>
      <p:ext uri="{BB962C8B-B14F-4D97-AF65-F5344CB8AC3E}">
        <p14:creationId xmlns:p14="http://schemas.microsoft.com/office/powerpoint/2010/main" val="388547186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コンテンツ プレースホルダ 2"/>
          <p:cNvSpPr>
            <a:spLocks noGrp="1"/>
          </p:cNvSpPr>
          <p:nvPr>
            <p:ph sz="half" idx="1"/>
          </p:nvPr>
        </p:nvSpPr>
        <p:spPr>
          <a:xfrm>
            <a:off x="271735" y="836613"/>
            <a:ext cx="4598723" cy="1511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5035558" y="836613"/>
            <a:ext cx="4598723" cy="15113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Rectangle 3">
            <a:extLst>
              <a:ext uri="{FF2B5EF4-FFF2-40B4-BE49-F238E27FC236}">
                <a16:creationId xmlns:a16="http://schemas.microsoft.com/office/drawing/2014/main" id="{9AD30DF6-112F-CD07-D152-E6737E85451D}"/>
              </a:ext>
            </a:extLst>
          </p:cNvPr>
          <p:cNvSpPr>
            <a:spLocks noGrp="1" noChangeArrowheads="1"/>
          </p:cNvSpPr>
          <p:nvPr>
            <p:ph type="sldNum" sz="quarter" idx="10"/>
          </p:nvPr>
        </p:nvSpPr>
        <p:spPr/>
        <p:txBody>
          <a:bodyPr/>
          <a:lstStyle>
            <a:lvl1pPr>
              <a:defRPr b="1"/>
            </a:lvl1pPr>
          </a:lstStyle>
          <a:p>
            <a:fld id="{60647715-B5BE-43C8-8A27-5397E22F0FB2}" type="slidenum">
              <a:rPr lang="en-US" altLang="ja-JP"/>
              <a:pPr/>
              <a:t>‹#›</a:t>
            </a:fld>
            <a:endParaRPr lang="en-US" altLang="ja-JP"/>
          </a:p>
        </p:txBody>
      </p:sp>
    </p:spTree>
    <p:extLst>
      <p:ext uri="{BB962C8B-B14F-4D97-AF65-F5344CB8AC3E}">
        <p14:creationId xmlns:p14="http://schemas.microsoft.com/office/powerpoint/2010/main" val="28450499"/>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4638"/>
            <a:ext cx="8915400" cy="1143000"/>
          </a:xfrm>
        </p:spPr>
        <p:txBody>
          <a:bodyPr/>
          <a:lstStyle>
            <a:lvl1pPr>
              <a:defRPr/>
            </a:lvl1pPr>
          </a:lstStyle>
          <a:p>
            <a:r>
              <a:rPr lang="ja-JP" altLang="en-US"/>
              <a:t>マスタ タイトルの書式設定</a:t>
            </a:r>
          </a:p>
        </p:txBody>
      </p:sp>
      <p:sp>
        <p:nvSpPr>
          <p:cNvPr id="3" name="テキスト プレースホルダ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4" name="コンテンツ プレースホルダ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5032115"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 テキストの書式設定</a:t>
            </a:r>
          </a:p>
        </p:txBody>
      </p:sp>
      <p:sp>
        <p:nvSpPr>
          <p:cNvPr id="6" name="コンテンツ プレースホルダ 5"/>
          <p:cNvSpPr>
            <a:spLocks noGrp="1"/>
          </p:cNvSpPr>
          <p:nvPr>
            <p:ph sz="quarter" idx="4"/>
          </p:nvPr>
        </p:nvSpPr>
        <p:spPr>
          <a:xfrm>
            <a:off x="5032115"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7" name="Rectangle 3">
            <a:extLst>
              <a:ext uri="{FF2B5EF4-FFF2-40B4-BE49-F238E27FC236}">
                <a16:creationId xmlns:a16="http://schemas.microsoft.com/office/drawing/2014/main" id="{797F1B86-C5F9-0A8F-8A2A-806E37D32032}"/>
              </a:ext>
            </a:extLst>
          </p:cNvPr>
          <p:cNvSpPr>
            <a:spLocks noGrp="1" noChangeArrowheads="1"/>
          </p:cNvSpPr>
          <p:nvPr>
            <p:ph type="sldNum" sz="quarter" idx="10"/>
          </p:nvPr>
        </p:nvSpPr>
        <p:spPr/>
        <p:txBody>
          <a:bodyPr/>
          <a:lstStyle>
            <a:lvl1pPr>
              <a:defRPr b="1"/>
            </a:lvl1pPr>
          </a:lstStyle>
          <a:p>
            <a:fld id="{9E8ED82A-1BBC-4187-89ED-A36DAC9705DC}" type="slidenum">
              <a:rPr lang="en-US" altLang="ja-JP"/>
              <a:pPr/>
              <a:t>‹#›</a:t>
            </a:fld>
            <a:endParaRPr lang="en-US" altLang="ja-JP"/>
          </a:p>
        </p:txBody>
      </p:sp>
    </p:spTree>
    <p:extLst>
      <p:ext uri="{BB962C8B-B14F-4D97-AF65-F5344CB8AC3E}">
        <p14:creationId xmlns:p14="http://schemas.microsoft.com/office/powerpoint/2010/main" val="26907148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Rectangle 3">
            <a:extLst>
              <a:ext uri="{FF2B5EF4-FFF2-40B4-BE49-F238E27FC236}">
                <a16:creationId xmlns:a16="http://schemas.microsoft.com/office/drawing/2014/main" id="{DCE0C4A5-D63B-B594-3C0F-F48EB50556DE}"/>
              </a:ext>
            </a:extLst>
          </p:cNvPr>
          <p:cNvSpPr>
            <a:spLocks noGrp="1" noChangeArrowheads="1"/>
          </p:cNvSpPr>
          <p:nvPr>
            <p:ph type="sldNum" sz="quarter" idx="10"/>
          </p:nvPr>
        </p:nvSpPr>
        <p:spPr/>
        <p:txBody>
          <a:bodyPr/>
          <a:lstStyle>
            <a:lvl1pPr>
              <a:defRPr b="1"/>
            </a:lvl1pPr>
          </a:lstStyle>
          <a:p>
            <a:fld id="{0CCA8BE2-BA9D-4EFA-8AF5-AEACF85C7BCD}" type="slidenum">
              <a:rPr lang="en-US" altLang="ja-JP"/>
              <a:pPr/>
              <a:t>‹#›</a:t>
            </a:fld>
            <a:endParaRPr lang="en-US" altLang="ja-JP"/>
          </a:p>
        </p:txBody>
      </p:sp>
    </p:spTree>
    <p:extLst>
      <p:ext uri="{BB962C8B-B14F-4D97-AF65-F5344CB8AC3E}">
        <p14:creationId xmlns:p14="http://schemas.microsoft.com/office/powerpoint/2010/main" val="3694750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A1ED4ADA-94CA-164C-4205-6B4141E1877A}"/>
              </a:ext>
            </a:extLst>
          </p:cNvPr>
          <p:cNvSpPr>
            <a:spLocks noGrp="1" noChangeArrowheads="1"/>
          </p:cNvSpPr>
          <p:nvPr>
            <p:ph type="sldNum" sz="quarter" idx="10"/>
          </p:nvPr>
        </p:nvSpPr>
        <p:spPr/>
        <p:txBody>
          <a:bodyPr/>
          <a:lstStyle>
            <a:lvl1pPr>
              <a:defRPr b="1"/>
            </a:lvl1pPr>
          </a:lstStyle>
          <a:p>
            <a:fld id="{6157F3C2-BCD3-483B-B744-A919222119A5}" type="slidenum">
              <a:rPr lang="en-US" altLang="ja-JP"/>
              <a:pPr/>
              <a:t>‹#›</a:t>
            </a:fld>
            <a:endParaRPr lang="en-US" altLang="ja-JP"/>
          </a:p>
        </p:txBody>
      </p:sp>
    </p:spTree>
    <p:extLst>
      <p:ext uri="{BB962C8B-B14F-4D97-AF65-F5344CB8AC3E}">
        <p14:creationId xmlns:p14="http://schemas.microsoft.com/office/powerpoint/2010/main" val="71627720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95300" y="273050"/>
            <a:ext cx="3259006" cy="1162050"/>
          </a:xfrm>
        </p:spPr>
        <p:txBody>
          <a:bodyPr anchor="b"/>
          <a:lstStyle>
            <a:lvl1pPr algn="l">
              <a:defRPr sz="2000" b="1"/>
            </a:lvl1pPr>
          </a:lstStyle>
          <a:p>
            <a:r>
              <a:rPr lang="ja-JP" altLang="en-US"/>
              <a:t>マスタ タイトルの書式設定</a:t>
            </a:r>
          </a:p>
        </p:txBody>
      </p:sp>
      <p:sp>
        <p:nvSpPr>
          <p:cNvPr id="3" name="コンテンツ プレースホルダ 2"/>
          <p:cNvSpPr>
            <a:spLocks noGrp="1"/>
          </p:cNvSpPr>
          <p:nvPr>
            <p:ph idx="1"/>
          </p:nvPr>
        </p:nvSpPr>
        <p:spPr>
          <a:xfrm>
            <a:off x="3872972" y="273065"/>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95300" y="1435103"/>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3">
            <a:extLst>
              <a:ext uri="{FF2B5EF4-FFF2-40B4-BE49-F238E27FC236}">
                <a16:creationId xmlns:a16="http://schemas.microsoft.com/office/drawing/2014/main" id="{8F525EC8-BFAF-D841-1E5C-DE546E37C3F6}"/>
              </a:ext>
            </a:extLst>
          </p:cNvPr>
          <p:cNvSpPr>
            <a:spLocks noGrp="1" noChangeArrowheads="1"/>
          </p:cNvSpPr>
          <p:nvPr>
            <p:ph type="sldNum" sz="quarter" idx="10"/>
          </p:nvPr>
        </p:nvSpPr>
        <p:spPr/>
        <p:txBody>
          <a:bodyPr/>
          <a:lstStyle>
            <a:lvl1pPr>
              <a:defRPr b="1"/>
            </a:lvl1pPr>
          </a:lstStyle>
          <a:p>
            <a:fld id="{E3DC5F0F-A327-4E1F-B7E8-CA8CAC96CF6E}" type="slidenum">
              <a:rPr lang="en-US" altLang="ja-JP"/>
              <a:pPr/>
              <a:t>‹#›</a:t>
            </a:fld>
            <a:endParaRPr lang="en-US" altLang="ja-JP"/>
          </a:p>
        </p:txBody>
      </p:sp>
    </p:spTree>
    <p:extLst>
      <p:ext uri="{BB962C8B-B14F-4D97-AF65-F5344CB8AC3E}">
        <p14:creationId xmlns:p14="http://schemas.microsoft.com/office/powerpoint/2010/main" val="1278850828"/>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941645" y="4800600"/>
            <a:ext cx="5943600" cy="566738"/>
          </a:xfrm>
        </p:spPr>
        <p:txBody>
          <a:bodyPr anchor="b"/>
          <a:lstStyle>
            <a:lvl1pPr algn="l">
              <a:defRPr sz="2000" b="1"/>
            </a:lvl1pPr>
          </a:lstStyle>
          <a:p>
            <a:r>
              <a:rPr lang="ja-JP" altLang="en-US"/>
              <a:t>マスタ タイトルの書式設定</a:t>
            </a:r>
          </a:p>
        </p:txBody>
      </p:sp>
      <p:sp>
        <p:nvSpPr>
          <p:cNvPr id="3" name="図プレースホルダ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ja-JP" altLang="en-US" noProof="0"/>
          </a:p>
        </p:txBody>
      </p:sp>
      <p:sp>
        <p:nvSpPr>
          <p:cNvPr id="4" name="テキスト プレースホルダ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 テキストの書式設定</a:t>
            </a:r>
          </a:p>
        </p:txBody>
      </p:sp>
      <p:sp>
        <p:nvSpPr>
          <p:cNvPr id="5" name="Rectangle 3">
            <a:extLst>
              <a:ext uri="{FF2B5EF4-FFF2-40B4-BE49-F238E27FC236}">
                <a16:creationId xmlns:a16="http://schemas.microsoft.com/office/drawing/2014/main" id="{EF478325-35AA-CE5B-8ECB-5C058DE87E71}"/>
              </a:ext>
            </a:extLst>
          </p:cNvPr>
          <p:cNvSpPr>
            <a:spLocks noGrp="1" noChangeArrowheads="1"/>
          </p:cNvSpPr>
          <p:nvPr>
            <p:ph type="sldNum" sz="quarter" idx="10"/>
          </p:nvPr>
        </p:nvSpPr>
        <p:spPr/>
        <p:txBody>
          <a:bodyPr/>
          <a:lstStyle>
            <a:lvl1pPr>
              <a:defRPr b="1"/>
            </a:lvl1pPr>
          </a:lstStyle>
          <a:p>
            <a:fld id="{4B7B3248-8CB4-4A43-9838-8E7E4EFA53F5}" type="slidenum">
              <a:rPr lang="en-US" altLang="ja-JP"/>
              <a:pPr/>
              <a:t>‹#›</a:t>
            </a:fld>
            <a:endParaRPr lang="en-US" altLang="ja-JP"/>
          </a:p>
        </p:txBody>
      </p:sp>
    </p:spTree>
    <p:extLst>
      <p:ext uri="{BB962C8B-B14F-4D97-AF65-F5344CB8AC3E}">
        <p14:creationId xmlns:p14="http://schemas.microsoft.com/office/powerpoint/2010/main" val="160567110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3">
            <a:extLst>
              <a:ext uri="{FF2B5EF4-FFF2-40B4-BE49-F238E27FC236}">
                <a16:creationId xmlns:a16="http://schemas.microsoft.com/office/drawing/2014/main" id="{E1B8F8F3-D836-B5E0-2ED9-84FEF0F64AA2}"/>
              </a:ext>
            </a:extLst>
          </p:cNvPr>
          <p:cNvSpPr>
            <a:spLocks noGrp="1" noChangeArrowheads="1"/>
          </p:cNvSpPr>
          <p:nvPr>
            <p:ph type="sldNum" sz="quarter" idx="10"/>
          </p:nvPr>
        </p:nvSpPr>
        <p:spPr/>
        <p:txBody>
          <a:bodyPr/>
          <a:lstStyle>
            <a:lvl1pPr>
              <a:defRPr b="1"/>
            </a:lvl1pPr>
          </a:lstStyle>
          <a:p>
            <a:fld id="{1D6C9373-781F-44D7-BE70-5AAAA4BA5426}" type="slidenum">
              <a:rPr lang="en-US" altLang="ja-JP"/>
              <a:pPr/>
              <a:t>‹#›</a:t>
            </a:fld>
            <a:endParaRPr lang="en-US" altLang="ja-JP"/>
          </a:p>
        </p:txBody>
      </p:sp>
    </p:spTree>
    <p:extLst>
      <p:ext uri="{BB962C8B-B14F-4D97-AF65-F5344CB8AC3E}">
        <p14:creationId xmlns:p14="http://schemas.microsoft.com/office/powerpoint/2010/main" val="3882369284"/>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7276439" y="115903"/>
            <a:ext cx="2357834" cy="2232025"/>
          </a:xfrm>
        </p:spPr>
        <p:txBody>
          <a:bodyPr vert="eaVert"/>
          <a:lstStyle/>
          <a:p>
            <a:r>
              <a:rPr lang="ja-JP" altLang="en-US"/>
              <a:t>マスタ タイトルの書式設定</a:t>
            </a:r>
          </a:p>
        </p:txBody>
      </p:sp>
      <p:sp>
        <p:nvSpPr>
          <p:cNvPr id="3" name="縦書きテキスト プレースホルダ 2"/>
          <p:cNvSpPr>
            <a:spLocks noGrp="1"/>
          </p:cNvSpPr>
          <p:nvPr>
            <p:ph type="body" orient="vert" idx="1"/>
          </p:nvPr>
        </p:nvSpPr>
        <p:spPr>
          <a:xfrm>
            <a:off x="199504" y="115903"/>
            <a:ext cx="6911843" cy="2232025"/>
          </a:xfrm>
        </p:spPr>
        <p:txBody>
          <a:bodyPr vert="eaVert"/>
          <a:lstStyle/>
          <a:p>
            <a:pPr lvl="0"/>
            <a:r>
              <a:rPr lang="ja-JP" altLang="en-US"/>
              <a:t>マスタ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Rectangle 3">
            <a:extLst>
              <a:ext uri="{FF2B5EF4-FFF2-40B4-BE49-F238E27FC236}">
                <a16:creationId xmlns:a16="http://schemas.microsoft.com/office/drawing/2014/main" id="{110C3416-BB81-488F-F67E-B38C738C3776}"/>
              </a:ext>
            </a:extLst>
          </p:cNvPr>
          <p:cNvSpPr>
            <a:spLocks noGrp="1" noChangeArrowheads="1"/>
          </p:cNvSpPr>
          <p:nvPr>
            <p:ph type="sldNum" sz="quarter" idx="10"/>
          </p:nvPr>
        </p:nvSpPr>
        <p:spPr/>
        <p:txBody>
          <a:bodyPr/>
          <a:lstStyle>
            <a:lvl1pPr>
              <a:defRPr b="1"/>
            </a:lvl1pPr>
          </a:lstStyle>
          <a:p>
            <a:fld id="{70BEF84D-A289-470F-8524-88E9AF175C96}" type="slidenum">
              <a:rPr lang="en-US" altLang="ja-JP"/>
              <a:pPr/>
              <a:t>‹#›</a:t>
            </a:fld>
            <a:endParaRPr lang="en-US" altLang="ja-JP"/>
          </a:p>
        </p:txBody>
      </p:sp>
    </p:spTree>
    <p:extLst>
      <p:ext uri="{BB962C8B-B14F-4D97-AF65-F5344CB8AC3E}">
        <p14:creationId xmlns:p14="http://schemas.microsoft.com/office/powerpoint/2010/main" val="39844988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slideLayout" Target="../slideLayouts/slideLayout48.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9.xml"/><Relationship Id="rId13" Type="http://schemas.openxmlformats.org/officeDocument/2006/relationships/theme" Target="../theme/theme6.xml"/><Relationship Id="rId3" Type="http://schemas.openxmlformats.org/officeDocument/2006/relationships/slideLayout" Target="../slideLayouts/slideLayout64.xml"/><Relationship Id="rId7" Type="http://schemas.openxmlformats.org/officeDocument/2006/relationships/slideLayout" Target="../slideLayouts/slideLayout68.xml"/><Relationship Id="rId12" Type="http://schemas.openxmlformats.org/officeDocument/2006/relationships/slideLayout" Target="../slideLayouts/slideLayout73.xml"/><Relationship Id="rId2" Type="http://schemas.openxmlformats.org/officeDocument/2006/relationships/slideLayout" Target="../slideLayouts/slideLayout63.xml"/><Relationship Id="rId1" Type="http://schemas.openxmlformats.org/officeDocument/2006/relationships/slideLayout" Target="../slideLayouts/slideLayout62.xml"/><Relationship Id="rId6" Type="http://schemas.openxmlformats.org/officeDocument/2006/relationships/slideLayout" Target="../slideLayouts/slideLayout67.xml"/><Relationship Id="rId11" Type="http://schemas.openxmlformats.org/officeDocument/2006/relationships/slideLayout" Target="../slideLayouts/slideLayout72.xml"/><Relationship Id="rId5" Type="http://schemas.openxmlformats.org/officeDocument/2006/relationships/slideLayout" Target="../slideLayouts/slideLayout66.xml"/><Relationship Id="rId10" Type="http://schemas.openxmlformats.org/officeDocument/2006/relationships/slideLayout" Target="../slideLayouts/slideLayout71.xml"/><Relationship Id="rId4" Type="http://schemas.openxmlformats.org/officeDocument/2006/relationships/slideLayout" Target="../slideLayouts/slideLayout65.xml"/><Relationship Id="rId9" Type="http://schemas.openxmlformats.org/officeDocument/2006/relationships/slideLayout" Target="../slideLayouts/slideLayout70.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1.xml"/><Relationship Id="rId3" Type="http://schemas.openxmlformats.org/officeDocument/2006/relationships/slideLayout" Target="../slideLayouts/slideLayout76.xml"/><Relationship Id="rId7" Type="http://schemas.openxmlformats.org/officeDocument/2006/relationships/slideLayout" Target="../slideLayouts/slideLayout80.xml"/><Relationship Id="rId12" Type="http://schemas.openxmlformats.org/officeDocument/2006/relationships/theme" Target="../theme/theme7.xml"/><Relationship Id="rId2" Type="http://schemas.openxmlformats.org/officeDocument/2006/relationships/slideLayout" Target="../slideLayouts/slideLayout75.xml"/><Relationship Id="rId1" Type="http://schemas.openxmlformats.org/officeDocument/2006/relationships/slideLayout" Target="../slideLayouts/slideLayout74.xml"/><Relationship Id="rId6" Type="http://schemas.openxmlformats.org/officeDocument/2006/relationships/slideLayout" Target="../slideLayouts/slideLayout79.xml"/><Relationship Id="rId11" Type="http://schemas.openxmlformats.org/officeDocument/2006/relationships/slideLayout" Target="../slideLayouts/slideLayout84.xml"/><Relationship Id="rId5" Type="http://schemas.openxmlformats.org/officeDocument/2006/relationships/slideLayout" Target="../slideLayouts/slideLayout78.xml"/><Relationship Id="rId10" Type="http://schemas.openxmlformats.org/officeDocument/2006/relationships/slideLayout" Target="../slideLayouts/slideLayout83.xml"/><Relationship Id="rId4" Type="http://schemas.openxmlformats.org/officeDocument/2006/relationships/slideLayout" Target="../slideLayouts/slideLayout77.xml"/><Relationship Id="rId9" Type="http://schemas.openxmlformats.org/officeDocument/2006/relationships/slideLayout" Target="../slideLayouts/slideLayout8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FAC1B095-4446-C1C1-DD87-BCC019CBA306}"/>
              </a:ext>
            </a:extLst>
          </p:cNvPr>
          <p:cNvSpPr>
            <a:spLocks noGrp="1" noChangeArrowheads="1"/>
          </p:cNvSpPr>
          <p:nvPr>
            <p:ph type="title"/>
          </p:nvPr>
        </p:nvSpPr>
        <p:spPr bwMode="auto">
          <a:xfrm>
            <a:off x="200025" y="115888"/>
            <a:ext cx="792162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0" tIns="45690" rIns="91380" bIns="45690" numCol="1" anchor="ctr" anchorCtr="0" compatLnSpc="1">
            <a:prstTxWarp prst="textNoShape">
              <a:avLst/>
            </a:prstTxWarp>
          </a:bodyPr>
          <a:lstStyle/>
          <a:p>
            <a:pPr lvl="0"/>
            <a:r>
              <a:rPr lang="ja-JP" altLang="en-US"/>
              <a:t>１．タイトル　</a:t>
            </a:r>
          </a:p>
        </p:txBody>
      </p:sp>
      <p:sp>
        <p:nvSpPr>
          <p:cNvPr id="1030" name="Rectangle 6">
            <a:extLst>
              <a:ext uri="{FF2B5EF4-FFF2-40B4-BE49-F238E27FC236}">
                <a16:creationId xmlns:a16="http://schemas.microsoft.com/office/drawing/2014/main" id="{82A51FF1-64A3-172B-09EA-037952A4689E}"/>
              </a:ext>
            </a:extLst>
          </p:cNvPr>
          <p:cNvSpPr>
            <a:spLocks noGrp="1" noChangeArrowheads="1"/>
          </p:cNvSpPr>
          <p:nvPr>
            <p:ph type="sldNum" sz="quarter" idx="4"/>
          </p:nvPr>
        </p:nvSpPr>
        <p:spPr bwMode="auto">
          <a:xfrm>
            <a:off x="7610475" y="6553200"/>
            <a:ext cx="2311400" cy="476250"/>
          </a:xfrm>
          <a:prstGeom prst="rect">
            <a:avLst/>
          </a:prstGeom>
          <a:noFill/>
          <a:ln w="9525">
            <a:noFill/>
            <a:miter lim="800000"/>
            <a:headEnd/>
            <a:tailEnd/>
          </a:ln>
          <a:effectLst/>
        </p:spPr>
        <p:txBody>
          <a:bodyPr vert="horz" wrap="square" lIns="91380" tIns="45690" rIns="91380" bIns="45690" numCol="1" anchor="t" anchorCtr="0" compatLnSpc="1">
            <a:prstTxWarp prst="textNoShape">
              <a:avLst/>
            </a:prstTxWarp>
          </a:bodyPr>
          <a:lstStyle>
            <a:lvl1pPr algn="r">
              <a:defRPr b="0">
                <a:solidFill>
                  <a:schemeClr val="tx1"/>
                </a:solidFill>
              </a:defRPr>
            </a:lvl1pPr>
          </a:lstStyle>
          <a:p>
            <a:fld id="{13762FE8-EFE0-4383-9C0D-B55E03E57E56}" type="slidenum">
              <a:rPr lang="en-US" altLang="ja-JP"/>
              <a:pPr/>
              <a:t>‹#›</a:t>
            </a:fld>
            <a:endParaRPr lang="en-US" altLang="ja-JP"/>
          </a:p>
        </p:txBody>
      </p:sp>
      <p:sp>
        <p:nvSpPr>
          <p:cNvPr id="1028" name="Rectangle 25">
            <a:extLst>
              <a:ext uri="{FF2B5EF4-FFF2-40B4-BE49-F238E27FC236}">
                <a16:creationId xmlns:a16="http://schemas.microsoft.com/office/drawing/2014/main" id="{CBD5AD04-0A7F-0572-7E70-2C85AEC4222B}"/>
              </a:ext>
            </a:extLst>
          </p:cNvPr>
          <p:cNvSpPr>
            <a:spLocks noGrp="1" noChangeArrowheads="1"/>
          </p:cNvSpPr>
          <p:nvPr>
            <p:ph type="body" idx="1"/>
          </p:nvPr>
        </p:nvSpPr>
        <p:spPr bwMode="auto">
          <a:xfrm>
            <a:off x="271463" y="836613"/>
            <a:ext cx="9363075"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0" tIns="45690" rIns="91380" bIns="45690" numCol="1" anchor="t" anchorCtr="0" compatLnSpc="1">
            <a:prstTxWarp prst="textNoShape">
              <a:avLst/>
            </a:prstTxWarp>
          </a:bodyPr>
          <a:lstStyle/>
          <a:p>
            <a:pPr lvl="0"/>
            <a:r>
              <a:rPr lang="ja-JP" altLang="en-US"/>
              <a:t>第１レベル　（１６～１８Ｐ）</a:t>
            </a:r>
          </a:p>
          <a:p>
            <a:pPr lvl="1"/>
            <a:r>
              <a:rPr lang="ja-JP" altLang="en-US"/>
              <a:t>第 </a:t>
            </a:r>
            <a:r>
              <a:rPr lang="en-US" altLang="ja-JP"/>
              <a:t>2 </a:t>
            </a:r>
            <a:r>
              <a:rPr lang="ja-JP" altLang="en-US"/>
              <a:t>レベル　　（１６Ｐ）</a:t>
            </a:r>
          </a:p>
          <a:p>
            <a:pPr lvl="2"/>
            <a:r>
              <a:rPr lang="ja-JP" altLang="en-US"/>
              <a:t>第３レベル　　　　　　（１４Ｐ～１６Ｐ）</a:t>
            </a:r>
          </a:p>
        </p:txBody>
      </p:sp>
      <p:sp>
        <p:nvSpPr>
          <p:cNvPr id="1029" name="AutoShape 31">
            <a:extLst>
              <a:ext uri="{FF2B5EF4-FFF2-40B4-BE49-F238E27FC236}">
                <a16:creationId xmlns:a16="http://schemas.microsoft.com/office/drawing/2014/main" id="{B6707AE0-2689-5F5C-42D3-6D707EC36D7C}"/>
              </a:ext>
            </a:extLst>
          </p:cNvPr>
          <p:cNvSpPr>
            <a:spLocks noChangeArrowheads="1"/>
          </p:cNvSpPr>
          <p:nvPr/>
        </p:nvSpPr>
        <p:spPr bwMode="auto">
          <a:xfrm flipV="1">
            <a:off x="200025" y="549275"/>
            <a:ext cx="9705975" cy="76200"/>
          </a:xfrm>
          <a:prstGeom prst="roundRect">
            <a:avLst>
              <a:gd name="adj" fmla="val 16667"/>
            </a:avLst>
          </a:prstGeom>
          <a:gradFill rotWithShape="1">
            <a:gsLst>
              <a:gs pos="0">
                <a:srgbClr val="3333FF"/>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lIns="91380" tIns="45690" rIns="91380" bIns="45690" anchor="ctr"/>
          <a:lstStyle>
            <a:lvl1pPr eaLnBrk="0" hangingPunct="0">
              <a:defRPr kumimoji="1" sz="1400" b="1">
                <a:solidFill>
                  <a:srgbClr val="000066"/>
                </a:solidFill>
                <a:latin typeface="Arial" charset="0"/>
                <a:ea typeface="ＭＳ Ｐゴシック" pitchFamily="50" charset="-128"/>
              </a:defRPr>
            </a:lvl1pPr>
            <a:lvl2pPr marL="742950" indent="-285750" eaLnBrk="0" hangingPunct="0">
              <a:defRPr kumimoji="1" sz="1400" b="1">
                <a:solidFill>
                  <a:srgbClr val="000066"/>
                </a:solidFill>
                <a:latin typeface="Arial" charset="0"/>
                <a:ea typeface="ＭＳ Ｐゴシック" pitchFamily="50" charset="-128"/>
              </a:defRPr>
            </a:lvl2pPr>
            <a:lvl3pPr marL="1143000" indent="-228600" eaLnBrk="0" hangingPunct="0">
              <a:defRPr kumimoji="1" sz="1400" b="1">
                <a:solidFill>
                  <a:srgbClr val="000066"/>
                </a:solidFill>
                <a:latin typeface="Arial" charset="0"/>
                <a:ea typeface="ＭＳ Ｐゴシック" pitchFamily="50" charset="-128"/>
              </a:defRPr>
            </a:lvl3pPr>
            <a:lvl4pPr marL="1600200" indent="-228600" eaLnBrk="0" hangingPunct="0">
              <a:defRPr kumimoji="1" sz="1400" b="1">
                <a:solidFill>
                  <a:srgbClr val="000066"/>
                </a:solidFill>
                <a:latin typeface="Arial" charset="0"/>
                <a:ea typeface="ＭＳ Ｐゴシック" pitchFamily="50" charset="-128"/>
              </a:defRPr>
            </a:lvl4pPr>
            <a:lvl5pPr marL="2057400" indent="-228600" eaLnBrk="0" hangingPunct="0">
              <a:defRPr kumimoji="1" sz="1400" b="1">
                <a:solidFill>
                  <a:srgbClr val="000066"/>
                </a:solidFill>
                <a:latin typeface="Arial" charset="0"/>
                <a:ea typeface="ＭＳ Ｐゴシック" pitchFamily="50" charset="-128"/>
              </a:defRPr>
            </a:lvl5pPr>
            <a:lvl6pPr marL="25146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6pPr>
            <a:lvl7pPr marL="29718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7pPr>
            <a:lvl8pPr marL="34290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8pPr>
            <a:lvl9pPr marL="38862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9pPr>
          </a:lstStyle>
          <a:p>
            <a:pPr eaLnBrk="1" hangingPunct="1">
              <a:defRPr/>
            </a:pPr>
            <a:endParaRPr lang="ja-JP" altLang="en-US" sz="1800" b="0">
              <a:solidFill>
                <a:schemeClr val="tx1"/>
              </a:solidFill>
            </a:endParaRPr>
          </a:p>
        </p:txBody>
      </p:sp>
    </p:spTree>
  </p:cSld>
  <p:clrMap bg1="lt1" tx1="dk1" bg2="lt2" tx2="dk2" accent1="accent1" accent2="accent2" accent3="accent3" accent4="accent4" accent5="accent5" accent6="accent6" hlink="hlink" folHlink="folHlink"/>
  <p:sldLayoutIdLst>
    <p:sldLayoutId id="2147489121" r:id="rId1"/>
    <p:sldLayoutId id="2147489054" r:id="rId2"/>
    <p:sldLayoutId id="2147489055" r:id="rId3"/>
    <p:sldLayoutId id="2147489056" r:id="rId4"/>
    <p:sldLayoutId id="2147489057" r:id="rId5"/>
    <p:sldLayoutId id="2147489058" r:id="rId6"/>
    <p:sldLayoutId id="2147489059" r:id="rId7"/>
    <p:sldLayoutId id="2147489060" r:id="rId8"/>
    <p:sldLayoutId id="2147489061" r:id="rId9"/>
    <p:sldLayoutId id="2147489062" r:id="rId10"/>
    <p:sldLayoutId id="2147489063" r:id="rId11"/>
    <p:sldLayoutId id="2147489064" r:id="rId12"/>
  </p:sldLayoutIdLst>
  <p:hf hdr="0" ftr="0" dt="0"/>
  <p:txStyles>
    <p:titleStyle>
      <a:lvl1pPr algn="l" rtl="0" eaLnBrk="0" fontAlgn="base" hangingPunct="0">
        <a:spcBef>
          <a:spcPct val="0"/>
        </a:spcBef>
        <a:spcAft>
          <a:spcPct val="0"/>
        </a:spcAft>
        <a:defRPr sz="2400" b="1">
          <a:solidFill>
            <a:srgbClr val="3333FF"/>
          </a:solidFill>
          <a:latin typeface="+mj-lt"/>
          <a:ea typeface="+mj-ea"/>
          <a:cs typeface="HG丸ｺﾞｼｯｸM-PRO" pitchFamily="50" charset="-128"/>
        </a:defRPr>
      </a:lvl1pPr>
      <a:lvl2pPr algn="l" rtl="0" eaLnBrk="0" fontAlgn="base" hangingPunct="0">
        <a:spcBef>
          <a:spcPct val="0"/>
        </a:spcBef>
        <a:spcAft>
          <a:spcPct val="0"/>
        </a:spcAft>
        <a:defRPr sz="2400" b="1">
          <a:solidFill>
            <a:srgbClr val="3333FF"/>
          </a:solidFill>
          <a:latin typeface="Arial" charset="0"/>
          <a:ea typeface="HG丸ｺﾞｼｯｸM-PRO" pitchFamily="49" charset="-128"/>
          <a:cs typeface="HG丸ｺﾞｼｯｸM-PRO" pitchFamily="50" charset="-128"/>
        </a:defRPr>
      </a:lvl2pPr>
      <a:lvl3pPr algn="l" rtl="0" eaLnBrk="0" fontAlgn="base" hangingPunct="0">
        <a:spcBef>
          <a:spcPct val="0"/>
        </a:spcBef>
        <a:spcAft>
          <a:spcPct val="0"/>
        </a:spcAft>
        <a:defRPr sz="2400" b="1">
          <a:solidFill>
            <a:srgbClr val="3333FF"/>
          </a:solidFill>
          <a:latin typeface="Arial" charset="0"/>
          <a:ea typeface="HG丸ｺﾞｼｯｸM-PRO" pitchFamily="49" charset="-128"/>
          <a:cs typeface="HG丸ｺﾞｼｯｸM-PRO" pitchFamily="50" charset="-128"/>
        </a:defRPr>
      </a:lvl3pPr>
      <a:lvl4pPr algn="l" rtl="0" eaLnBrk="0" fontAlgn="base" hangingPunct="0">
        <a:spcBef>
          <a:spcPct val="0"/>
        </a:spcBef>
        <a:spcAft>
          <a:spcPct val="0"/>
        </a:spcAft>
        <a:defRPr sz="2400" b="1">
          <a:solidFill>
            <a:srgbClr val="3333FF"/>
          </a:solidFill>
          <a:latin typeface="Arial" charset="0"/>
          <a:ea typeface="HG丸ｺﾞｼｯｸM-PRO" pitchFamily="49" charset="-128"/>
          <a:cs typeface="HG丸ｺﾞｼｯｸM-PRO" pitchFamily="50" charset="-128"/>
        </a:defRPr>
      </a:lvl4pPr>
      <a:lvl5pPr algn="l" rtl="0" eaLnBrk="0" fontAlgn="base" hangingPunct="0">
        <a:spcBef>
          <a:spcPct val="0"/>
        </a:spcBef>
        <a:spcAft>
          <a:spcPct val="0"/>
        </a:spcAft>
        <a:defRPr sz="2400" b="1">
          <a:solidFill>
            <a:srgbClr val="3333FF"/>
          </a:solidFill>
          <a:latin typeface="Arial" charset="0"/>
          <a:ea typeface="HG丸ｺﾞｼｯｸM-PRO" pitchFamily="49" charset="-128"/>
          <a:cs typeface="HG丸ｺﾞｼｯｸM-PRO" pitchFamily="50" charset="-128"/>
        </a:defRPr>
      </a:lvl5pPr>
      <a:lvl6pPr marL="456908" algn="l" rtl="0" fontAlgn="base">
        <a:spcBef>
          <a:spcPct val="0"/>
        </a:spcBef>
        <a:spcAft>
          <a:spcPct val="0"/>
        </a:spcAft>
        <a:defRPr sz="2400" b="1">
          <a:solidFill>
            <a:srgbClr val="3333FF"/>
          </a:solidFill>
          <a:latin typeface="Arial" charset="0"/>
          <a:ea typeface="HG丸ｺﾞｼｯｸM-PRO" pitchFamily="49" charset="-128"/>
        </a:defRPr>
      </a:lvl6pPr>
      <a:lvl7pPr marL="913815" algn="l" rtl="0" fontAlgn="base">
        <a:spcBef>
          <a:spcPct val="0"/>
        </a:spcBef>
        <a:spcAft>
          <a:spcPct val="0"/>
        </a:spcAft>
        <a:defRPr sz="2400" b="1">
          <a:solidFill>
            <a:srgbClr val="3333FF"/>
          </a:solidFill>
          <a:latin typeface="Arial" charset="0"/>
          <a:ea typeface="HG丸ｺﾞｼｯｸM-PRO" pitchFamily="49" charset="-128"/>
        </a:defRPr>
      </a:lvl7pPr>
      <a:lvl8pPr marL="1370724" algn="l" rtl="0" fontAlgn="base">
        <a:spcBef>
          <a:spcPct val="0"/>
        </a:spcBef>
        <a:spcAft>
          <a:spcPct val="0"/>
        </a:spcAft>
        <a:defRPr sz="2400" b="1">
          <a:solidFill>
            <a:srgbClr val="3333FF"/>
          </a:solidFill>
          <a:latin typeface="Arial" charset="0"/>
          <a:ea typeface="HG丸ｺﾞｼｯｸM-PRO" pitchFamily="49" charset="-128"/>
        </a:defRPr>
      </a:lvl8pPr>
      <a:lvl9pPr marL="1827630" algn="l" rtl="0" fontAlgn="base">
        <a:spcBef>
          <a:spcPct val="0"/>
        </a:spcBef>
        <a:spcAft>
          <a:spcPct val="0"/>
        </a:spcAft>
        <a:defRPr sz="2400" b="1">
          <a:solidFill>
            <a:srgbClr val="3333FF"/>
          </a:solidFill>
          <a:latin typeface="Arial" charset="0"/>
          <a:ea typeface="HG丸ｺﾞｼｯｸM-PRO" pitchFamily="49" charset="-128"/>
        </a:defRPr>
      </a:lvl9pPr>
    </p:titleStyle>
    <p:bodyStyle>
      <a:lvl1pPr marL="341313" indent="-341313" algn="l" rtl="0" eaLnBrk="0" fontAlgn="base" hangingPunct="0">
        <a:spcBef>
          <a:spcPct val="20000"/>
        </a:spcBef>
        <a:spcAft>
          <a:spcPct val="0"/>
        </a:spcAft>
        <a:buFont typeface="Wingdings" panose="05000000000000000000" pitchFamily="2" charset="2"/>
        <a:buChar char="n"/>
        <a:defRPr kumimoji="1" sz="2000">
          <a:solidFill>
            <a:schemeClr val="tx1"/>
          </a:solidFill>
          <a:latin typeface="+mn-lt"/>
          <a:ea typeface="+mn-ea"/>
          <a:cs typeface="HG丸ｺﾞｼｯｸM-PRO" pitchFamily="50" charset="-128"/>
        </a:defRPr>
      </a:lvl1pPr>
      <a:lvl2pPr marL="741363" indent="-284163" algn="l" rtl="0" eaLnBrk="0" fontAlgn="base" hangingPunct="0">
        <a:spcBef>
          <a:spcPct val="20000"/>
        </a:spcBef>
        <a:spcAft>
          <a:spcPct val="0"/>
        </a:spcAft>
        <a:buFont typeface="Wingdings" panose="05000000000000000000" pitchFamily="2" charset="2"/>
        <a:buChar char="Ø"/>
        <a:defRPr kumimoji="1" sz="1600">
          <a:solidFill>
            <a:schemeClr val="tx1"/>
          </a:solidFill>
          <a:latin typeface="+mn-lt"/>
          <a:ea typeface="+mn-ea"/>
          <a:cs typeface="HG丸ｺﾞｼｯｸM-PRO" pitchFamily="50" charset="-128"/>
        </a:defRPr>
      </a:lvl2pPr>
      <a:lvl3pPr marL="1141413" indent="-227013" algn="l" rtl="0" eaLnBrk="0" fontAlgn="base" hangingPunct="0">
        <a:spcBef>
          <a:spcPct val="20000"/>
        </a:spcBef>
        <a:spcAft>
          <a:spcPct val="0"/>
        </a:spcAft>
        <a:buChar char="•"/>
        <a:defRPr kumimoji="1" sz="1400">
          <a:solidFill>
            <a:schemeClr val="tx1"/>
          </a:solidFill>
          <a:latin typeface="+mj-lt"/>
          <a:ea typeface="ＭＳ Ｐゴシック" pitchFamily="50" charset="-128"/>
          <a:cs typeface="ＭＳ Ｐゴシック" pitchFamily="-112" charset="-128"/>
        </a:defRPr>
      </a:lvl3pPr>
      <a:lvl4pPr marL="1598613" indent="-227013" algn="l" rtl="0" eaLnBrk="0" fontAlgn="base" hangingPunct="0">
        <a:spcBef>
          <a:spcPct val="20000"/>
        </a:spcBef>
        <a:spcAft>
          <a:spcPct val="0"/>
        </a:spcAft>
        <a:buChar char="–"/>
        <a:defRPr kumimoji="1" sz="1200">
          <a:solidFill>
            <a:schemeClr val="tx1"/>
          </a:solidFill>
          <a:latin typeface="+mj-lt"/>
          <a:ea typeface="ＭＳ Ｐゴシック" pitchFamily="50" charset="-128"/>
        </a:defRPr>
      </a:lvl4pPr>
      <a:lvl5pPr marL="2055813" indent="-227013" algn="l" rtl="0" eaLnBrk="0" fontAlgn="base" hangingPunct="0">
        <a:spcBef>
          <a:spcPct val="20000"/>
        </a:spcBef>
        <a:spcAft>
          <a:spcPct val="0"/>
        </a:spcAft>
        <a:buChar char="»"/>
        <a:defRPr kumimoji="1" sz="2000">
          <a:solidFill>
            <a:schemeClr val="tx1"/>
          </a:solidFill>
          <a:latin typeface="+mj-lt"/>
          <a:ea typeface="ＭＳ Ｐゴシック" pitchFamily="50" charset="-128"/>
        </a:defRPr>
      </a:lvl5pPr>
      <a:lvl6pPr marL="2512992" indent="-228454" algn="l" rtl="0" fontAlgn="base">
        <a:spcBef>
          <a:spcPct val="20000"/>
        </a:spcBef>
        <a:spcAft>
          <a:spcPct val="0"/>
        </a:spcAft>
        <a:buChar char="»"/>
        <a:defRPr kumimoji="1" sz="2000">
          <a:solidFill>
            <a:schemeClr val="tx1"/>
          </a:solidFill>
          <a:latin typeface="+mj-lt"/>
          <a:ea typeface="ＭＳ Ｐゴシック" pitchFamily="50" charset="-128"/>
        </a:defRPr>
      </a:lvl6pPr>
      <a:lvl7pPr marL="2969899" indent="-228454" algn="l" rtl="0" fontAlgn="base">
        <a:spcBef>
          <a:spcPct val="20000"/>
        </a:spcBef>
        <a:spcAft>
          <a:spcPct val="0"/>
        </a:spcAft>
        <a:buChar char="»"/>
        <a:defRPr kumimoji="1" sz="2000">
          <a:solidFill>
            <a:schemeClr val="tx1"/>
          </a:solidFill>
          <a:latin typeface="+mj-lt"/>
          <a:ea typeface="ＭＳ Ｐゴシック" pitchFamily="50" charset="-128"/>
        </a:defRPr>
      </a:lvl7pPr>
      <a:lvl8pPr marL="3426805" indent="-228454" algn="l" rtl="0" fontAlgn="base">
        <a:spcBef>
          <a:spcPct val="20000"/>
        </a:spcBef>
        <a:spcAft>
          <a:spcPct val="0"/>
        </a:spcAft>
        <a:buChar char="»"/>
        <a:defRPr kumimoji="1" sz="2000">
          <a:solidFill>
            <a:schemeClr val="tx1"/>
          </a:solidFill>
          <a:latin typeface="+mj-lt"/>
          <a:ea typeface="ＭＳ Ｐゴシック" pitchFamily="50" charset="-128"/>
        </a:defRPr>
      </a:lvl8pPr>
      <a:lvl9pPr marL="3883715" indent="-228454" algn="l" rtl="0" fontAlgn="base">
        <a:spcBef>
          <a:spcPct val="20000"/>
        </a:spcBef>
        <a:spcAft>
          <a:spcPct val="0"/>
        </a:spcAft>
        <a:buChar char="»"/>
        <a:defRPr kumimoji="1" sz="2000">
          <a:solidFill>
            <a:schemeClr val="tx1"/>
          </a:solidFill>
          <a:latin typeface="+mj-lt"/>
          <a:ea typeface="ＭＳ Ｐゴシック" pitchFamily="50" charset="-128"/>
        </a:defRPr>
      </a:lvl9pPr>
    </p:bodyStyle>
    <p:otherStyle>
      <a:defPPr>
        <a:defRPr lang="ja-JP"/>
      </a:defPPr>
      <a:lvl1pPr marL="0" algn="l" defTabSz="913815" rtl="0" eaLnBrk="1" latinLnBrk="0" hangingPunct="1">
        <a:defRPr kumimoji="1" sz="1800" kern="1200">
          <a:solidFill>
            <a:schemeClr val="tx1"/>
          </a:solidFill>
          <a:latin typeface="+mn-lt"/>
          <a:ea typeface="+mn-ea"/>
          <a:cs typeface="+mn-cs"/>
        </a:defRPr>
      </a:lvl1pPr>
      <a:lvl2pPr marL="456908" algn="l" defTabSz="913815" rtl="0" eaLnBrk="1" latinLnBrk="0" hangingPunct="1">
        <a:defRPr kumimoji="1" sz="1800" kern="1200">
          <a:solidFill>
            <a:schemeClr val="tx1"/>
          </a:solidFill>
          <a:latin typeface="+mn-lt"/>
          <a:ea typeface="+mn-ea"/>
          <a:cs typeface="+mn-cs"/>
        </a:defRPr>
      </a:lvl2pPr>
      <a:lvl3pPr marL="913815" algn="l" defTabSz="913815" rtl="0" eaLnBrk="1" latinLnBrk="0" hangingPunct="1">
        <a:defRPr kumimoji="1" sz="1800" kern="1200">
          <a:solidFill>
            <a:schemeClr val="tx1"/>
          </a:solidFill>
          <a:latin typeface="+mn-lt"/>
          <a:ea typeface="+mn-ea"/>
          <a:cs typeface="+mn-cs"/>
        </a:defRPr>
      </a:lvl3pPr>
      <a:lvl4pPr marL="1370724" algn="l" defTabSz="913815" rtl="0" eaLnBrk="1" latinLnBrk="0" hangingPunct="1">
        <a:defRPr kumimoji="1" sz="1800" kern="1200">
          <a:solidFill>
            <a:schemeClr val="tx1"/>
          </a:solidFill>
          <a:latin typeface="+mn-lt"/>
          <a:ea typeface="+mn-ea"/>
          <a:cs typeface="+mn-cs"/>
        </a:defRPr>
      </a:lvl4pPr>
      <a:lvl5pPr marL="1827630" algn="l" defTabSz="913815" rtl="0" eaLnBrk="1" latinLnBrk="0" hangingPunct="1">
        <a:defRPr kumimoji="1" sz="1800" kern="1200">
          <a:solidFill>
            <a:schemeClr val="tx1"/>
          </a:solidFill>
          <a:latin typeface="+mn-lt"/>
          <a:ea typeface="+mn-ea"/>
          <a:cs typeface="+mn-cs"/>
        </a:defRPr>
      </a:lvl5pPr>
      <a:lvl6pPr marL="2284538" algn="l" defTabSz="913815" rtl="0" eaLnBrk="1" latinLnBrk="0" hangingPunct="1">
        <a:defRPr kumimoji="1" sz="1800" kern="1200">
          <a:solidFill>
            <a:schemeClr val="tx1"/>
          </a:solidFill>
          <a:latin typeface="+mn-lt"/>
          <a:ea typeface="+mn-ea"/>
          <a:cs typeface="+mn-cs"/>
        </a:defRPr>
      </a:lvl6pPr>
      <a:lvl7pPr marL="2741445" algn="l" defTabSz="913815" rtl="0" eaLnBrk="1" latinLnBrk="0" hangingPunct="1">
        <a:defRPr kumimoji="1" sz="1800" kern="1200">
          <a:solidFill>
            <a:schemeClr val="tx1"/>
          </a:solidFill>
          <a:latin typeface="+mn-lt"/>
          <a:ea typeface="+mn-ea"/>
          <a:cs typeface="+mn-cs"/>
        </a:defRPr>
      </a:lvl7pPr>
      <a:lvl8pPr marL="3198355" algn="l" defTabSz="913815" rtl="0" eaLnBrk="1" latinLnBrk="0" hangingPunct="1">
        <a:defRPr kumimoji="1" sz="1800" kern="1200">
          <a:solidFill>
            <a:schemeClr val="tx1"/>
          </a:solidFill>
          <a:latin typeface="+mn-lt"/>
          <a:ea typeface="+mn-ea"/>
          <a:cs typeface="+mn-cs"/>
        </a:defRPr>
      </a:lvl8pPr>
      <a:lvl9pPr marL="3655260" algn="l" defTabSz="913815" rtl="0" eaLnBrk="1" latinLnBrk="0" hangingPunct="1">
        <a:defRPr kumimoji="1"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0" name="タイトル プレースホルダー 1">
            <a:extLst>
              <a:ext uri="{FF2B5EF4-FFF2-40B4-BE49-F238E27FC236}">
                <a16:creationId xmlns:a16="http://schemas.microsoft.com/office/drawing/2014/main" id="{3A555909-9F0E-D184-807E-2B0D1FDE88C0}"/>
              </a:ext>
            </a:extLst>
          </p:cNvPr>
          <p:cNvSpPr>
            <a:spLocks noGrp="1"/>
          </p:cNvSpPr>
          <p:nvPr>
            <p:ph type="title"/>
          </p:nvPr>
        </p:nvSpPr>
        <p:spPr bwMode="auto">
          <a:xfrm>
            <a:off x="495300" y="274638"/>
            <a:ext cx="8915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en-US"/>
              <a:t>マスター タイトルの書式設定</a:t>
            </a:r>
          </a:p>
        </p:txBody>
      </p:sp>
      <p:sp>
        <p:nvSpPr>
          <p:cNvPr id="2051" name="テキスト プレースホルダー 2">
            <a:extLst>
              <a:ext uri="{FF2B5EF4-FFF2-40B4-BE49-F238E27FC236}">
                <a16:creationId xmlns:a16="http://schemas.microsoft.com/office/drawing/2014/main" id="{7434C536-B9D4-BFCC-C569-ECCD5F4360C6}"/>
              </a:ext>
            </a:extLst>
          </p:cNvPr>
          <p:cNvSpPr>
            <a:spLocks noGrp="1"/>
          </p:cNvSpPr>
          <p:nvPr>
            <p:ph type="body" idx="1"/>
          </p:nvPr>
        </p:nvSpPr>
        <p:spPr bwMode="auto">
          <a:xfrm>
            <a:off x="495300" y="1600200"/>
            <a:ext cx="89154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ー 3">
            <a:extLst>
              <a:ext uri="{FF2B5EF4-FFF2-40B4-BE49-F238E27FC236}">
                <a16:creationId xmlns:a16="http://schemas.microsoft.com/office/drawing/2014/main" id="{B7C5B538-D839-DB12-8C97-DE5EA737E88A}"/>
              </a:ext>
            </a:extLst>
          </p:cNvPr>
          <p:cNvSpPr>
            <a:spLocks noGrp="1"/>
          </p:cNvSpPr>
          <p:nvPr>
            <p:ph type="dt" sz="half" idx="2"/>
          </p:nvPr>
        </p:nvSpPr>
        <p:spPr>
          <a:xfrm>
            <a:off x="495300" y="6356350"/>
            <a:ext cx="2311400" cy="365125"/>
          </a:xfrm>
          <a:prstGeom prst="rect">
            <a:avLst/>
          </a:prstGeom>
        </p:spPr>
        <p:txBody>
          <a:bodyPr vert="horz" lIns="91440" tIns="45720" rIns="91440" bIns="45720" rtlCol="0" anchor="ctr"/>
          <a:lstStyle>
            <a:lvl1pPr algn="l">
              <a:defRPr sz="1200">
                <a:solidFill>
                  <a:schemeClr val="tx1">
                    <a:tint val="75000"/>
                  </a:schemeClr>
                </a:solidFill>
                <a:latin typeface="Arial" charset="0"/>
              </a:defRPr>
            </a:lvl1pPr>
          </a:lstStyle>
          <a:p>
            <a:pPr>
              <a:defRPr/>
            </a:pPr>
            <a:fld id="{F6E29AEE-2831-4022-AB68-D7CCA253C034}" type="datetimeFigureOut">
              <a:rPr lang="ja-JP" altLang="en-US"/>
              <a:pPr>
                <a:defRPr/>
              </a:pPr>
              <a:t>2026/5/15</a:t>
            </a:fld>
            <a:endParaRPr lang="ja-JP" altLang="en-US"/>
          </a:p>
        </p:txBody>
      </p:sp>
      <p:sp>
        <p:nvSpPr>
          <p:cNvPr id="5" name="フッター プレースホルダー 4">
            <a:extLst>
              <a:ext uri="{FF2B5EF4-FFF2-40B4-BE49-F238E27FC236}">
                <a16:creationId xmlns:a16="http://schemas.microsoft.com/office/drawing/2014/main" id="{0C32A3B5-EBBD-5655-374D-B4D1A5668F16}"/>
              </a:ext>
            </a:extLst>
          </p:cNvPr>
          <p:cNvSpPr>
            <a:spLocks noGrp="1"/>
          </p:cNvSpPr>
          <p:nvPr>
            <p:ph type="ftr" sz="quarter" idx="3"/>
          </p:nvPr>
        </p:nvSpPr>
        <p:spPr>
          <a:xfrm>
            <a:off x="3384550" y="6356350"/>
            <a:ext cx="3136900" cy="365125"/>
          </a:xfrm>
          <a:prstGeom prst="rect">
            <a:avLst/>
          </a:prstGeom>
        </p:spPr>
        <p:txBody>
          <a:bodyPr vert="horz" lIns="91440" tIns="45720" rIns="91440" bIns="45720" rtlCol="0" anchor="ctr"/>
          <a:lstStyle>
            <a:lvl1pPr algn="ctr">
              <a:defRPr sz="1200">
                <a:solidFill>
                  <a:schemeClr val="tx1">
                    <a:tint val="75000"/>
                  </a:schemeClr>
                </a:solidFill>
                <a:latin typeface="Arial" charset="0"/>
              </a:defRPr>
            </a:lvl1pPr>
          </a:lstStyle>
          <a:p>
            <a:pPr>
              <a:defRPr/>
            </a:pPr>
            <a:endParaRPr lang="ja-JP" altLang="en-US"/>
          </a:p>
        </p:txBody>
      </p:sp>
      <p:sp>
        <p:nvSpPr>
          <p:cNvPr id="6" name="スライド番号プレースホルダー 5">
            <a:extLst>
              <a:ext uri="{FF2B5EF4-FFF2-40B4-BE49-F238E27FC236}">
                <a16:creationId xmlns:a16="http://schemas.microsoft.com/office/drawing/2014/main" id="{1FD13E85-528F-2182-180B-DAA6617E8C49}"/>
              </a:ext>
            </a:extLst>
          </p:cNvPr>
          <p:cNvSpPr>
            <a:spLocks noGrp="1"/>
          </p:cNvSpPr>
          <p:nvPr>
            <p:ph type="sldNum" sz="quarter" idx="4"/>
          </p:nvPr>
        </p:nvSpPr>
        <p:spPr>
          <a:xfrm>
            <a:off x="7099300" y="6356350"/>
            <a:ext cx="23114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30781964-73BA-4814-B920-8BC165FF8FFE}" type="slidenum">
              <a:rPr lang="ja-JP" altLang="en-US"/>
              <a:pPr/>
              <a:t>‹#›</a:t>
            </a:fld>
            <a:endParaRPr lang="ja-JP" altLang="en-US"/>
          </a:p>
        </p:txBody>
      </p:sp>
    </p:spTree>
  </p:cSld>
  <p:clrMap bg1="lt1" tx1="dk1" bg2="lt2" tx2="dk2" accent1="accent1" accent2="accent2" accent3="accent3" accent4="accent4" accent5="accent5" accent6="accent6" hlink="hlink" folHlink="folHlink"/>
  <p:sldLayoutIdLst>
    <p:sldLayoutId id="2147489065" r:id="rId1"/>
    <p:sldLayoutId id="2147489066" r:id="rId2"/>
    <p:sldLayoutId id="2147489067" r:id="rId3"/>
    <p:sldLayoutId id="2147489068" r:id="rId4"/>
    <p:sldLayoutId id="2147489069" r:id="rId5"/>
    <p:sldLayoutId id="2147489070" r:id="rId6"/>
    <p:sldLayoutId id="2147489071" r:id="rId7"/>
    <p:sldLayoutId id="2147489072" r:id="rId8"/>
    <p:sldLayoutId id="2147489073" r:id="rId9"/>
    <p:sldLayoutId id="2147489074" r:id="rId10"/>
    <p:sldLayoutId id="2147489075" r:id="rId11"/>
    <p:sldLayoutId id="2147489076" r:id="rId12"/>
  </p:sldLayoutIdLst>
  <p:txStyles>
    <p:titleStyle>
      <a:lvl1pPr algn="ctr" rtl="0" eaLnBrk="0" fontAlgn="base" hangingPunct="0">
        <a:spcBef>
          <a:spcPct val="0"/>
        </a:spcBef>
        <a:spcAft>
          <a:spcPct val="0"/>
        </a:spcAft>
        <a:defRPr kumimoji="1" sz="4400" kern="1200">
          <a:solidFill>
            <a:schemeClr val="tx1"/>
          </a:solidFill>
          <a:latin typeface="+mj-lt"/>
          <a:ea typeface="+mj-ea"/>
          <a:cs typeface="+mj-cs"/>
        </a:defRPr>
      </a:lvl1pPr>
      <a:lvl2pPr algn="ctr" rtl="0" eaLnBrk="0" fontAlgn="base" hangingPunct="0">
        <a:spcBef>
          <a:spcPct val="0"/>
        </a:spcBef>
        <a:spcAft>
          <a:spcPct val="0"/>
        </a:spcAft>
        <a:defRPr kumimoji="1" sz="4400">
          <a:solidFill>
            <a:schemeClr val="tx1"/>
          </a:solidFill>
          <a:latin typeface="Calibri" pitchFamily="34" charset="0"/>
          <a:ea typeface="ＭＳ Ｐゴシック" pitchFamily="50" charset="-128"/>
        </a:defRPr>
      </a:lvl2pPr>
      <a:lvl3pPr algn="ctr" rtl="0" eaLnBrk="0" fontAlgn="base" hangingPunct="0">
        <a:spcBef>
          <a:spcPct val="0"/>
        </a:spcBef>
        <a:spcAft>
          <a:spcPct val="0"/>
        </a:spcAft>
        <a:defRPr kumimoji="1" sz="4400">
          <a:solidFill>
            <a:schemeClr val="tx1"/>
          </a:solidFill>
          <a:latin typeface="Calibri" pitchFamily="34" charset="0"/>
          <a:ea typeface="ＭＳ Ｐゴシック" pitchFamily="50" charset="-128"/>
        </a:defRPr>
      </a:lvl3pPr>
      <a:lvl4pPr algn="ctr" rtl="0" eaLnBrk="0" fontAlgn="base" hangingPunct="0">
        <a:spcBef>
          <a:spcPct val="0"/>
        </a:spcBef>
        <a:spcAft>
          <a:spcPct val="0"/>
        </a:spcAft>
        <a:defRPr kumimoji="1" sz="4400">
          <a:solidFill>
            <a:schemeClr val="tx1"/>
          </a:solidFill>
          <a:latin typeface="Calibri" pitchFamily="34" charset="0"/>
          <a:ea typeface="ＭＳ Ｐゴシック" pitchFamily="50" charset="-128"/>
        </a:defRPr>
      </a:lvl4pPr>
      <a:lvl5pPr algn="ctr" rtl="0" eaLnBrk="0" fontAlgn="base" hangingPunct="0">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fontAlgn="base">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fontAlgn="base">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fontAlgn="base">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fontAlgn="base">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タイトル プレースホルダー 1">
            <a:extLst>
              <a:ext uri="{FF2B5EF4-FFF2-40B4-BE49-F238E27FC236}">
                <a16:creationId xmlns:a16="http://schemas.microsoft.com/office/drawing/2014/main" id="{C087348A-7114-43A1-08AF-17072A91CFD8}"/>
              </a:ext>
            </a:extLst>
          </p:cNvPr>
          <p:cNvSpPr>
            <a:spLocks noGrp="1"/>
          </p:cNvSpPr>
          <p:nvPr>
            <p:ph type="title"/>
          </p:nvPr>
        </p:nvSpPr>
        <p:spPr bwMode="auto">
          <a:xfrm>
            <a:off x="495300" y="274638"/>
            <a:ext cx="8915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ja-JP" altLang="en-US"/>
              <a:t>マスター タイトルの書式設定</a:t>
            </a:r>
          </a:p>
        </p:txBody>
      </p:sp>
      <p:sp>
        <p:nvSpPr>
          <p:cNvPr id="3075" name="テキスト プレースホルダー 2">
            <a:extLst>
              <a:ext uri="{FF2B5EF4-FFF2-40B4-BE49-F238E27FC236}">
                <a16:creationId xmlns:a16="http://schemas.microsoft.com/office/drawing/2014/main" id="{F50029E4-3080-2909-57A4-8722144BF9A2}"/>
              </a:ext>
            </a:extLst>
          </p:cNvPr>
          <p:cNvSpPr>
            <a:spLocks noGrp="1"/>
          </p:cNvSpPr>
          <p:nvPr>
            <p:ph type="body" idx="1"/>
          </p:nvPr>
        </p:nvSpPr>
        <p:spPr bwMode="auto">
          <a:xfrm>
            <a:off x="495300" y="1600200"/>
            <a:ext cx="89154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日付プレースホルダー 3">
            <a:extLst>
              <a:ext uri="{FF2B5EF4-FFF2-40B4-BE49-F238E27FC236}">
                <a16:creationId xmlns:a16="http://schemas.microsoft.com/office/drawing/2014/main" id="{C7D31F3A-0563-30AC-1CB0-57AEED1751F4}"/>
              </a:ext>
            </a:extLst>
          </p:cNvPr>
          <p:cNvSpPr>
            <a:spLocks noGrp="1"/>
          </p:cNvSpPr>
          <p:nvPr>
            <p:ph type="dt" sz="half" idx="2"/>
          </p:nvPr>
        </p:nvSpPr>
        <p:spPr>
          <a:xfrm>
            <a:off x="495300" y="6356350"/>
            <a:ext cx="2311400" cy="365125"/>
          </a:xfrm>
          <a:prstGeom prst="rect">
            <a:avLst/>
          </a:prstGeom>
        </p:spPr>
        <p:txBody>
          <a:bodyPr vert="horz" lIns="91440" tIns="45720" rIns="91440" bIns="45720" rtlCol="0" anchor="ctr"/>
          <a:lstStyle>
            <a:lvl1pPr algn="l">
              <a:defRPr sz="1200">
                <a:solidFill>
                  <a:schemeClr val="tx1">
                    <a:tint val="75000"/>
                  </a:schemeClr>
                </a:solidFill>
                <a:latin typeface="Arial" charset="0"/>
              </a:defRPr>
            </a:lvl1pPr>
          </a:lstStyle>
          <a:p>
            <a:pPr>
              <a:defRPr/>
            </a:pPr>
            <a:fld id="{63E74209-78C4-4CEC-95B8-27D5A323112A}" type="datetimeFigureOut">
              <a:rPr lang="ja-JP" altLang="en-US"/>
              <a:pPr>
                <a:defRPr/>
              </a:pPr>
              <a:t>2026/5/15</a:t>
            </a:fld>
            <a:endParaRPr lang="ja-JP" altLang="en-US"/>
          </a:p>
        </p:txBody>
      </p:sp>
      <p:sp>
        <p:nvSpPr>
          <p:cNvPr id="5" name="フッター プレースホルダー 4">
            <a:extLst>
              <a:ext uri="{FF2B5EF4-FFF2-40B4-BE49-F238E27FC236}">
                <a16:creationId xmlns:a16="http://schemas.microsoft.com/office/drawing/2014/main" id="{86A6BF83-00C8-6F2C-76CD-49F668F39557}"/>
              </a:ext>
            </a:extLst>
          </p:cNvPr>
          <p:cNvSpPr>
            <a:spLocks noGrp="1"/>
          </p:cNvSpPr>
          <p:nvPr>
            <p:ph type="ftr" sz="quarter" idx="3"/>
          </p:nvPr>
        </p:nvSpPr>
        <p:spPr>
          <a:xfrm>
            <a:off x="3384550" y="6356350"/>
            <a:ext cx="3136900" cy="365125"/>
          </a:xfrm>
          <a:prstGeom prst="rect">
            <a:avLst/>
          </a:prstGeom>
        </p:spPr>
        <p:txBody>
          <a:bodyPr vert="horz" lIns="91440" tIns="45720" rIns="91440" bIns="45720" rtlCol="0" anchor="ctr"/>
          <a:lstStyle>
            <a:lvl1pPr algn="ctr">
              <a:defRPr sz="1200">
                <a:solidFill>
                  <a:schemeClr val="tx1">
                    <a:tint val="75000"/>
                  </a:schemeClr>
                </a:solidFill>
                <a:latin typeface="Arial" charset="0"/>
              </a:defRPr>
            </a:lvl1pPr>
          </a:lstStyle>
          <a:p>
            <a:pPr>
              <a:defRPr/>
            </a:pPr>
            <a:endParaRPr lang="ja-JP" altLang="en-US"/>
          </a:p>
        </p:txBody>
      </p:sp>
      <p:sp>
        <p:nvSpPr>
          <p:cNvPr id="6" name="スライド番号プレースホルダー 5">
            <a:extLst>
              <a:ext uri="{FF2B5EF4-FFF2-40B4-BE49-F238E27FC236}">
                <a16:creationId xmlns:a16="http://schemas.microsoft.com/office/drawing/2014/main" id="{7FEC0663-F1FC-3BA5-002B-155CB55EAF80}"/>
              </a:ext>
            </a:extLst>
          </p:cNvPr>
          <p:cNvSpPr>
            <a:spLocks noGrp="1"/>
          </p:cNvSpPr>
          <p:nvPr>
            <p:ph type="sldNum" sz="quarter" idx="4"/>
          </p:nvPr>
        </p:nvSpPr>
        <p:spPr>
          <a:xfrm>
            <a:off x="7099300" y="6356350"/>
            <a:ext cx="23114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C650E57A-C65B-4196-BBD2-0E16E10C671D}" type="slidenum">
              <a:rPr lang="ja-JP" altLang="en-US"/>
              <a:pPr/>
              <a:t>‹#›</a:t>
            </a:fld>
            <a:endParaRPr lang="ja-JP" altLang="en-US"/>
          </a:p>
        </p:txBody>
      </p:sp>
    </p:spTree>
  </p:cSld>
  <p:clrMap bg1="lt1" tx1="dk1" bg2="lt2" tx2="dk2" accent1="accent1" accent2="accent2" accent3="accent3" accent4="accent4" accent5="accent5" accent6="accent6" hlink="hlink" folHlink="folHlink"/>
  <p:sldLayoutIdLst>
    <p:sldLayoutId id="2147489077" r:id="rId1"/>
    <p:sldLayoutId id="2147489078" r:id="rId2"/>
    <p:sldLayoutId id="2147489079" r:id="rId3"/>
    <p:sldLayoutId id="2147489080" r:id="rId4"/>
    <p:sldLayoutId id="2147489081" r:id="rId5"/>
    <p:sldLayoutId id="2147489082" r:id="rId6"/>
    <p:sldLayoutId id="2147489083" r:id="rId7"/>
    <p:sldLayoutId id="2147489084" r:id="rId8"/>
    <p:sldLayoutId id="2147489085" r:id="rId9"/>
    <p:sldLayoutId id="2147489086" r:id="rId10"/>
    <p:sldLayoutId id="2147489087" r:id="rId11"/>
  </p:sldLayoutIdLst>
  <p:txStyles>
    <p:titleStyle>
      <a:lvl1pPr algn="ctr" rtl="0" eaLnBrk="0" fontAlgn="base" hangingPunct="0">
        <a:spcBef>
          <a:spcPct val="0"/>
        </a:spcBef>
        <a:spcAft>
          <a:spcPct val="0"/>
        </a:spcAft>
        <a:defRPr kumimoji="1" sz="4400" kern="1200">
          <a:solidFill>
            <a:schemeClr val="tx1"/>
          </a:solidFill>
          <a:latin typeface="+mj-lt"/>
          <a:ea typeface="+mj-ea"/>
          <a:cs typeface="+mj-cs"/>
        </a:defRPr>
      </a:lvl1pPr>
      <a:lvl2pPr algn="ctr" rtl="0" eaLnBrk="0" fontAlgn="base" hangingPunct="0">
        <a:spcBef>
          <a:spcPct val="0"/>
        </a:spcBef>
        <a:spcAft>
          <a:spcPct val="0"/>
        </a:spcAft>
        <a:defRPr kumimoji="1" sz="4400">
          <a:solidFill>
            <a:schemeClr val="tx1"/>
          </a:solidFill>
          <a:latin typeface="Calibri" pitchFamily="34" charset="0"/>
          <a:ea typeface="ＭＳ Ｐゴシック" pitchFamily="50" charset="-128"/>
        </a:defRPr>
      </a:lvl2pPr>
      <a:lvl3pPr algn="ctr" rtl="0" eaLnBrk="0" fontAlgn="base" hangingPunct="0">
        <a:spcBef>
          <a:spcPct val="0"/>
        </a:spcBef>
        <a:spcAft>
          <a:spcPct val="0"/>
        </a:spcAft>
        <a:defRPr kumimoji="1" sz="4400">
          <a:solidFill>
            <a:schemeClr val="tx1"/>
          </a:solidFill>
          <a:latin typeface="Calibri" pitchFamily="34" charset="0"/>
          <a:ea typeface="ＭＳ Ｐゴシック" pitchFamily="50" charset="-128"/>
        </a:defRPr>
      </a:lvl3pPr>
      <a:lvl4pPr algn="ctr" rtl="0" eaLnBrk="0" fontAlgn="base" hangingPunct="0">
        <a:spcBef>
          <a:spcPct val="0"/>
        </a:spcBef>
        <a:spcAft>
          <a:spcPct val="0"/>
        </a:spcAft>
        <a:defRPr kumimoji="1" sz="4400">
          <a:solidFill>
            <a:schemeClr val="tx1"/>
          </a:solidFill>
          <a:latin typeface="Calibri" pitchFamily="34" charset="0"/>
          <a:ea typeface="ＭＳ Ｐゴシック" pitchFamily="50" charset="-128"/>
        </a:defRPr>
      </a:lvl4pPr>
      <a:lvl5pPr algn="ctr" rtl="0" eaLnBrk="0" fontAlgn="base" hangingPunct="0">
        <a:spcBef>
          <a:spcPct val="0"/>
        </a:spcBef>
        <a:spcAft>
          <a:spcPct val="0"/>
        </a:spcAft>
        <a:defRPr kumimoji="1" sz="4400">
          <a:solidFill>
            <a:schemeClr val="tx1"/>
          </a:solidFill>
          <a:latin typeface="Calibri" pitchFamily="34" charset="0"/>
          <a:ea typeface="ＭＳ Ｐゴシック" pitchFamily="50" charset="-128"/>
        </a:defRPr>
      </a:lvl5pPr>
      <a:lvl6pPr marL="457200" algn="ctr" rtl="0" fontAlgn="base">
        <a:spcBef>
          <a:spcPct val="0"/>
        </a:spcBef>
        <a:spcAft>
          <a:spcPct val="0"/>
        </a:spcAft>
        <a:defRPr kumimoji="1" sz="4400">
          <a:solidFill>
            <a:schemeClr val="tx1"/>
          </a:solidFill>
          <a:latin typeface="Calibri" pitchFamily="34" charset="0"/>
          <a:ea typeface="ＭＳ Ｐゴシック" pitchFamily="50" charset="-128"/>
        </a:defRPr>
      </a:lvl6pPr>
      <a:lvl7pPr marL="914400" algn="ctr" rtl="0" fontAlgn="base">
        <a:spcBef>
          <a:spcPct val="0"/>
        </a:spcBef>
        <a:spcAft>
          <a:spcPct val="0"/>
        </a:spcAft>
        <a:defRPr kumimoji="1" sz="4400">
          <a:solidFill>
            <a:schemeClr val="tx1"/>
          </a:solidFill>
          <a:latin typeface="Calibri" pitchFamily="34" charset="0"/>
          <a:ea typeface="ＭＳ Ｐゴシック" pitchFamily="50" charset="-128"/>
        </a:defRPr>
      </a:lvl7pPr>
      <a:lvl8pPr marL="1371600" algn="ctr" rtl="0" fontAlgn="base">
        <a:spcBef>
          <a:spcPct val="0"/>
        </a:spcBef>
        <a:spcAft>
          <a:spcPct val="0"/>
        </a:spcAft>
        <a:defRPr kumimoji="1" sz="4400">
          <a:solidFill>
            <a:schemeClr val="tx1"/>
          </a:solidFill>
          <a:latin typeface="Calibri" pitchFamily="34" charset="0"/>
          <a:ea typeface="ＭＳ Ｐゴシック" pitchFamily="50" charset="-128"/>
        </a:defRPr>
      </a:lvl8pPr>
      <a:lvl9pPr marL="1828800" algn="ctr" rtl="0" fontAlgn="base">
        <a:spcBef>
          <a:spcPct val="0"/>
        </a:spcBef>
        <a:spcAft>
          <a:spcPct val="0"/>
        </a:spcAft>
        <a:defRPr kumimoji="1" sz="4400">
          <a:solidFill>
            <a:schemeClr val="tx1"/>
          </a:solidFill>
          <a:latin typeface="Calibri" pitchFamily="34" charset="0"/>
          <a:ea typeface="ＭＳ Ｐゴシック" pitchFamily="50" charset="-128"/>
        </a:defRPr>
      </a:lvl9pPr>
    </p:titleStyle>
    <p:bodyStyle>
      <a:lvl1pPr marL="342900" indent="-342900" algn="l" rtl="0" eaLnBrk="0" fontAlgn="base" hangingPunct="0">
        <a:spcBef>
          <a:spcPct val="20000"/>
        </a:spcBef>
        <a:spcAft>
          <a:spcPct val="0"/>
        </a:spcAft>
        <a:buFont typeface="Arial" panose="020B0604020202020204" pitchFamily="34" charset="0"/>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59192848-EC3D-9A61-C2BD-B765F19FF127}"/>
              </a:ext>
            </a:extLst>
          </p:cNvPr>
          <p:cNvSpPr>
            <a:spLocks noGrp="1" noChangeArrowheads="1"/>
          </p:cNvSpPr>
          <p:nvPr>
            <p:ph type="title"/>
          </p:nvPr>
        </p:nvSpPr>
        <p:spPr bwMode="auto">
          <a:xfrm>
            <a:off x="200025" y="115888"/>
            <a:ext cx="792162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0" tIns="45690" rIns="91380" bIns="45690" numCol="1" anchor="ctr" anchorCtr="0" compatLnSpc="1">
            <a:prstTxWarp prst="textNoShape">
              <a:avLst/>
            </a:prstTxWarp>
          </a:bodyPr>
          <a:lstStyle/>
          <a:p>
            <a:pPr lvl="0"/>
            <a:r>
              <a:rPr lang="ja-JP" altLang="en-US"/>
              <a:t>１．タイトル　</a:t>
            </a:r>
          </a:p>
        </p:txBody>
      </p:sp>
      <p:sp>
        <p:nvSpPr>
          <p:cNvPr id="1030" name="Rectangle 6">
            <a:extLst>
              <a:ext uri="{FF2B5EF4-FFF2-40B4-BE49-F238E27FC236}">
                <a16:creationId xmlns:a16="http://schemas.microsoft.com/office/drawing/2014/main" id="{501A9D51-111C-CD37-8038-B71C39C41836}"/>
              </a:ext>
            </a:extLst>
          </p:cNvPr>
          <p:cNvSpPr>
            <a:spLocks noGrp="1" noChangeArrowheads="1"/>
          </p:cNvSpPr>
          <p:nvPr>
            <p:ph type="sldNum" sz="quarter" idx="4"/>
          </p:nvPr>
        </p:nvSpPr>
        <p:spPr bwMode="auto">
          <a:xfrm>
            <a:off x="7610475" y="6553200"/>
            <a:ext cx="2311400" cy="476250"/>
          </a:xfrm>
          <a:prstGeom prst="rect">
            <a:avLst/>
          </a:prstGeom>
          <a:noFill/>
          <a:ln w="9525">
            <a:noFill/>
            <a:miter lim="800000"/>
            <a:headEnd/>
            <a:tailEnd/>
          </a:ln>
          <a:effectLst/>
        </p:spPr>
        <p:txBody>
          <a:bodyPr vert="horz" wrap="square" lIns="91380" tIns="45690" rIns="91380" bIns="45690" numCol="1" anchor="t" anchorCtr="0" compatLnSpc="1">
            <a:prstTxWarp prst="textNoShape">
              <a:avLst/>
            </a:prstTxWarp>
          </a:bodyPr>
          <a:lstStyle>
            <a:lvl1pPr algn="r">
              <a:defRPr b="0">
                <a:solidFill>
                  <a:srgbClr val="000000"/>
                </a:solidFill>
              </a:defRPr>
            </a:lvl1pPr>
          </a:lstStyle>
          <a:p>
            <a:fld id="{8694BF1B-76DF-41A3-97E3-DCB0D8432D1F}" type="slidenum">
              <a:rPr lang="en-US" altLang="ja-JP"/>
              <a:pPr/>
              <a:t>‹#›</a:t>
            </a:fld>
            <a:endParaRPr lang="en-US" altLang="ja-JP"/>
          </a:p>
        </p:txBody>
      </p:sp>
      <p:sp>
        <p:nvSpPr>
          <p:cNvPr id="4100" name="Rectangle 25">
            <a:extLst>
              <a:ext uri="{FF2B5EF4-FFF2-40B4-BE49-F238E27FC236}">
                <a16:creationId xmlns:a16="http://schemas.microsoft.com/office/drawing/2014/main" id="{03B010DE-3406-F1AC-A717-43EB89E40913}"/>
              </a:ext>
            </a:extLst>
          </p:cNvPr>
          <p:cNvSpPr>
            <a:spLocks noGrp="1" noChangeArrowheads="1"/>
          </p:cNvSpPr>
          <p:nvPr>
            <p:ph type="body" idx="1"/>
          </p:nvPr>
        </p:nvSpPr>
        <p:spPr bwMode="auto">
          <a:xfrm>
            <a:off x="271463" y="836613"/>
            <a:ext cx="9363075"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0" tIns="45690" rIns="91380" bIns="45690" numCol="1" anchor="t" anchorCtr="0" compatLnSpc="1">
            <a:prstTxWarp prst="textNoShape">
              <a:avLst/>
            </a:prstTxWarp>
          </a:bodyPr>
          <a:lstStyle/>
          <a:p>
            <a:pPr lvl="0"/>
            <a:r>
              <a:rPr lang="ja-JP" altLang="en-US"/>
              <a:t>第１レベル　（１６～１８Ｐ）</a:t>
            </a:r>
          </a:p>
          <a:p>
            <a:pPr lvl="1"/>
            <a:r>
              <a:rPr lang="ja-JP" altLang="en-US"/>
              <a:t>第 </a:t>
            </a:r>
            <a:r>
              <a:rPr lang="en-US" altLang="ja-JP"/>
              <a:t>2 </a:t>
            </a:r>
            <a:r>
              <a:rPr lang="ja-JP" altLang="en-US"/>
              <a:t>レベル　　（１６Ｐ）</a:t>
            </a:r>
          </a:p>
          <a:p>
            <a:pPr lvl="2"/>
            <a:r>
              <a:rPr lang="ja-JP" altLang="en-US"/>
              <a:t>第３レベル　　　　　　（１４Ｐ～１６Ｐ）</a:t>
            </a:r>
          </a:p>
        </p:txBody>
      </p:sp>
      <p:sp>
        <p:nvSpPr>
          <p:cNvPr id="4101" name="AutoShape 31">
            <a:extLst>
              <a:ext uri="{FF2B5EF4-FFF2-40B4-BE49-F238E27FC236}">
                <a16:creationId xmlns:a16="http://schemas.microsoft.com/office/drawing/2014/main" id="{F44F1A8D-6DCC-5F0A-215D-7F7A4409900C}"/>
              </a:ext>
            </a:extLst>
          </p:cNvPr>
          <p:cNvSpPr>
            <a:spLocks noChangeArrowheads="1"/>
          </p:cNvSpPr>
          <p:nvPr/>
        </p:nvSpPr>
        <p:spPr bwMode="auto">
          <a:xfrm flipV="1">
            <a:off x="200025" y="549275"/>
            <a:ext cx="9705975" cy="76200"/>
          </a:xfrm>
          <a:prstGeom prst="roundRect">
            <a:avLst>
              <a:gd name="adj" fmla="val 16667"/>
            </a:avLst>
          </a:prstGeom>
          <a:gradFill rotWithShape="1">
            <a:gsLst>
              <a:gs pos="0">
                <a:srgbClr val="3333FF"/>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lIns="91380" tIns="45690" rIns="91380" bIns="45690" anchor="ctr"/>
          <a:lstStyle>
            <a:lvl1pPr eaLnBrk="0" hangingPunct="0">
              <a:defRPr kumimoji="1" sz="1400" b="1">
                <a:solidFill>
                  <a:srgbClr val="000066"/>
                </a:solidFill>
                <a:latin typeface="Arial" charset="0"/>
                <a:ea typeface="ＭＳ Ｐゴシック" pitchFamily="50" charset="-128"/>
              </a:defRPr>
            </a:lvl1pPr>
            <a:lvl2pPr marL="742950" indent="-285750" eaLnBrk="0" hangingPunct="0">
              <a:defRPr kumimoji="1" sz="1400" b="1">
                <a:solidFill>
                  <a:srgbClr val="000066"/>
                </a:solidFill>
                <a:latin typeface="Arial" charset="0"/>
                <a:ea typeface="ＭＳ Ｐゴシック" pitchFamily="50" charset="-128"/>
              </a:defRPr>
            </a:lvl2pPr>
            <a:lvl3pPr marL="1143000" indent="-228600" eaLnBrk="0" hangingPunct="0">
              <a:defRPr kumimoji="1" sz="1400" b="1">
                <a:solidFill>
                  <a:srgbClr val="000066"/>
                </a:solidFill>
                <a:latin typeface="Arial" charset="0"/>
                <a:ea typeface="ＭＳ Ｐゴシック" pitchFamily="50" charset="-128"/>
              </a:defRPr>
            </a:lvl3pPr>
            <a:lvl4pPr marL="1600200" indent="-228600" eaLnBrk="0" hangingPunct="0">
              <a:defRPr kumimoji="1" sz="1400" b="1">
                <a:solidFill>
                  <a:srgbClr val="000066"/>
                </a:solidFill>
                <a:latin typeface="Arial" charset="0"/>
                <a:ea typeface="ＭＳ Ｐゴシック" pitchFamily="50" charset="-128"/>
              </a:defRPr>
            </a:lvl4pPr>
            <a:lvl5pPr marL="2057400" indent="-228600" eaLnBrk="0" hangingPunct="0">
              <a:defRPr kumimoji="1" sz="1400" b="1">
                <a:solidFill>
                  <a:srgbClr val="000066"/>
                </a:solidFill>
                <a:latin typeface="Arial" charset="0"/>
                <a:ea typeface="ＭＳ Ｐゴシック" pitchFamily="50" charset="-128"/>
              </a:defRPr>
            </a:lvl5pPr>
            <a:lvl6pPr marL="25146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6pPr>
            <a:lvl7pPr marL="29718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7pPr>
            <a:lvl8pPr marL="34290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8pPr>
            <a:lvl9pPr marL="38862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9pPr>
          </a:lstStyle>
          <a:p>
            <a:pPr eaLnBrk="1" hangingPunct="1">
              <a:defRPr/>
            </a:pPr>
            <a:endParaRPr lang="ja-JP" altLang="en-US" sz="1800" b="0">
              <a:solidFill>
                <a:srgbClr val="000000"/>
              </a:solidFill>
            </a:endParaRPr>
          </a:p>
        </p:txBody>
      </p:sp>
    </p:spTree>
  </p:cSld>
  <p:clrMap bg1="lt1" tx1="dk1" bg2="lt2" tx2="dk2" accent1="accent1" accent2="accent2" accent3="accent3" accent4="accent4" accent5="accent5" accent6="accent6" hlink="hlink" folHlink="folHlink"/>
  <p:sldLayoutIdLst>
    <p:sldLayoutId id="2147489122" r:id="rId1"/>
    <p:sldLayoutId id="2147489088" r:id="rId2"/>
    <p:sldLayoutId id="2147489089" r:id="rId3"/>
    <p:sldLayoutId id="2147489090" r:id="rId4"/>
    <p:sldLayoutId id="2147489091" r:id="rId5"/>
    <p:sldLayoutId id="2147489092" r:id="rId6"/>
    <p:sldLayoutId id="2147489093" r:id="rId7"/>
    <p:sldLayoutId id="2147489094" r:id="rId8"/>
    <p:sldLayoutId id="2147489095" r:id="rId9"/>
    <p:sldLayoutId id="2147489096" r:id="rId10"/>
    <p:sldLayoutId id="2147489097" r:id="rId11"/>
    <p:sldLayoutId id="2147489098" r:id="rId12"/>
    <p:sldLayoutId id="2147489123" r:id="rId13"/>
  </p:sldLayoutIdLst>
  <p:hf hdr="0" ftr="0" dt="0"/>
  <p:txStyles>
    <p:titleStyle>
      <a:lvl1pPr algn="l" rtl="0" eaLnBrk="0" fontAlgn="base" hangingPunct="0">
        <a:spcBef>
          <a:spcPct val="0"/>
        </a:spcBef>
        <a:spcAft>
          <a:spcPct val="0"/>
        </a:spcAft>
        <a:defRPr sz="2400" b="1">
          <a:solidFill>
            <a:srgbClr val="3333FF"/>
          </a:solidFill>
          <a:latin typeface="+mj-lt"/>
          <a:ea typeface="+mj-ea"/>
          <a:cs typeface="HG丸ｺﾞｼｯｸM-PRO" pitchFamily="50" charset="-128"/>
        </a:defRPr>
      </a:lvl1pPr>
      <a:lvl2pPr algn="l" rtl="0" eaLnBrk="0" fontAlgn="base" hangingPunct="0">
        <a:spcBef>
          <a:spcPct val="0"/>
        </a:spcBef>
        <a:spcAft>
          <a:spcPct val="0"/>
        </a:spcAft>
        <a:defRPr sz="2400" b="1">
          <a:solidFill>
            <a:srgbClr val="3333FF"/>
          </a:solidFill>
          <a:latin typeface="Arial" charset="0"/>
          <a:ea typeface="HG丸ｺﾞｼｯｸM-PRO" pitchFamily="49" charset="-128"/>
          <a:cs typeface="HG丸ｺﾞｼｯｸM-PRO" pitchFamily="50" charset="-128"/>
        </a:defRPr>
      </a:lvl2pPr>
      <a:lvl3pPr algn="l" rtl="0" eaLnBrk="0" fontAlgn="base" hangingPunct="0">
        <a:spcBef>
          <a:spcPct val="0"/>
        </a:spcBef>
        <a:spcAft>
          <a:spcPct val="0"/>
        </a:spcAft>
        <a:defRPr sz="2400" b="1">
          <a:solidFill>
            <a:srgbClr val="3333FF"/>
          </a:solidFill>
          <a:latin typeface="Arial" charset="0"/>
          <a:ea typeface="HG丸ｺﾞｼｯｸM-PRO" pitchFamily="49" charset="-128"/>
          <a:cs typeface="HG丸ｺﾞｼｯｸM-PRO" pitchFamily="50" charset="-128"/>
        </a:defRPr>
      </a:lvl3pPr>
      <a:lvl4pPr algn="l" rtl="0" eaLnBrk="0" fontAlgn="base" hangingPunct="0">
        <a:spcBef>
          <a:spcPct val="0"/>
        </a:spcBef>
        <a:spcAft>
          <a:spcPct val="0"/>
        </a:spcAft>
        <a:defRPr sz="2400" b="1">
          <a:solidFill>
            <a:srgbClr val="3333FF"/>
          </a:solidFill>
          <a:latin typeface="Arial" charset="0"/>
          <a:ea typeface="HG丸ｺﾞｼｯｸM-PRO" pitchFamily="49" charset="-128"/>
          <a:cs typeface="HG丸ｺﾞｼｯｸM-PRO" pitchFamily="50" charset="-128"/>
        </a:defRPr>
      </a:lvl4pPr>
      <a:lvl5pPr algn="l" rtl="0" eaLnBrk="0" fontAlgn="base" hangingPunct="0">
        <a:spcBef>
          <a:spcPct val="0"/>
        </a:spcBef>
        <a:spcAft>
          <a:spcPct val="0"/>
        </a:spcAft>
        <a:defRPr sz="2400" b="1">
          <a:solidFill>
            <a:srgbClr val="3333FF"/>
          </a:solidFill>
          <a:latin typeface="Arial" charset="0"/>
          <a:ea typeface="HG丸ｺﾞｼｯｸM-PRO" pitchFamily="49" charset="-128"/>
          <a:cs typeface="HG丸ｺﾞｼｯｸM-PRO" pitchFamily="50" charset="-128"/>
        </a:defRPr>
      </a:lvl5pPr>
      <a:lvl6pPr marL="456908" algn="l" rtl="0" fontAlgn="base">
        <a:spcBef>
          <a:spcPct val="0"/>
        </a:spcBef>
        <a:spcAft>
          <a:spcPct val="0"/>
        </a:spcAft>
        <a:defRPr sz="2400" b="1">
          <a:solidFill>
            <a:srgbClr val="3333FF"/>
          </a:solidFill>
          <a:latin typeface="Arial" charset="0"/>
          <a:ea typeface="HG丸ｺﾞｼｯｸM-PRO" pitchFamily="49" charset="-128"/>
        </a:defRPr>
      </a:lvl6pPr>
      <a:lvl7pPr marL="913815" algn="l" rtl="0" fontAlgn="base">
        <a:spcBef>
          <a:spcPct val="0"/>
        </a:spcBef>
        <a:spcAft>
          <a:spcPct val="0"/>
        </a:spcAft>
        <a:defRPr sz="2400" b="1">
          <a:solidFill>
            <a:srgbClr val="3333FF"/>
          </a:solidFill>
          <a:latin typeface="Arial" charset="0"/>
          <a:ea typeface="HG丸ｺﾞｼｯｸM-PRO" pitchFamily="49" charset="-128"/>
        </a:defRPr>
      </a:lvl7pPr>
      <a:lvl8pPr marL="1370724" algn="l" rtl="0" fontAlgn="base">
        <a:spcBef>
          <a:spcPct val="0"/>
        </a:spcBef>
        <a:spcAft>
          <a:spcPct val="0"/>
        </a:spcAft>
        <a:defRPr sz="2400" b="1">
          <a:solidFill>
            <a:srgbClr val="3333FF"/>
          </a:solidFill>
          <a:latin typeface="Arial" charset="0"/>
          <a:ea typeface="HG丸ｺﾞｼｯｸM-PRO" pitchFamily="49" charset="-128"/>
        </a:defRPr>
      </a:lvl8pPr>
      <a:lvl9pPr marL="1827630" algn="l" rtl="0" fontAlgn="base">
        <a:spcBef>
          <a:spcPct val="0"/>
        </a:spcBef>
        <a:spcAft>
          <a:spcPct val="0"/>
        </a:spcAft>
        <a:defRPr sz="2400" b="1">
          <a:solidFill>
            <a:srgbClr val="3333FF"/>
          </a:solidFill>
          <a:latin typeface="Arial" charset="0"/>
          <a:ea typeface="HG丸ｺﾞｼｯｸM-PRO" pitchFamily="49" charset="-128"/>
        </a:defRPr>
      </a:lvl9pPr>
    </p:titleStyle>
    <p:bodyStyle>
      <a:lvl1pPr marL="341313" indent="-341313" algn="l" rtl="0" eaLnBrk="0" fontAlgn="base" hangingPunct="0">
        <a:spcBef>
          <a:spcPct val="20000"/>
        </a:spcBef>
        <a:spcAft>
          <a:spcPct val="0"/>
        </a:spcAft>
        <a:buFont typeface="Wingdings" panose="05000000000000000000" pitchFamily="2" charset="2"/>
        <a:buChar char="n"/>
        <a:defRPr kumimoji="1" sz="2000">
          <a:solidFill>
            <a:schemeClr val="tx1"/>
          </a:solidFill>
          <a:latin typeface="+mn-lt"/>
          <a:ea typeface="+mn-ea"/>
          <a:cs typeface="HG丸ｺﾞｼｯｸM-PRO" pitchFamily="50" charset="-128"/>
        </a:defRPr>
      </a:lvl1pPr>
      <a:lvl2pPr marL="741363" indent="-284163" algn="l" rtl="0" eaLnBrk="0" fontAlgn="base" hangingPunct="0">
        <a:spcBef>
          <a:spcPct val="20000"/>
        </a:spcBef>
        <a:spcAft>
          <a:spcPct val="0"/>
        </a:spcAft>
        <a:buFont typeface="Wingdings" panose="05000000000000000000" pitchFamily="2" charset="2"/>
        <a:buChar char="Ø"/>
        <a:defRPr kumimoji="1" sz="1600">
          <a:solidFill>
            <a:schemeClr val="tx1"/>
          </a:solidFill>
          <a:latin typeface="+mn-lt"/>
          <a:ea typeface="+mn-ea"/>
          <a:cs typeface="HG丸ｺﾞｼｯｸM-PRO" pitchFamily="50" charset="-128"/>
        </a:defRPr>
      </a:lvl2pPr>
      <a:lvl3pPr marL="1141413" indent="-227013" algn="l" rtl="0" eaLnBrk="0" fontAlgn="base" hangingPunct="0">
        <a:spcBef>
          <a:spcPct val="20000"/>
        </a:spcBef>
        <a:spcAft>
          <a:spcPct val="0"/>
        </a:spcAft>
        <a:buChar char="•"/>
        <a:defRPr kumimoji="1" sz="1400">
          <a:solidFill>
            <a:schemeClr val="tx1"/>
          </a:solidFill>
          <a:latin typeface="+mj-lt"/>
          <a:ea typeface="ＭＳ Ｐゴシック" pitchFamily="50" charset="-128"/>
          <a:cs typeface="ＭＳ Ｐゴシック" pitchFamily="-112" charset="-128"/>
        </a:defRPr>
      </a:lvl3pPr>
      <a:lvl4pPr marL="1598613" indent="-227013" algn="l" rtl="0" eaLnBrk="0" fontAlgn="base" hangingPunct="0">
        <a:spcBef>
          <a:spcPct val="20000"/>
        </a:spcBef>
        <a:spcAft>
          <a:spcPct val="0"/>
        </a:spcAft>
        <a:buChar char="–"/>
        <a:defRPr kumimoji="1" sz="1200">
          <a:solidFill>
            <a:schemeClr val="tx1"/>
          </a:solidFill>
          <a:latin typeface="+mj-lt"/>
          <a:ea typeface="ＭＳ Ｐゴシック" pitchFamily="50" charset="-128"/>
        </a:defRPr>
      </a:lvl4pPr>
      <a:lvl5pPr marL="2055813" indent="-227013" algn="l" rtl="0" eaLnBrk="0" fontAlgn="base" hangingPunct="0">
        <a:spcBef>
          <a:spcPct val="20000"/>
        </a:spcBef>
        <a:spcAft>
          <a:spcPct val="0"/>
        </a:spcAft>
        <a:buChar char="»"/>
        <a:defRPr kumimoji="1" sz="2000">
          <a:solidFill>
            <a:schemeClr val="tx1"/>
          </a:solidFill>
          <a:latin typeface="+mj-lt"/>
          <a:ea typeface="ＭＳ Ｐゴシック" pitchFamily="50" charset="-128"/>
        </a:defRPr>
      </a:lvl5pPr>
      <a:lvl6pPr marL="2512992" indent="-228454" algn="l" rtl="0" fontAlgn="base">
        <a:spcBef>
          <a:spcPct val="20000"/>
        </a:spcBef>
        <a:spcAft>
          <a:spcPct val="0"/>
        </a:spcAft>
        <a:buChar char="»"/>
        <a:defRPr kumimoji="1" sz="2000">
          <a:solidFill>
            <a:schemeClr val="tx1"/>
          </a:solidFill>
          <a:latin typeface="+mj-lt"/>
          <a:ea typeface="ＭＳ Ｐゴシック" pitchFamily="50" charset="-128"/>
        </a:defRPr>
      </a:lvl6pPr>
      <a:lvl7pPr marL="2969899" indent="-228454" algn="l" rtl="0" fontAlgn="base">
        <a:spcBef>
          <a:spcPct val="20000"/>
        </a:spcBef>
        <a:spcAft>
          <a:spcPct val="0"/>
        </a:spcAft>
        <a:buChar char="»"/>
        <a:defRPr kumimoji="1" sz="2000">
          <a:solidFill>
            <a:schemeClr val="tx1"/>
          </a:solidFill>
          <a:latin typeface="+mj-lt"/>
          <a:ea typeface="ＭＳ Ｐゴシック" pitchFamily="50" charset="-128"/>
        </a:defRPr>
      </a:lvl7pPr>
      <a:lvl8pPr marL="3426805" indent="-228454" algn="l" rtl="0" fontAlgn="base">
        <a:spcBef>
          <a:spcPct val="20000"/>
        </a:spcBef>
        <a:spcAft>
          <a:spcPct val="0"/>
        </a:spcAft>
        <a:buChar char="»"/>
        <a:defRPr kumimoji="1" sz="2000">
          <a:solidFill>
            <a:schemeClr val="tx1"/>
          </a:solidFill>
          <a:latin typeface="+mj-lt"/>
          <a:ea typeface="ＭＳ Ｐゴシック" pitchFamily="50" charset="-128"/>
        </a:defRPr>
      </a:lvl8pPr>
      <a:lvl9pPr marL="3883715" indent="-228454" algn="l" rtl="0" fontAlgn="base">
        <a:spcBef>
          <a:spcPct val="20000"/>
        </a:spcBef>
        <a:spcAft>
          <a:spcPct val="0"/>
        </a:spcAft>
        <a:buChar char="»"/>
        <a:defRPr kumimoji="1" sz="2000">
          <a:solidFill>
            <a:schemeClr val="tx1"/>
          </a:solidFill>
          <a:latin typeface="+mj-lt"/>
          <a:ea typeface="ＭＳ Ｐゴシック" pitchFamily="50" charset="-128"/>
        </a:defRPr>
      </a:lvl9pPr>
    </p:bodyStyle>
    <p:otherStyle>
      <a:defPPr>
        <a:defRPr lang="ja-JP"/>
      </a:defPPr>
      <a:lvl1pPr marL="0" algn="l" defTabSz="913815" rtl="0" eaLnBrk="1" latinLnBrk="0" hangingPunct="1">
        <a:defRPr kumimoji="1" sz="1800" kern="1200">
          <a:solidFill>
            <a:schemeClr val="tx1"/>
          </a:solidFill>
          <a:latin typeface="+mn-lt"/>
          <a:ea typeface="+mn-ea"/>
          <a:cs typeface="+mn-cs"/>
        </a:defRPr>
      </a:lvl1pPr>
      <a:lvl2pPr marL="456908" algn="l" defTabSz="913815" rtl="0" eaLnBrk="1" latinLnBrk="0" hangingPunct="1">
        <a:defRPr kumimoji="1" sz="1800" kern="1200">
          <a:solidFill>
            <a:schemeClr val="tx1"/>
          </a:solidFill>
          <a:latin typeface="+mn-lt"/>
          <a:ea typeface="+mn-ea"/>
          <a:cs typeface="+mn-cs"/>
        </a:defRPr>
      </a:lvl2pPr>
      <a:lvl3pPr marL="913815" algn="l" defTabSz="913815" rtl="0" eaLnBrk="1" latinLnBrk="0" hangingPunct="1">
        <a:defRPr kumimoji="1" sz="1800" kern="1200">
          <a:solidFill>
            <a:schemeClr val="tx1"/>
          </a:solidFill>
          <a:latin typeface="+mn-lt"/>
          <a:ea typeface="+mn-ea"/>
          <a:cs typeface="+mn-cs"/>
        </a:defRPr>
      </a:lvl3pPr>
      <a:lvl4pPr marL="1370724" algn="l" defTabSz="913815" rtl="0" eaLnBrk="1" latinLnBrk="0" hangingPunct="1">
        <a:defRPr kumimoji="1" sz="1800" kern="1200">
          <a:solidFill>
            <a:schemeClr val="tx1"/>
          </a:solidFill>
          <a:latin typeface="+mn-lt"/>
          <a:ea typeface="+mn-ea"/>
          <a:cs typeface="+mn-cs"/>
        </a:defRPr>
      </a:lvl4pPr>
      <a:lvl5pPr marL="1827630" algn="l" defTabSz="913815" rtl="0" eaLnBrk="1" latinLnBrk="0" hangingPunct="1">
        <a:defRPr kumimoji="1" sz="1800" kern="1200">
          <a:solidFill>
            <a:schemeClr val="tx1"/>
          </a:solidFill>
          <a:latin typeface="+mn-lt"/>
          <a:ea typeface="+mn-ea"/>
          <a:cs typeface="+mn-cs"/>
        </a:defRPr>
      </a:lvl5pPr>
      <a:lvl6pPr marL="2284538" algn="l" defTabSz="913815" rtl="0" eaLnBrk="1" latinLnBrk="0" hangingPunct="1">
        <a:defRPr kumimoji="1" sz="1800" kern="1200">
          <a:solidFill>
            <a:schemeClr val="tx1"/>
          </a:solidFill>
          <a:latin typeface="+mn-lt"/>
          <a:ea typeface="+mn-ea"/>
          <a:cs typeface="+mn-cs"/>
        </a:defRPr>
      </a:lvl6pPr>
      <a:lvl7pPr marL="2741445" algn="l" defTabSz="913815" rtl="0" eaLnBrk="1" latinLnBrk="0" hangingPunct="1">
        <a:defRPr kumimoji="1" sz="1800" kern="1200">
          <a:solidFill>
            <a:schemeClr val="tx1"/>
          </a:solidFill>
          <a:latin typeface="+mn-lt"/>
          <a:ea typeface="+mn-ea"/>
          <a:cs typeface="+mn-cs"/>
        </a:defRPr>
      </a:lvl7pPr>
      <a:lvl8pPr marL="3198355" algn="l" defTabSz="913815" rtl="0" eaLnBrk="1" latinLnBrk="0" hangingPunct="1">
        <a:defRPr kumimoji="1" sz="1800" kern="1200">
          <a:solidFill>
            <a:schemeClr val="tx1"/>
          </a:solidFill>
          <a:latin typeface="+mn-lt"/>
          <a:ea typeface="+mn-ea"/>
          <a:cs typeface="+mn-cs"/>
        </a:defRPr>
      </a:lvl8pPr>
      <a:lvl9pPr marL="3655260" algn="l" defTabSz="913815" rtl="0" eaLnBrk="1" latinLnBrk="0" hangingPunct="1">
        <a:defRPr kumimoji="1"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943CD390-620A-1F2A-8F78-5AE12EC90A03}"/>
              </a:ext>
            </a:extLst>
          </p:cNvPr>
          <p:cNvSpPr>
            <a:spLocks noGrp="1" noChangeArrowheads="1"/>
          </p:cNvSpPr>
          <p:nvPr>
            <p:ph type="title"/>
          </p:nvPr>
        </p:nvSpPr>
        <p:spPr bwMode="auto">
          <a:xfrm>
            <a:off x="200025" y="115888"/>
            <a:ext cx="792162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0" tIns="45690" rIns="91380" bIns="45690" numCol="1" anchor="ctr" anchorCtr="0" compatLnSpc="1">
            <a:prstTxWarp prst="textNoShape">
              <a:avLst/>
            </a:prstTxWarp>
          </a:bodyPr>
          <a:lstStyle/>
          <a:p>
            <a:pPr lvl="0"/>
            <a:r>
              <a:rPr lang="ja-JP" altLang="en-US"/>
              <a:t>１．タイトル　</a:t>
            </a:r>
          </a:p>
        </p:txBody>
      </p:sp>
      <p:sp>
        <p:nvSpPr>
          <p:cNvPr id="1030" name="Rectangle 6">
            <a:extLst>
              <a:ext uri="{FF2B5EF4-FFF2-40B4-BE49-F238E27FC236}">
                <a16:creationId xmlns:a16="http://schemas.microsoft.com/office/drawing/2014/main" id="{BE1A3CCD-8E3A-55C1-5282-7E419B928344}"/>
              </a:ext>
            </a:extLst>
          </p:cNvPr>
          <p:cNvSpPr>
            <a:spLocks noGrp="1" noChangeArrowheads="1"/>
          </p:cNvSpPr>
          <p:nvPr>
            <p:ph type="sldNum" sz="quarter" idx="4"/>
          </p:nvPr>
        </p:nvSpPr>
        <p:spPr bwMode="auto">
          <a:xfrm>
            <a:off x="7610475" y="6553200"/>
            <a:ext cx="2311400" cy="476250"/>
          </a:xfrm>
          <a:prstGeom prst="rect">
            <a:avLst/>
          </a:prstGeom>
          <a:noFill/>
          <a:ln w="9525">
            <a:noFill/>
            <a:miter lim="800000"/>
            <a:headEnd/>
            <a:tailEnd/>
          </a:ln>
          <a:effectLst/>
        </p:spPr>
        <p:txBody>
          <a:bodyPr vert="horz" wrap="square" lIns="91380" tIns="45690" rIns="91380" bIns="45690" numCol="1" anchor="t" anchorCtr="0" compatLnSpc="1">
            <a:prstTxWarp prst="textNoShape">
              <a:avLst/>
            </a:prstTxWarp>
          </a:bodyPr>
          <a:lstStyle>
            <a:lvl1pPr algn="r">
              <a:defRPr b="0">
                <a:solidFill>
                  <a:srgbClr val="000000"/>
                </a:solidFill>
              </a:defRPr>
            </a:lvl1pPr>
          </a:lstStyle>
          <a:p>
            <a:fld id="{01DE5F2F-E8F4-4F8A-BECE-DBCDB4433B5F}" type="slidenum">
              <a:rPr lang="en-US" altLang="ja-JP"/>
              <a:pPr/>
              <a:t>‹#›</a:t>
            </a:fld>
            <a:endParaRPr lang="en-US" altLang="ja-JP"/>
          </a:p>
        </p:txBody>
      </p:sp>
      <p:sp>
        <p:nvSpPr>
          <p:cNvPr id="5124" name="Rectangle 25">
            <a:extLst>
              <a:ext uri="{FF2B5EF4-FFF2-40B4-BE49-F238E27FC236}">
                <a16:creationId xmlns:a16="http://schemas.microsoft.com/office/drawing/2014/main" id="{8C9B6CEE-0E76-3072-73D6-BD4C1FFEB3D1}"/>
              </a:ext>
            </a:extLst>
          </p:cNvPr>
          <p:cNvSpPr>
            <a:spLocks noGrp="1" noChangeArrowheads="1"/>
          </p:cNvSpPr>
          <p:nvPr>
            <p:ph type="body" idx="1"/>
          </p:nvPr>
        </p:nvSpPr>
        <p:spPr bwMode="auto">
          <a:xfrm>
            <a:off x="271463" y="836613"/>
            <a:ext cx="9363075"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0" tIns="45690" rIns="91380" bIns="45690" numCol="1" anchor="t" anchorCtr="0" compatLnSpc="1">
            <a:prstTxWarp prst="textNoShape">
              <a:avLst/>
            </a:prstTxWarp>
          </a:bodyPr>
          <a:lstStyle/>
          <a:p>
            <a:pPr lvl="0"/>
            <a:r>
              <a:rPr lang="ja-JP" altLang="en-US"/>
              <a:t>第１レベル　（１６～１８Ｐ）</a:t>
            </a:r>
          </a:p>
          <a:p>
            <a:pPr lvl="1"/>
            <a:r>
              <a:rPr lang="ja-JP" altLang="en-US"/>
              <a:t>第 </a:t>
            </a:r>
            <a:r>
              <a:rPr lang="en-US" altLang="ja-JP"/>
              <a:t>2 </a:t>
            </a:r>
            <a:r>
              <a:rPr lang="ja-JP" altLang="en-US"/>
              <a:t>レベル　　（１６Ｐ）</a:t>
            </a:r>
          </a:p>
          <a:p>
            <a:pPr lvl="2"/>
            <a:r>
              <a:rPr lang="ja-JP" altLang="en-US"/>
              <a:t>第３レベル　　　　　　（１４Ｐ～１６Ｐ）</a:t>
            </a:r>
          </a:p>
        </p:txBody>
      </p:sp>
      <p:sp>
        <p:nvSpPr>
          <p:cNvPr id="5125" name="AutoShape 31">
            <a:extLst>
              <a:ext uri="{FF2B5EF4-FFF2-40B4-BE49-F238E27FC236}">
                <a16:creationId xmlns:a16="http://schemas.microsoft.com/office/drawing/2014/main" id="{EE64A167-4F7B-3F5D-BE61-189D1468BD2C}"/>
              </a:ext>
            </a:extLst>
          </p:cNvPr>
          <p:cNvSpPr>
            <a:spLocks noChangeArrowheads="1"/>
          </p:cNvSpPr>
          <p:nvPr/>
        </p:nvSpPr>
        <p:spPr bwMode="auto">
          <a:xfrm flipV="1">
            <a:off x="200025" y="549275"/>
            <a:ext cx="9705975" cy="76200"/>
          </a:xfrm>
          <a:prstGeom prst="roundRect">
            <a:avLst>
              <a:gd name="adj" fmla="val 16667"/>
            </a:avLst>
          </a:prstGeom>
          <a:gradFill rotWithShape="1">
            <a:gsLst>
              <a:gs pos="0">
                <a:srgbClr val="3333FF"/>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lIns="91380" tIns="45690" rIns="91380" bIns="45690" anchor="ctr"/>
          <a:lstStyle>
            <a:lvl1pPr eaLnBrk="0" hangingPunct="0">
              <a:defRPr kumimoji="1" sz="1400" b="1">
                <a:solidFill>
                  <a:srgbClr val="000066"/>
                </a:solidFill>
                <a:latin typeface="Arial" charset="0"/>
                <a:ea typeface="ＭＳ Ｐゴシック" pitchFamily="50" charset="-128"/>
              </a:defRPr>
            </a:lvl1pPr>
            <a:lvl2pPr marL="742950" indent="-285750" eaLnBrk="0" hangingPunct="0">
              <a:defRPr kumimoji="1" sz="1400" b="1">
                <a:solidFill>
                  <a:srgbClr val="000066"/>
                </a:solidFill>
                <a:latin typeface="Arial" charset="0"/>
                <a:ea typeface="ＭＳ Ｐゴシック" pitchFamily="50" charset="-128"/>
              </a:defRPr>
            </a:lvl2pPr>
            <a:lvl3pPr marL="1143000" indent="-228600" eaLnBrk="0" hangingPunct="0">
              <a:defRPr kumimoji="1" sz="1400" b="1">
                <a:solidFill>
                  <a:srgbClr val="000066"/>
                </a:solidFill>
                <a:latin typeface="Arial" charset="0"/>
                <a:ea typeface="ＭＳ Ｐゴシック" pitchFamily="50" charset="-128"/>
              </a:defRPr>
            </a:lvl3pPr>
            <a:lvl4pPr marL="1600200" indent="-228600" eaLnBrk="0" hangingPunct="0">
              <a:defRPr kumimoji="1" sz="1400" b="1">
                <a:solidFill>
                  <a:srgbClr val="000066"/>
                </a:solidFill>
                <a:latin typeface="Arial" charset="0"/>
                <a:ea typeface="ＭＳ Ｐゴシック" pitchFamily="50" charset="-128"/>
              </a:defRPr>
            </a:lvl4pPr>
            <a:lvl5pPr marL="2057400" indent="-228600" eaLnBrk="0" hangingPunct="0">
              <a:defRPr kumimoji="1" sz="1400" b="1">
                <a:solidFill>
                  <a:srgbClr val="000066"/>
                </a:solidFill>
                <a:latin typeface="Arial" charset="0"/>
                <a:ea typeface="ＭＳ Ｐゴシック" pitchFamily="50" charset="-128"/>
              </a:defRPr>
            </a:lvl5pPr>
            <a:lvl6pPr marL="25146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6pPr>
            <a:lvl7pPr marL="29718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7pPr>
            <a:lvl8pPr marL="34290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8pPr>
            <a:lvl9pPr marL="38862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9pPr>
          </a:lstStyle>
          <a:p>
            <a:pPr eaLnBrk="1" hangingPunct="1">
              <a:defRPr/>
            </a:pPr>
            <a:endParaRPr lang="ja-JP" altLang="en-US" sz="1800" b="0">
              <a:solidFill>
                <a:srgbClr val="000000"/>
              </a:solidFill>
            </a:endParaRPr>
          </a:p>
        </p:txBody>
      </p:sp>
    </p:spTree>
  </p:cSld>
  <p:clrMap bg1="lt1" tx1="dk1" bg2="lt2" tx2="dk2" accent1="accent1" accent2="accent2" accent3="accent3" accent4="accent4" accent5="accent5" accent6="accent6" hlink="hlink" folHlink="folHlink"/>
  <p:sldLayoutIdLst>
    <p:sldLayoutId id="2147489124" r:id="rId1"/>
    <p:sldLayoutId id="2147489099" r:id="rId2"/>
    <p:sldLayoutId id="2147489100" r:id="rId3"/>
    <p:sldLayoutId id="2147489101" r:id="rId4"/>
    <p:sldLayoutId id="2147489102" r:id="rId5"/>
    <p:sldLayoutId id="2147489103" r:id="rId6"/>
    <p:sldLayoutId id="2147489104" r:id="rId7"/>
    <p:sldLayoutId id="2147489105" r:id="rId8"/>
    <p:sldLayoutId id="2147489106" r:id="rId9"/>
    <p:sldLayoutId id="2147489107" r:id="rId10"/>
    <p:sldLayoutId id="2147489108" r:id="rId11"/>
    <p:sldLayoutId id="2147489109" r:id="rId12"/>
    <p:sldLayoutId id="2147489125" r:id="rId13"/>
  </p:sldLayoutIdLst>
  <p:hf hdr="0" ftr="0" dt="0"/>
  <p:txStyles>
    <p:titleStyle>
      <a:lvl1pPr algn="l" rtl="0" eaLnBrk="0" fontAlgn="base" hangingPunct="0">
        <a:spcBef>
          <a:spcPct val="0"/>
        </a:spcBef>
        <a:spcAft>
          <a:spcPct val="0"/>
        </a:spcAft>
        <a:defRPr sz="2400" b="1">
          <a:solidFill>
            <a:srgbClr val="3333FF"/>
          </a:solidFill>
          <a:latin typeface="+mj-lt"/>
          <a:ea typeface="+mj-ea"/>
          <a:cs typeface="HG丸ｺﾞｼｯｸM-PRO" pitchFamily="50" charset="-128"/>
        </a:defRPr>
      </a:lvl1pPr>
      <a:lvl2pPr algn="l" rtl="0" eaLnBrk="0" fontAlgn="base" hangingPunct="0">
        <a:spcBef>
          <a:spcPct val="0"/>
        </a:spcBef>
        <a:spcAft>
          <a:spcPct val="0"/>
        </a:spcAft>
        <a:defRPr sz="2400" b="1">
          <a:solidFill>
            <a:srgbClr val="3333FF"/>
          </a:solidFill>
          <a:latin typeface="Arial" charset="0"/>
          <a:ea typeface="HG丸ｺﾞｼｯｸM-PRO" pitchFamily="49" charset="-128"/>
          <a:cs typeface="HG丸ｺﾞｼｯｸM-PRO" pitchFamily="50" charset="-128"/>
        </a:defRPr>
      </a:lvl2pPr>
      <a:lvl3pPr algn="l" rtl="0" eaLnBrk="0" fontAlgn="base" hangingPunct="0">
        <a:spcBef>
          <a:spcPct val="0"/>
        </a:spcBef>
        <a:spcAft>
          <a:spcPct val="0"/>
        </a:spcAft>
        <a:defRPr sz="2400" b="1">
          <a:solidFill>
            <a:srgbClr val="3333FF"/>
          </a:solidFill>
          <a:latin typeface="Arial" charset="0"/>
          <a:ea typeface="HG丸ｺﾞｼｯｸM-PRO" pitchFamily="49" charset="-128"/>
          <a:cs typeface="HG丸ｺﾞｼｯｸM-PRO" pitchFamily="50" charset="-128"/>
        </a:defRPr>
      </a:lvl3pPr>
      <a:lvl4pPr algn="l" rtl="0" eaLnBrk="0" fontAlgn="base" hangingPunct="0">
        <a:spcBef>
          <a:spcPct val="0"/>
        </a:spcBef>
        <a:spcAft>
          <a:spcPct val="0"/>
        </a:spcAft>
        <a:defRPr sz="2400" b="1">
          <a:solidFill>
            <a:srgbClr val="3333FF"/>
          </a:solidFill>
          <a:latin typeface="Arial" charset="0"/>
          <a:ea typeface="HG丸ｺﾞｼｯｸM-PRO" pitchFamily="49" charset="-128"/>
          <a:cs typeface="HG丸ｺﾞｼｯｸM-PRO" pitchFamily="50" charset="-128"/>
        </a:defRPr>
      </a:lvl4pPr>
      <a:lvl5pPr algn="l" rtl="0" eaLnBrk="0" fontAlgn="base" hangingPunct="0">
        <a:spcBef>
          <a:spcPct val="0"/>
        </a:spcBef>
        <a:spcAft>
          <a:spcPct val="0"/>
        </a:spcAft>
        <a:defRPr sz="2400" b="1">
          <a:solidFill>
            <a:srgbClr val="3333FF"/>
          </a:solidFill>
          <a:latin typeface="Arial" charset="0"/>
          <a:ea typeface="HG丸ｺﾞｼｯｸM-PRO" pitchFamily="49" charset="-128"/>
          <a:cs typeface="HG丸ｺﾞｼｯｸM-PRO" pitchFamily="50" charset="-128"/>
        </a:defRPr>
      </a:lvl5pPr>
      <a:lvl6pPr marL="456908" algn="l" rtl="0" fontAlgn="base">
        <a:spcBef>
          <a:spcPct val="0"/>
        </a:spcBef>
        <a:spcAft>
          <a:spcPct val="0"/>
        </a:spcAft>
        <a:defRPr sz="2400" b="1">
          <a:solidFill>
            <a:srgbClr val="3333FF"/>
          </a:solidFill>
          <a:latin typeface="Arial" charset="0"/>
          <a:ea typeface="HG丸ｺﾞｼｯｸM-PRO" pitchFamily="49" charset="-128"/>
        </a:defRPr>
      </a:lvl6pPr>
      <a:lvl7pPr marL="913815" algn="l" rtl="0" fontAlgn="base">
        <a:spcBef>
          <a:spcPct val="0"/>
        </a:spcBef>
        <a:spcAft>
          <a:spcPct val="0"/>
        </a:spcAft>
        <a:defRPr sz="2400" b="1">
          <a:solidFill>
            <a:srgbClr val="3333FF"/>
          </a:solidFill>
          <a:latin typeface="Arial" charset="0"/>
          <a:ea typeface="HG丸ｺﾞｼｯｸM-PRO" pitchFamily="49" charset="-128"/>
        </a:defRPr>
      </a:lvl7pPr>
      <a:lvl8pPr marL="1370724" algn="l" rtl="0" fontAlgn="base">
        <a:spcBef>
          <a:spcPct val="0"/>
        </a:spcBef>
        <a:spcAft>
          <a:spcPct val="0"/>
        </a:spcAft>
        <a:defRPr sz="2400" b="1">
          <a:solidFill>
            <a:srgbClr val="3333FF"/>
          </a:solidFill>
          <a:latin typeface="Arial" charset="0"/>
          <a:ea typeface="HG丸ｺﾞｼｯｸM-PRO" pitchFamily="49" charset="-128"/>
        </a:defRPr>
      </a:lvl8pPr>
      <a:lvl9pPr marL="1827630" algn="l" rtl="0" fontAlgn="base">
        <a:spcBef>
          <a:spcPct val="0"/>
        </a:spcBef>
        <a:spcAft>
          <a:spcPct val="0"/>
        </a:spcAft>
        <a:defRPr sz="2400" b="1">
          <a:solidFill>
            <a:srgbClr val="3333FF"/>
          </a:solidFill>
          <a:latin typeface="Arial" charset="0"/>
          <a:ea typeface="HG丸ｺﾞｼｯｸM-PRO" pitchFamily="49" charset="-128"/>
        </a:defRPr>
      </a:lvl9pPr>
    </p:titleStyle>
    <p:bodyStyle>
      <a:lvl1pPr marL="341313" indent="-341313" algn="l" rtl="0" eaLnBrk="0" fontAlgn="base" hangingPunct="0">
        <a:spcBef>
          <a:spcPct val="20000"/>
        </a:spcBef>
        <a:spcAft>
          <a:spcPct val="0"/>
        </a:spcAft>
        <a:buFont typeface="Wingdings" panose="05000000000000000000" pitchFamily="2" charset="2"/>
        <a:buChar char="n"/>
        <a:defRPr kumimoji="1" sz="2000">
          <a:solidFill>
            <a:schemeClr val="tx1"/>
          </a:solidFill>
          <a:latin typeface="+mn-lt"/>
          <a:ea typeface="+mn-ea"/>
          <a:cs typeface="HG丸ｺﾞｼｯｸM-PRO" pitchFamily="50" charset="-128"/>
        </a:defRPr>
      </a:lvl1pPr>
      <a:lvl2pPr marL="741363" indent="-284163" algn="l" rtl="0" eaLnBrk="0" fontAlgn="base" hangingPunct="0">
        <a:spcBef>
          <a:spcPct val="20000"/>
        </a:spcBef>
        <a:spcAft>
          <a:spcPct val="0"/>
        </a:spcAft>
        <a:buFont typeface="Wingdings" panose="05000000000000000000" pitchFamily="2" charset="2"/>
        <a:buChar char="Ø"/>
        <a:defRPr kumimoji="1" sz="1600">
          <a:solidFill>
            <a:schemeClr val="tx1"/>
          </a:solidFill>
          <a:latin typeface="+mn-lt"/>
          <a:ea typeface="+mn-ea"/>
          <a:cs typeface="HG丸ｺﾞｼｯｸM-PRO" pitchFamily="50" charset="-128"/>
        </a:defRPr>
      </a:lvl2pPr>
      <a:lvl3pPr marL="1141413" indent="-227013" algn="l" rtl="0" eaLnBrk="0" fontAlgn="base" hangingPunct="0">
        <a:spcBef>
          <a:spcPct val="20000"/>
        </a:spcBef>
        <a:spcAft>
          <a:spcPct val="0"/>
        </a:spcAft>
        <a:buChar char="•"/>
        <a:defRPr kumimoji="1" sz="1400">
          <a:solidFill>
            <a:schemeClr val="tx1"/>
          </a:solidFill>
          <a:latin typeface="+mj-lt"/>
          <a:ea typeface="ＭＳ Ｐゴシック" pitchFamily="50" charset="-128"/>
          <a:cs typeface="ＭＳ Ｐゴシック" pitchFamily="-112" charset="-128"/>
        </a:defRPr>
      </a:lvl3pPr>
      <a:lvl4pPr marL="1598613" indent="-227013" algn="l" rtl="0" eaLnBrk="0" fontAlgn="base" hangingPunct="0">
        <a:spcBef>
          <a:spcPct val="20000"/>
        </a:spcBef>
        <a:spcAft>
          <a:spcPct val="0"/>
        </a:spcAft>
        <a:buChar char="–"/>
        <a:defRPr kumimoji="1" sz="1200">
          <a:solidFill>
            <a:schemeClr val="tx1"/>
          </a:solidFill>
          <a:latin typeface="+mj-lt"/>
          <a:ea typeface="ＭＳ Ｐゴシック" pitchFamily="50" charset="-128"/>
        </a:defRPr>
      </a:lvl4pPr>
      <a:lvl5pPr marL="2055813" indent="-227013" algn="l" rtl="0" eaLnBrk="0" fontAlgn="base" hangingPunct="0">
        <a:spcBef>
          <a:spcPct val="20000"/>
        </a:spcBef>
        <a:spcAft>
          <a:spcPct val="0"/>
        </a:spcAft>
        <a:buChar char="»"/>
        <a:defRPr kumimoji="1" sz="2000">
          <a:solidFill>
            <a:schemeClr val="tx1"/>
          </a:solidFill>
          <a:latin typeface="+mj-lt"/>
          <a:ea typeface="ＭＳ Ｐゴシック" pitchFamily="50" charset="-128"/>
        </a:defRPr>
      </a:lvl5pPr>
      <a:lvl6pPr marL="2512992" indent="-228454" algn="l" rtl="0" fontAlgn="base">
        <a:spcBef>
          <a:spcPct val="20000"/>
        </a:spcBef>
        <a:spcAft>
          <a:spcPct val="0"/>
        </a:spcAft>
        <a:buChar char="»"/>
        <a:defRPr kumimoji="1" sz="2000">
          <a:solidFill>
            <a:schemeClr val="tx1"/>
          </a:solidFill>
          <a:latin typeface="+mj-lt"/>
          <a:ea typeface="ＭＳ Ｐゴシック" pitchFamily="50" charset="-128"/>
        </a:defRPr>
      </a:lvl6pPr>
      <a:lvl7pPr marL="2969899" indent="-228454" algn="l" rtl="0" fontAlgn="base">
        <a:spcBef>
          <a:spcPct val="20000"/>
        </a:spcBef>
        <a:spcAft>
          <a:spcPct val="0"/>
        </a:spcAft>
        <a:buChar char="»"/>
        <a:defRPr kumimoji="1" sz="2000">
          <a:solidFill>
            <a:schemeClr val="tx1"/>
          </a:solidFill>
          <a:latin typeface="+mj-lt"/>
          <a:ea typeface="ＭＳ Ｐゴシック" pitchFamily="50" charset="-128"/>
        </a:defRPr>
      </a:lvl7pPr>
      <a:lvl8pPr marL="3426805" indent="-228454" algn="l" rtl="0" fontAlgn="base">
        <a:spcBef>
          <a:spcPct val="20000"/>
        </a:spcBef>
        <a:spcAft>
          <a:spcPct val="0"/>
        </a:spcAft>
        <a:buChar char="»"/>
        <a:defRPr kumimoji="1" sz="2000">
          <a:solidFill>
            <a:schemeClr val="tx1"/>
          </a:solidFill>
          <a:latin typeface="+mj-lt"/>
          <a:ea typeface="ＭＳ Ｐゴシック" pitchFamily="50" charset="-128"/>
        </a:defRPr>
      </a:lvl8pPr>
      <a:lvl9pPr marL="3883715" indent="-228454" algn="l" rtl="0" fontAlgn="base">
        <a:spcBef>
          <a:spcPct val="20000"/>
        </a:spcBef>
        <a:spcAft>
          <a:spcPct val="0"/>
        </a:spcAft>
        <a:buChar char="»"/>
        <a:defRPr kumimoji="1" sz="2000">
          <a:solidFill>
            <a:schemeClr val="tx1"/>
          </a:solidFill>
          <a:latin typeface="+mj-lt"/>
          <a:ea typeface="ＭＳ Ｐゴシック" pitchFamily="50" charset="-128"/>
        </a:defRPr>
      </a:lvl9pPr>
    </p:bodyStyle>
    <p:otherStyle>
      <a:defPPr>
        <a:defRPr lang="ja-JP"/>
      </a:defPPr>
      <a:lvl1pPr marL="0" algn="l" defTabSz="913815" rtl="0" eaLnBrk="1" latinLnBrk="0" hangingPunct="1">
        <a:defRPr kumimoji="1" sz="1800" kern="1200">
          <a:solidFill>
            <a:schemeClr val="tx1"/>
          </a:solidFill>
          <a:latin typeface="+mn-lt"/>
          <a:ea typeface="+mn-ea"/>
          <a:cs typeface="+mn-cs"/>
        </a:defRPr>
      </a:lvl1pPr>
      <a:lvl2pPr marL="456908" algn="l" defTabSz="913815" rtl="0" eaLnBrk="1" latinLnBrk="0" hangingPunct="1">
        <a:defRPr kumimoji="1" sz="1800" kern="1200">
          <a:solidFill>
            <a:schemeClr val="tx1"/>
          </a:solidFill>
          <a:latin typeface="+mn-lt"/>
          <a:ea typeface="+mn-ea"/>
          <a:cs typeface="+mn-cs"/>
        </a:defRPr>
      </a:lvl2pPr>
      <a:lvl3pPr marL="913815" algn="l" defTabSz="913815" rtl="0" eaLnBrk="1" latinLnBrk="0" hangingPunct="1">
        <a:defRPr kumimoji="1" sz="1800" kern="1200">
          <a:solidFill>
            <a:schemeClr val="tx1"/>
          </a:solidFill>
          <a:latin typeface="+mn-lt"/>
          <a:ea typeface="+mn-ea"/>
          <a:cs typeface="+mn-cs"/>
        </a:defRPr>
      </a:lvl3pPr>
      <a:lvl4pPr marL="1370724" algn="l" defTabSz="913815" rtl="0" eaLnBrk="1" latinLnBrk="0" hangingPunct="1">
        <a:defRPr kumimoji="1" sz="1800" kern="1200">
          <a:solidFill>
            <a:schemeClr val="tx1"/>
          </a:solidFill>
          <a:latin typeface="+mn-lt"/>
          <a:ea typeface="+mn-ea"/>
          <a:cs typeface="+mn-cs"/>
        </a:defRPr>
      </a:lvl4pPr>
      <a:lvl5pPr marL="1827630" algn="l" defTabSz="913815" rtl="0" eaLnBrk="1" latinLnBrk="0" hangingPunct="1">
        <a:defRPr kumimoji="1" sz="1800" kern="1200">
          <a:solidFill>
            <a:schemeClr val="tx1"/>
          </a:solidFill>
          <a:latin typeface="+mn-lt"/>
          <a:ea typeface="+mn-ea"/>
          <a:cs typeface="+mn-cs"/>
        </a:defRPr>
      </a:lvl5pPr>
      <a:lvl6pPr marL="2284538" algn="l" defTabSz="913815" rtl="0" eaLnBrk="1" latinLnBrk="0" hangingPunct="1">
        <a:defRPr kumimoji="1" sz="1800" kern="1200">
          <a:solidFill>
            <a:schemeClr val="tx1"/>
          </a:solidFill>
          <a:latin typeface="+mn-lt"/>
          <a:ea typeface="+mn-ea"/>
          <a:cs typeface="+mn-cs"/>
        </a:defRPr>
      </a:lvl6pPr>
      <a:lvl7pPr marL="2741445" algn="l" defTabSz="913815" rtl="0" eaLnBrk="1" latinLnBrk="0" hangingPunct="1">
        <a:defRPr kumimoji="1" sz="1800" kern="1200">
          <a:solidFill>
            <a:schemeClr val="tx1"/>
          </a:solidFill>
          <a:latin typeface="+mn-lt"/>
          <a:ea typeface="+mn-ea"/>
          <a:cs typeface="+mn-cs"/>
        </a:defRPr>
      </a:lvl7pPr>
      <a:lvl8pPr marL="3198355" algn="l" defTabSz="913815" rtl="0" eaLnBrk="1" latinLnBrk="0" hangingPunct="1">
        <a:defRPr kumimoji="1" sz="1800" kern="1200">
          <a:solidFill>
            <a:schemeClr val="tx1"/>
          </a:solidFill>
          <a:latin typeface="+mn-lt"/>
          <a:ea typeface="+mn-ea"/>
          <a:cs typeface="+mn-cs"/>
        </a:defRPr>
      </a:lvl8pPr>
      <a:lvl9pPr marL="3655260" algn="l" defTabSz="913815" rtl="0" eaLnBrk="1" latinLnBrk="0" hangingPunct="1">
        <a:defRPr kumimoji="1"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15DDDA28-25EA-E742-7884-2B7BA9CEC2F7}"/>
              </a:ext>
            </a:extLst>
          </p:cNvPr>
          <p:cNvSpPr>
            <a:spLocks noGrp="1" noChangeArrowheads="1"/>
          </p:cNvSpPr>
          <p:nvPr>
            <p:ph type="title"/>
          </p:nvPr>
        </p:nvSpPr>
        <p:spPr bwMode="auto">
          <a:xfrm>
            <a:off x="200025" y="115888"/>
            <a:ext cx="792162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0" tIns="45690" rIns="91380" bIns="45690" numCol="1" anchor="ctr" anchorCtr="0" compatLnSpc="1">
            <a:prstTxWarp prst="textNoShape">
              <a:avLst/>
            </a:prstTxWarp>
          </a:bodyPr>
          <a:lstStyle/>
          <a:p>
            <a:pPr lvl="0"/>
            <a:r>
              <a:rPr lang="ja-JP" altLang="en-US"/>
              <a:t>１．タイトル　</a:t>
            </a:r>
          </a:p>
        </p:txBody>
      </p:sp>
      <p:sp>
        <p:nvSpPr>
          <p:cNvPr id="1030" name="Rectangle 6">
            <a:extLst>
              <a:ext uri="{FF2B5EF4-FFF2-40B4-BE49-F238E27FC236}">
                <a16:creationId xmlns:a16="http://schemas.microsoft.com/office/drawing/2014/main" id="{2CFEE60B-B185-3703-3F3B-8A96633CC78F}"/>
              </a:ext>
            </a:extLst>
          </p:cNvPr>
          <p:cNvSpPr>
            <a:spLocks noGrp="1" noChangeArrowheads="1"/>
          </p:cNvSpPr>
          <p:nvPr>
            <p:ph type="sldNum" sz="quarter" idx="4"/>
          </p:nvPr>
        </p:nvSpPr>
        <p:spPr bwMode="auto">
          <a:xfrm>
            <a:off x="7610475" y="6553200"/>
            <a:ext cx="2311400" cy="476250"/>
          </a:xfrm>
          <a:prstGeom prst="rect">
            <a:avLst/>
          </a:prstGeom>
          <a:noFill/>
          <a:ln w="9525">
            <a:noFill/>
            <a:miter lim="800000"/>
            <a:headEnd/>
            <a:tailEnd/>
          </a:ln>
          <a:effectLst/>
        </p:spPr>
        <p:txBody>
          <a:bodyPr vert="horz" wrap="square" lIns="91380" tIns="45690" rIns="91380" bIns="45690" numCol="1" anchor="t" anchorCtr="0" compatLnSpc="1">
            <a:prstTxWarp prst="textNoShape">
              <a:avLst/>
            </a:prstTxWarp>
          </a:bodyPr>
          <a:lstStyle>
            <a:lvl1pPr algn="r">
              <a:defRPr b="0">
                <a:solidFill>
                  <a:srgbClr val="000000"/>
                </a:solidFill>
              </a:defRPr>
            </a:lvl1pPr>
          </a:lstStyle>
          <a:p>
            <a:fld id="{BA19940B-0639-4E50-A1BA-B378DDFE2B37}" type="slidenum">
              <a:rPr lang="en-US" altLang="ja-JP"/>
              <a:pPr/>
              <a:t>‹#›</a:t>
            </a:fld>
            <a:endParaRPr lang="en-US" altLang="ja-JP"/>
          </a:p>
        </p:txBody>
      </p:sp>
      <p:sp>
        <p:nvSpPr>
          <p:cNvPr id="6148" name="Rectangle 25">
            <a:extLst>
              <a:ext uri="{FF2B5EF4-FFF2-40B4-BE49-F238E27FC236}">
                <a16:creationId xmlns:a16="http://schemas.microsoft.com/office/drawing/2014/main" id="{91C69F2B-1DB2-51AE-3AD3-5639BDEF70C8}"/>
              </a:ext>
            </a:extLst>
          </p:cNvPr>
          <p:cNvSpPr>
            <a:spLocks noGrp="1" noChangeArrowheads="1"/>
          </p:cNvSpPr>
          <p:nvPr>
            <p:ph type="body" idx="1"/>
          </p:nvPr>
        </p:nvSpPr>
        <p:spPr bwMode="auto">
          <a:xfrm>
            <a:off x="271463" y="836613"/>
            <a:ext cx="9363075"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380" tIns="45690" rIns="91380" bIns="45690" numCol="1" anchor="t" anchorCtr="0" compatLnSpc="1">
            <a:prstTxWarp prst="textNoShape">
              <a:avLst/>
            </a:prstTxWarp>
          </a:bodyPr>
          <a:lstStyle/>
          <a:p>
            <a:pPr lvl="0"/>
            <a:r>
              <a:rPr lang="ja-JP" altLang="en-US"/>
              <a:t>第１レベル　（１６～１８Ｐ）</a:t>
            </a:r>
          </a:p>
          <a:p>
            <a:pPr lvl="1"/>
            <a:r>
              <a:rPr lang="ja-JP" altLang="en-US"/>
              <a:t>第 </a:t>
            </a:r>
            <a:r>
              <a:rPr lang="en-US" altLang="ja-JP"/>
              <a:t>2 </a:t>
            </a:r>
            <a:r>
              <a:rPr lang="ja-JP" altLang="en-US"/>
              <a:t>レベル　　（１６Ｐ）</a:t>
            </a:r>
          </a:p>
          <a:p>
            <a:pPr lvl="2"/>
            <a:r>
              <a:rPr lang="ja-JP" altLang="en-US"/>
              <a:t>第３レベル　　　　　　（１４Ｐ～１６Ｐ）</a:t>
            </a:r>
          </a:p>
        </p:txBody>
      </p:sp>
      <p:sp>
        <p:nvSpPr>
          <p:cNvPr id="6149" name="AutoShape 31">
            <a:extLst>
              <a:ext uri="{FF2B5EF4-FFF2-40B4-BE49-F238E27FC236}">
                <a16:creationId xmlns:a16="http://schemas.microsoft.com/office/drawing/2014/main" id="{62DE7350-F8D5-3D5C-0E15-0C4404FBF290}"/>
              </a:ext>
            </a:extLst>
          </p:cNvPr>
          <p:cNvSpPr>
            <a:spLocks noChangeArrowheads="1"/>
          </p:cNvSpPr>
          <p:nvPr/>
        </p:nvSpPr>
        <p:spPr bwMode="auto">
          <a:xfrm flipV="1">
            <a:off x="200025" y="549275"/>
            <a:ext cx="9705975" cy="76200"/>
          </a:xfrm>
          <a:prstGeom prst="roundRect">
            <a:avLst>
              <a:gd name="adj" fmla="val 16667"/>
            </a:avLst>
          </a:prstGeom>
          <a:gradFill rotWithShape="1">
            <a:gsLst>
              <a:gs pos="0">
                <a:srgbClr val="3333FF"/>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lIns="91380" tIns="45690" rIns="91380" bIns="45690" anchor="ctr"/>
          <a:lstStyle>
            <a:lvl1pPr eaLnBrk="0" hangingPunct="0">
              <a:defRPr kumimoji="1" sz="1400" b="1">
                <a:solidFill>
                  <a:srgbClr val="000066"/>
                </a:solidFill>
                <a:latin typeface="Arial" charset="0"/>
                <a:ea typeface="ＭＳ Ｐゴシック" pitchFamily="50" charset="-128"/>
              </a:defRPr>
            </a:lvl1pPr>
            <a:lvl2pPr marL="742950" indent="-285750" eaLnBrk="0" hangingPunct="0">
              <a:defRPr kumimoji="1" sz="1400" b="1">
                <a:solidFill>
                  <a:srgbClr val="000066"/>
                </a:solidFill>
                <a:latin typeface="Arial" charset="0"/>
                <a:ea typeface="ＭＳ Ｐゴシック" pitchFamily="50" charset="-128"/>
              </a:defRPr>
            </a:lvl2pPr>
            <a:lvl3pPr marL="1143000" indent="-228600" eaLnBrk="0" hangingPunct="0">
              <a:defRPr kumimoji="1" sz="1400" b="1">
                <a:solidFill>
                  <a:srgbClr val="000066"/>
                </a:solidFill>
                <a:latin typeface="Arial" charset="0"/>
                <a:ea typeface="ＭＳ Ｐゴシック" pitchFamily="50" charset="-128"/>
              </a:defRPr>
            </a:lvl3pPr>
            <a:lvl4pPr marL="1600200" indent="-228600" eaLnBrk="0" hangingPunct="0">
              <a:defRPr kumimoji="1" sz="1400" b="1">
                <a:solidFill>
                  <a:srgbClr val="000066"/>
                </a:solidFill>
                <a:latin typeface="Arial" charset="0"/>
                <a:ea typeface="ＭＳ Ｐゴシック" pitchFamily="50" charset="-128"/>
              </a:defRPr>
            </a:lvl4pPr>
            <a:lvl5pPr marL="2057400" indent="-228600" eaLnBrk="0" hangingPunct="0">
              <a:defRPr kumimoji="1" sz="1400" b="1">
                <a:solidFill>
                  <a:srgbClr val="000066"/>
                </a:solidFill>
                <a:latin typeface="Arial" charset="0"/>
                <a:ea typeface="ＭＳ Ｐゴシック" pitchFamily="50" charset="-128"/>
              </a:defRPr>
            </a:lvl5pPr>
            <a:lvl6pPr marL="25146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6pPr>
            <a:lvl7pPr marL="29718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7pPr>
            <a:lvl8pPr marL="34290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8pPr>
            <a:lvl9pPr marL="38862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9pPr>
          </a:lstStyle>
          <a:p>
            <a:pPr eaLnBrk="1" hangingPunct="1">
              <a:defRPr/>
            </a:pPr>
            <a:endParaRPr lang="ja-JP" altLang="en-US" sz="1800" b="0">
              <a:solidFill>
                <a:srgbClr val="000000"/>
              </a:solidFill>
            </a:endParaRPr>
          </a:p>
        </p:txBody>
      </p:sp>
    </p:spTree>
  </p:cSld>
  <p:clrMap bg1="lt1" tx1="dk1" bg2="lt2" tx2="dk2" accent1="accent1" accent2="accent2" accent3="accent3" accent4="accent4" accent5="accent5" accent6="accent6" hlink="hlink" folHlink="folHlink"/>
  <p:sldLayoutIdLst>
    <p:sldLayoutId id="2147489126" r:id="rId1"/>
    <p:sldLayoutId id="2147489110" r:id="rId2"/>
    <p:sldLayoutId id="2147489111" r:id="rId3"/>
    <p:sldLayoutId id="2147489112" r:id="rId4"/>
    <p:sldLayoutId id="2147489113" r:id="rId5"/>
    <p:sldLayoutId id="2147489114" r:id="rId6"/>
    <p:sldLayoutId id="2147489115" r:id="rId7"/>
    <p:sldLayoutId id="2147489116" r:id="rId8"/>
    <p:sldLayoutId id="2147489117" r:id="rId9"/>
    <p:sldLayoutId id="2147489118" r:id="rId10"/>
    <p:sldLayoutId id="2147489119" r:id="rId11"/>
    <p:sldLayoutId id="2147489120" r:id="rId12"/>
  </p:sldLayoutIdLst>
  <p:hf hdr="0" ftr="0" dt="0"/>
  <p:txStyles>
    <p:titleStyle>
      <a:lvl1pPr algn="l" rtl="0" eaLnBrk="0" fontAlgn="base" hangingPunct="0">
        <a:spcBef>
          <a:spcPct val="0"/>
        </a:spcBef>
        <a:spcAft>
          <a:spcPct val="0"/>
        </a:spcAft>
        <a:defRPr sz="2400" b="1">
          <a:solidFill>
            <a:srgbClr val="3333FF"/>
          </a:solidFill>
          <a:latin typeface="+mj-lt"/>
          <a:ea typeface="+mj-ea"/>
          <a:cs typeface="HG丸ｺﾞｼｯｸM-PRO" pitchFamily="50" charset="-128"/>
        </a:defRPr>
      </a:lvl1pPr>
      <a:lvl2pPr algn="l" rtl="0" eaLnBrk="0" fontAlgn="base" hangingPunct="0">
        <a:spcBef>
          <a:spcPct val="0"/>
        </a:spcBef>
        <a:spcAft>
          <a:spcPct val="0"/>
        </a:spcAft>
        <a:defRPr sz="2400" b="1">
          <a:solidFill>
            <a:srgbClr val="3333FF"/>
          </a:solidFill>
          <a:latin typeface="Arial" charset="0"/>
          <a:ea typeface="HG丸ｺﾞｼｯｸM-PRO" pitchFamily="49" charset="-128"/>
          <a:cs typeface="HG丸ｺﾞｼｯｸM-PRO" pitchFamily="50" charset="-128"/>
        </a:defRPr>
      </a:lvl2pPr>
      <a:lvl3pPr algn="l" rtl="0" eaLnBrk="0" fontAlgn="base" hangingPunct="0">
        <a:spcBef>
          <a:spcPct val="0"/>
        </a:spcBef>
        <a:spcAft>
          <a:spcPct val="0"/>
        </a:spcAft>
        <a:defRPr sz="2400" b="1">
          <a:solidFill>
            <a:srgbClr val="3333FF"/>
          </a:solidFill>
          <a:latin typeface="Arial" charset="0"/>
          <a:ea typeface="HG丸ｺﾞｼｯｸM-PRO" pitchFamily="49" charset="-128"/>
          <a:cs typeface="HG丸ｺﾞｼｯｸM-PRO" pitchFamily="50" charset="-128"/>
        </a:defRPr>
      </a:lvl3pPr>
      <a:lvl4pPr algn="l" rtl="0" eaLnBrk="0" fontAlgn="base" hangingPunct="0">
        <a:spcBef>
          <a:spcPct val="0"/>
        </a:spcBef>
        <a:spcAft>
          <a:spcPct val="0"/>
        </a:spcAft>
        <a:defRPr sz="2400" b="1">
          <a:solidFill>
            <a:srgbClr val="3333FF"/>
          </a:solidFill>
          <a:latin typeface="Arial" charset="0"/>
          <a:ea typeface="HG丸ｺﾞｼｯｸM-PRO" pitchFamily="49" charset="-128"/>
          <a:cs typeface="HG丸ｺﾞｼｯｸM-PRO" pitchFamily="50" charset="-128"/>
        </a:defRPr>
      </a:lvl4pPr>
      <a:lvl5pPr algn="l" rtl="0" eaLnBrk="0" fontAlgn="base" hangingPunct="0">
        <a:spcBef>
          <a:spcPct val="0"/>
        </a:spcBef>
        <a:spcAft>
          <a:spcPct val="0"/>
        </a:spcAft>
        <a:defRPr sz="2400" b="1">
          <a:solidFill>
            <a:srgbClr val="3333FF"/>
          </a:solidFill>
          <a:latin typeface="Arial" charset="0"/>
          <a:ea typeface="HG丸ｺﾞｼｯｸM-PRO" pitchFamily="49" charset="-128"/>
          <a:cs typeface="HG丸ｺﾞｼｯｸM-PRO" pitchFamily="50" charset="-128"/>
        </a:defRPr>
      </a:lvl5pPr>
      <a:lvl6pPr marL="456908" algn="l" rtl="0" fontAlgn="base">
        <a:spcBef>
          <a:spcPct val="0"/>
        </a:spcBef>
        <a:spcAft>
          <a:spcPct val="0"/>
        </a:spcAft>
        <a:defRPr sz="2400" b="1">
          <a:solidFill>
            <a:srgbClr val="3333FF"/>
          </a:solidFill>
          <a:latin typeface="Arial" charset="0"/>
          <a:ea typeface="HG丸ｺﾞｼｯｸM-PRO" pitchFamily="49" charset="-128"/>
        </a:defRPr>
      </a:lvl6pPr>
      <a:lvl7pPr marL="913815" algn="l" rtl="0" fontAlgn="base">
        <a:spcBef>
          <a:spcPct val="0"/>
        </a:spcBef>
        <a:spcAft>
          <a:spcPct val="0"/>
        </a:spcAft>
        <a:defRPr sz="2400" b="1">
          <a:solidFill>
            <a:srgbClr val="3333FF"/>
          </a:solidFill>
          <a:latin typeface="Arial" charset="0"/>
          <a:ea typeface="HG丸ｺﾞｼｯｸM-PRO" pitchFamily="49" charset="-128"/>
        </a:defRPr>
      </a:lvl7pPr>
      <a:lvl8pPr marL="1370724" algn="l" rtl="0" fontAlgn="base">
        <a:spcBef>
          <a:spcPct val="0"/>
        </a:spcBef>
        <a:spcAft>
          <a:spcPct val="0"/>
        </a:spcAft>
        <a:defRPr sz="2400" b="1">
          <a:solidFill>
            <a:srgbClr val="3333FF"/>
          </a:solidFill>
          <a:latin typeface="Arial" charset="0"/>
          <a:ea typeface="HG丸ｺﾞｼｯｸM-PRO" pitchFamily="49" charset="-128"/>
        </a:defRPr>
      </a:lvl8pPr>
      <a:lvl9pPr marL="1827630" algn="l" rtl="0" fontAlgn="base">
        <a:spcBef>
          <a:spcPct val="0"/>
        </a:spcBef>
        <a:spcAft>
          <a:spcPct val="0"/>
        </a:spcAft>
        <a:defRPr sz="2400" b="1">
          <a:solidFill>
            <a:srgbClr val="3333FF"/>
          </a:solidFill>
          <a:latin typeface="Arial" charset="0"/>
          <a:ea typeface="HG丸ｺﾞｼｯｸM-PRO" pitchFamily="49" charset="-128"/>
        </a:defRPr>
      </a:lvl9pPr>
    </p:titleStyle>
    <p:bodyStyle>
      <a:lvl1pPr marL="341313" indent="-341313" algn="l" rtl="0" eaLnBrk="0" fontAlgn="base" hangingPunct="0">
        <a:spcBef>
          <a:spcPct val="20000"/>
        </a:spcBef>
        <a:spcAft>
          <a:spcPct val="0"/>
        </a:spcAft>
        <a:buFont typeface="Wingdings" panose="05000000000000000000" pitchFamily="2" charset="2"/>
        <a:buChar char="n"/>
        <a:defRPr kumimoji="1" sz="2000">
          <a:solidFill>
            <a:schemeClr val="tx1"/>
          </a:solidFill>
          <a:latin typeface="+mn-lt"/>
          <a:ea typeface="+mn-ea"/>
          <a:cs typeface="HG丸ｺﾞｼｯｸM-PRO" pitchFamily="50" charset="-128"/>
        </a:defRPr>
      </a:lvl1pPr>
      <a:lvl2pPr marL="741363" indent="-284163" algn="l" rtl="0" eaLnBrk="0" fontAlgn="base" hangingPunct="0">
        <a:spcBef>
          <a:spcPct val="20000"/>
        </a:spcBef>
        <a:spcAft>
          <a:spcPct val="0"/>
        </a:spcAft>
        <a:buFont typeface="Wingdings" panose="05000000000000000000" pitchFamily="2" charset="2"/>
        <a:buChar char="Ø"/>
        <a:defRPr kumimoji="1" sz="1600">
          <a:solidFill>
            <a:schemeClr val="tx1"/>
          </a:solidFill>
          <a:latin typeface="+mn-lt"/>
          <a:ea typeface="+mn-ea"/>
          <a:cs typeface="HG丸ｺﾞｼｯｸM-PRO" pitchFamily="50" charset="-128"/>
        </a:defRPr>
      </a:lvl2pPr>
      <a:lvl3pPr marL="1141413" indent="-227013" algn="l" rtl="0" eaLnBrk="0" fontAlgn="base" hangingPunct="0">
        <a:spcBef>
          <a:spcPct val="20000"/>
        </a:spcBef>
        <a:spcAft>
          <a:spcPct val="0"/>
        </a:spcAft>
        <a:buChar char="•"/>
        <a:defRPr kumimoji="1" sz="1400">
          <a:solidFill>
            <a:schemeClr val="tx1"/>
          </a:solidFill>
          <a:latin typeface="+mj-lt"/>
          <a:ea typeface="ＭＳ Ｐゴシック" pitchFamily="50" charset="-128"/>
          <a:cs typeface="ＭＳ Ｐゴシック" pitchFamily="-112" charset="-128"/>
        </a:defRPr>
      </a:lvl3pPr>
      <a:lvl4pPr marL="1598613" indent="-227013" algn="l" rtl="0" eaLnBrk="0" fontAlgn="base" hangingPunct="0">
        <a:spcBef>
          <a:spcPct val="20000"/>
        </a:spcBef>
        <a:spcAft>
          <a:spcPct val="0"/>
        </a:spcAft>
        <a:buChar char="–"/>
        <a:defRPr kumimoji="1" sz="1200">
          <a:solidFill>
            <a:schemeClr val="tx1"/>
          </a:solidFill>
          <a:latin typeface="+mj-lt"/>
          <a:ea typeface="ＭＳ Ｐゴシック" pitchFamily="50" charset="-128"/>
        </a:defRPr>
      </a:lvl4pPr>
      <a:lvl5pPr marL="2055813" indent="-227013" algn="l" rtl="0" eaLnBrk="0" fontAlgn="base" hangingPunct="0">
        <a:spcBef>
          <a:spcPct val="20000"/>
        </a:spcBef>
        <a:spcAft>
          <a:spcPct val="0"/>
        </a:spcAft>
        <a:buChar char="»"/>
        <a:defRPr kumimoji="1" sz="2000">
          <a:solidFill>
            <a:schemeClr val="tx1"/>
          </a:solidFill>
          <a:latin typeface="+mj-lt"/>
          <a:ea typeface="ＭＳ Ｐゴシック" pitchFamily="50" charset="-128"/>
        </a:defRPr>
      </a:lvl5pPr>
      <a:lvl6pPr marL="2512992" indent="-228454" algn="l" rtl="0" fontAlgn="base">
        <a:spcBef>
          <a:spcPct val="20000"/>
        </a:spcBef>
        <a:spcAft>
          <a:spcPct val="0"/>
        </a:spcAft>
        <a:buChar char="»"/>
        <a:defRPr kumimoji="1" sz="2000">
          <a:solidFill>
            <a:schemeClr val="tx1"/>
          </a:solidFill>
          <a:latin typeface="+mj-lt"/>
          <a:ea typeface="ＭＳ Ｐゴシック" pitchFamily="50" charset="-128"/>
        </a:defRPr>
      </a:lvl6pPr>
      <a:lvl7pPr marL="2969899" indent="-228454" algn="l" rtl="0" fontAlgn="base">
        <a:spcBef>
          <a:spcPct val="20000"/>
        </a:spcBef>
        <a:spcAft>
          <a:spcPct val="0"/>
        </a:spcAft>
        <a:buChar char="»"/>
        <a:defRPr kumimoji="1" sz="2000">
          <a:solidFill>
            <a:schemeClr val="tx1"/>
          </a:solidFill>
          <a:latin typeface="+mj-lt"/>
          <a:ea typeface="ＭＳ Ｐゴシック" pitchFamily="50" charset="-128"/>
        </a:defRPr>
      </a:lvl7pPr>
      <a:lvl8pPr marL="3426805" indent="-228454" algn="l" rtl="0" fontAlgn="base">
        <a:spcBef>
          <a:spcPct val="20000"/>
        </a:spcBef>
        <a:spcAft>
          <a:spcPct val="0"/>
        </a:spcAft>
        <a:buChar char="»"/>
        <a:defRPr kumimoji="1" sz="2000">
          <a:solidFill>
            <a:schemeClr val="tx1"/>
          </a:solidFill>
          <a:latin typeface="+mj-lt"/>
          <a:ea typeface="ＭＳ Ｐゴシック" pitchFamily="50" charset="-128"/>
        </a:defRPr>
      </a:lvl8pPr>
      <a:lvl9pPr marL="3883715" indent="-228454" algn="l" rtl="0" fontAlgn="base">
        <a:spcBef>
          <a:spcPct val="20000"/>
        </a:spcBef>
        <a:spcAft>
          <a:spcPct val="0"/>
        </a:spcAft>
        <a:buChar char="»"/>
        <a:defRPr kumimoji="1" sz="2000">
          <a:solidFill>
            <a:schemeClr val="tx1"/>
          </a:solidFill>
          <a:latin typeface="+mj-lt"/>
          <a:ea typeface="ＭＳ Ｐゴシック" pitchFamily="50" charset="-128"/>
        </a:defRPr>
      </a:lvl9pPr>
    </p:bodyStyle>
    <p:otherStyle>
      <a:defPPr>
        <a:defRPr lang="ja-JP"/>
      </a:defPPr>
      <a:lvl1pPr marL="0" algn="l" defTabSz="913815" rtl="0" eaLnBrk="1" latinLnBrk="0" hangingPunct="1">
        <a:defRPr kumimoji="1" sz="1800" kern="1200">
          <a:solidFill>
            <a:schemeClr val="tx1"/>
          </a:solidFill>
          <a:latin typeface="+mn-lt"/>
          <a:ea typeface="+mn-ea"/>
          <a:cs typeface="+mn-cs"/>
        </a:defRPr>
      </a:lvl1pPr>
      <a:lvl2pPr marL="456908" algn="l" defTabSz="913815" rtl="0" eaLnBrk="1" latinLnBrk="0" hangingPunct="1">
        <a:defRPr kumimoji="1" sz="1800" kern="1200">
          <a:solidFill>
            <a:schemeClr val="tx1"/>
          </a:solidFill>
          <a:latin typeface="+mn-lt"/>
          <a:ea typeface="+mn-ea"/>
          <a:cs typeface="+mn-cs"/>
        </a:defRPr>
      </a:lvl2pPr>
      <a:lvl3pPr marL="913815" algn="l" defTabSz="913815" rtl="0" eaLnBrk="1" latinLnBrk="0" hangingPunct="1">
        <a:defRPr kumimoji="1" sz="1800" kern="1200">
          <a:solidFill>
            <a:schemeClr val="tx1"/>
          </a:solidFill>
          <a:latin typeface="+mn-lt"/>
          <a:ea typeface="+mn-ea"/>
          <a:cs typeface="+mn-cs"/>
        </a:defRPr>
      </a:lvl3pPr>
      <a:lvl4pPr marL="1370724" algn="l" defTabSz="913815" rtl="0" eaLnBrk="1" latinLnBrk="0" hangingPunct="1">
        <a:defRPr kumimoji="1" sz="1800" kern="1200">
          <a:solidFill>
            <a:schemeClr val="tx1"/>
          </a:solidFill>
          <a:latin typeface="+mn-lt"/>
          <a:ea typeface="+mn-ea"/>
          <a:cs typeface="+mn-cs"/>
        </a:defRPr>
      </a:lvl4pPr>
      <a:lvl5pPr marL="1827630" algn="l" defTabSz="913815" rtl="0" eaLnBrk="1" latinLnBrk="0" hangingPunct="1">
        <a:defRPr kumimoji="1" sz="1800" kern="1200">
          <a:solidFill>
            <a:schemeClr val="tx1"/>
          </a:solidFill>
          <a:latin typeface="+mn-lt"/>
          <a:ea typeface="+mn-ea"/>
          <a:cs typeface="+mn-cs"/>
        </a:defRPr>
      </a:lvl5pPr>
      <a:lvl6pPr marL="2284538" algn="l" defTabSz="913815" rtl="0" eaLnBrk="1" latinLnBrk="0" hangingPunct="1">
        <a:defRPr kumimoji="1" sz="1800" kern="1200">
          <a:solidFill>
            <a:schemeClr val="tx1"/>
          </a:solidFill>
          <a:latin typeface="+mn-lt"/>
          <a:ea typeface="+mn-ea"/>
          <a:cs typeface="+mn-cs"/>
        </a:defRPr>
      </a:lvl6pPr>
      <a:lvl7pPr marL="2741445" algn="l" defTabSz="913815" rtl="0" eaLnBrk="1" latinLnBrk="0" hangingPunct="1">
        <a:defRPr kumimoji="1" sz="1800" kern="1200">
          <a:solidFill>
            <a:schemeClr val="tx1"/>
          </a:solidFill>
          <a:latin typeface="+mn-lt"/>
          <a:ea typeface="+mn-ea"/>
          <a:cs typeface="+mn-cs"/>
        </a:defRPr>
      </a:lvl7pPr>
      <a:lvl8pPr marL="3198355" algn="l" defTabSz="913815" rtl="0" eaLnBrk="1" latinLnBrk="0" hangingPunct="1">
        <a:defRPr kumimoji="1" sz="1800" kern="1200">
          <a:solidFill>
            <a:schemeClr val="tx1"/>
          </a:solidFill>
          <a:latin typeface="+mn-lt"/>
          <a:ea typeface="+mn-ea"/>
          <a:cs typeface="+mn-cs"/>
        </a:defRPr>
      </a:lvl8pPr>
      <a:lvl9pPr marL="3655260" algn="l" defTabSz="913815" rtl="0" eaLnBrk="1" latinLnBrk="0" hangingPunct="1">
        <a:defRPr kumimoji="1"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257DFF72-D7D2-158A-ED86-7D515AFF12DE}"/>
              </a:ext>
            </a:extLst>
          </p:cNvPr>
          <p:cNvSpPr>
            <a:spLocks noGrp="1" noChangeArrowheads="1"/>
          </p:cNvSpPr>
          <p:nvPr>
            <p:ph type="title"/>
          </p:nvPr>
        </p:nvSpPr>
        <p:spPr bwMode="auto">
          <a:xfrm>
            <a:off x="200025" y="115888"/>
            <a:ext cx="792162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7" tIns="45704" rIns="91407" bIns="45704" numCol="1" anchor="ctr" anchorCtr="0" compatLnSpc="1">
            <a:prstTxWarp prst="textNoShape">
              <a:avLst/>
            </a:prstTxWarp>
          </a:bodyPr>
          <a:lstStyle/>
          <a:p>
            <a:pPr lvl="0"/>
            <a:r>
              <a:rPr lang="ja-JP" altLang="en-US"/>
              <a:t>１．タイトル　</a:t>
            </a:r>
          </a:p>
        </p:txBody>
      </p:sp>
      <p:sp>
        <p:nvSpPr>
          <p:cNvPr id="196611" name="Rectangle 3">
            <a:extLst>
              <a:ext uri="{FF2B5EF4-FFF2-40B4-BE49-F238E27FC236}">
                <a16:creationId xmlns:a16="http://schemas.microsoft.com/office/drawing/2014/main" id="{3A11B8A6-CB81-E7F9-E58A-C395F0C13454}"/>
              </a:ext>
            </a:extLst>
          </p:cNvPr>
          <p:cNvSpPr>
            <a:spLocks noGrp="1" noChangeArrowheads="1"/>
          </p:cNvSpPr>
          <p:nvPr>
            <p:ph type="sldNum" sz="quarter" idx="4"/>
          </p:nvPr>
        </p:nvSpPr>
        <p:spPr bwMode="auto">
          <a:xfrm>
            <a:off x="7610475" y="6553200"/>
            <a:ext cx="2311400" cy="476250"/>
          </a:xfrm>
          <a:prstGeom prst="rect">
            <a:avLst/>
          </a:prstGeom>
          <a:noFill/>
          <a:ln w="9525">
            <a:noFill/>
            <a:miter lim="800000"/>
            <a:headEnd/>
            <a:tailEnd/>
          </a:ln>
          <a:effectLst/>
        </p:spPr>
        <p:txBody>
          <a:bodyPr vert="horz" wrap="square" lIns="91407" tIns="45704" rIns="91407" bIns="45704" numCol="1" anchor="t" anchorCtr="0" compatLnSpc="1">
            <a:prstTxWarp prst="textNoShape">
              <a:avLst/>
            </a:prstTxWarp>
          </a:bodyPr>
          <a:lstStyle>
            <a:lvl1pPr algn="r">
              <a:defRPr b="0">
                <a:solidFill>
                  <a:srgbClr val="000000"/>
                </a:solidFill>
              </a:defRPr>
            </a:lvl1pPr>
          </a:lstStyle>
          <a:p>
            <a:fld id="{E118C8C4-621A-4801-BA8A-925EA441BDD4}" type="slidenum">
              <a:rPr lang="en-US" altLang="ja-JP"/>
              <a:pPr/>
              <a:t>‹#›</a:t>
            </a:fld>
            <a:endParaRPr lang="en-US" altLang="ja-JP"/>
          </a:p>
        </p:txBody>
      </p:sp>
      <p:sp>
        <p:nvSpPr>
          <p:cNvPr id="7172" name="Rectangle 4">
            <a:extLst>
              <a:ext uri="{FF2B5EF4-FFF2-40B4-BE49-F238E27FC236}">
                <a16:creationId xmlns:a16="http://schemas.microsoft.com/office/drawing/2014/main" id="{557EEA1A-85F0-4999-9F40-1BDDFD95E9A6}"/>
              </a:ext>
            </a:extLst>
          </p:cNvPr>
          <p:cNvSpPr>
            <a:spLocks noGrp="1" noChangeArrowheads="1"/>
          </p:cNvSpPr>
          <p:nvPr>
            <p:ph type="body" idx="1"/>
          </p:nvPr>
        </p:nvSpPr>
        <p:spPr bwMode="auto">
          <a:xfrm>
            <a:off x="271463" y="836613"/>
            <a:ext cx="9363075"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07" tIns="45704" rIns="91407" bIns="45704" numCol="1" anchor="t" anchorCtr="0" compatLnSpc="1">
            <a:prstTxWarp prst="textNoShape">
              <a:avLst/>
            </a:prstTxWarp>
          </a:bodyPr>
          <a:lstStyle/>
          <a:p>
            <a:pPr lvl="0"/>
            <a:r>
              <a:rPr lang="ja-JP" altLang="en-US"/>
              <a:t>第１レベル　（１６～１８Ｐ）</a:t>
            </a:r>
          </a:p>
          <a:p>
            <a:pPr lvl="1"/>
            <a:r>
              <a:rPr lang="ja-JP" altLang="en-US"/>
              <a:t>第 </a:t>
            </a:r>
            <a:r>
              <a:rPr lang="en-US" altLang="ja-JP"/>
              <a:t>2 </a:t>
            </a:r>
            <a:r>
              <a:rPr lang="ja-JP" altLang="en-US"/>
              <a:t>レベル　　（１６Ｐ）</a:t>
            </a:r>
          </a:p>
          <a:p>
            <a:pPr lvl="2"/>
            <a:r>
              <a:rPr lang="ja-JP" altLang="en-US"/>
              <a:t>第３レベル　　　　　　（１４Ｐ～１６Ｐ）</a:t>
            </a:r>
          </a:p>
        </p:txBody>
      </p:sp>
      <p:sp>
        <p:nvSpPr>
          <p:cNvPr id="7173" name="AutoShape 6">
            <a:extLst>
              <a:ext uri="{FF2B5EF4-FFF2-40B4-BE49-F238E27FC236}">
                <a16:creationId xmlns:a16="http://schemas.microsoft.com/office/drawing/2014/main" id="{F9704F41-375E-4A04-9428-CF459C1F7E7A}"/>
              </a:ext>
            </a:extLst>
          </p:cNvPr>
          <p:cNvSpPr>
            <a:spLocks noChangeArrowheads="1"/>
          </p:cNvSpPr>
          <p:nvPr/>
        </p:nvSpPr>
        <p:spPr bwMode="auto">
          <a:xfrm flipV="1">
            <a:off x="200025" y="549275"/>
            <a:ext cx="9705975" cy="76200"/>
          </a:xfrm>
          <a:prstGeom prst="roundRect">
            <a:avLst>
              <a:gd name="adj" fmla="val 16667"/>
            </a:avLst>
          </a:prstGeom>
          <a:gradFill rotWithShape="1">
            <a:gsLst>
              <a:gs pos="0">
                <a:srgbClr val="3333FF"/>
              </a:gs>
              <a:gs pos="100000">
                <a:schemeClr val="bg1"/>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kumimoji="1" sz="1400" b="1">
                <a:solidFill>
                  <a:srgbClr val="000066"/>
                </a:solidFill>
                <a:latin typeface="Arial" charset="0"/>
                <a:ea typeface="ＭＳ Ｐゴシック" pitchFamily="50" charset="-128"/>
              </a:defRPr>
            </a:lvl1pPr>
            <a:lvl2pPr marL="742950" indent="-285750" eaLnBrk="0" hangingPunct="0">
              <a:defRPr kumimoji="1" sz="1400" b="1">
                <a:solidFill>
                  <a:srgbClr val="000066"/>
                </a:solidFill>
                <a:latin typeface="Arial" charset="0"/>
                <a:ea typeface="ＭＳ Ｐゴシック" pitchFamily="50" charset="-128"/>
              </a:defRPr>
            </a:lvl2pPr>
            <a:lvl3pPr marL="1143000" indent="-228600" eaLnBrk="0" hangingPunct="0">
              <a:defRPr kumimoji="1" sz="1400" b="1">
                <a:solidFill>
                  <a:srgbClr val="000066"/>
                </a:solidFill>
                <a:latin typeface="Arial" charset="0"/>
                <a:ea typeface="ＭＳ Ｐゴシック" pitchFamily="50" charset="-128"/>
              </a:defRPr>
            </a:lvl3pPr>
            <a:lvl4pPr marL="1600200" indent="-228600" eaLnBrk="0" hangingPunct="0">
              <a:defRPr kumimoji="1" sz="1400" b="1">
                <a:solidFill>
                  <a:srgbClr val="000066"/>
                </a:solidFill>
                <a:latin typeface="Arial" charset="0"/>
                <a:ea typeface="ＭＳ Ｐゴシック" pitchFamily="50" charset="-128"/>
              </a:defRPr>
            </a:lvl4pPr>
            <a:lvl5pPr marL="2057400" indent="-228600" eaLnBrk="0" hangingPunct="0">
              <a:defRPr kumimoji="1" sz="1400" b="1">
                <a:solidFill>
                  <a:srgbClr val="000066"/>
                </a:solidFill>
                <a:latin typeface="Arial" charset="0"/>
                <a:ea typeface="ＭＳ Ｐゴシック" pitchFamily="50" charset="-128"/>
              </a:defRPr>
            </a:lvl5pPr>
            <a:lvl6pPr marL="25146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6pPr>
            <a:lvl7pPr marL="29718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7pPr>
            <a:lvl8pPr marL="34290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8pPr>
            <a:lvl9pPr marL="38862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9pPr>
          </a:lstStyle>
          <a:p>
            <a:pPr algn="ctr" eaLnBrk="1" hangingPunct="1">
              <a:defRPr/>
            </a:pPr>
            <a:endParaRPr lang="ja-JP" altLang="en-US" sz="1000" b="0">
              <a:solidFill>
                <a:srgbClr val="000000"/>
              </a:solidFill>
              <a:ea typeface="HG丸ｺﾞｼｯｸM-PRO" pitchFamily="50" charset="-128"/>
            </a:endParaRPr>
          </a:p>
        </p:txBody>
      </p:sp>
    </p:spTree>
  </p:cSld>
  <p:clrMap bg1="lt1" tx1="dk1" bg2="lt2" tx2="dk2" accent1="accent1" accent2="accent2" accent3="accent3" accent4="accent4" accent5="accent5" accent6="accent6" hlink="hlink" folHlink="folHlink"/>
  <p:sldLayoutIdLst>
    <p:sldLayoutId id="2147489127" r:id="rId1"/>
    <p:sldLayoutId id="2147489128" r:id="rId2"/>
    <p:sldLayoutId id="2147489129" r:id="rId3"/>
    <p:sldLayoutId id="2147489130" r:id="rId4"/>
    <p:sldLayoutId id="2147489131" r:id="rId5"/>
    <p:sldLayoutId id="2147489132" r:id="rId6"/>
    <p:sldLayoutId id="2147489133" r:id="rId7"/>
    <p:sldLayoutId id="2147489134" r:id="rId8"/>
    <p:sldLayoutId id="2147489135" r:id="rId9"/>
    <p:sldLayoutId id="2147489136" r:id="rId10"/>
    <p:sldLayoutId id="2147489137" r:id="rId11"/>
  </p:sldLayoutIdLst>
  <p:hf hdr="0" ftr="0" dt="0"/>
  <p:txStyles>
    <p:titleStyle>
      <a:lvl1pPr algn="l" rtl="0" eaLnBrk="0" fontAlgn="base" hangingPunct="0">
        <a:spcBef>
          <a:spcPct val="0"/>
        </a:spcBef>
        <a:spcAft>
          <a:spcPct val="0"/>
        </a:spcAft>
        <a:defRPr kumimoji="1" sz="2400" b="1">
          <a:solidFill>
            <a:srgbClr val="3333FF"/>
          </a:solidFill>
          <a:latin typeface="+mj-lt"/>
          <a:ea typeface="+mj-ea"/>
          <a:cs typeface="+mj-cs"/>
        </a:defRPr>
      </a:lvl1pPr>
      <a:lvl2pPr algn="l" rtl="0" eaLnBrk="0" fontAlgn="base" hangingPunct="0">
        <a:spcBef>
          <a:spcPct val="0"/>
        </a:spcBef>
        <a:spcAft>
          <a:spcPct val="0"/>
        </a:spcAft>
        <a:defRPr kumimoji="1" sz="2400" b="1">
          <a:solidFill>
            <a:srgbClr val="3333FF"/>
          </a:solidFill>
          <a:latin typeface="Arial" charset="0"/>
          <a:ea typeface="ＭＳ Ｐゴシック" pitchFamily="50" charset="-128"/>
        </a:defRPr>
      </a:lvl2pPr>
      <a:lvl3pPr algn="l" rtl="0" eaLnBrk="0" fontAlgn="base" hangingPunct="0">
        <a:spcBef>
          <a:spcPct val="0"/>
        </a:spcBef>
        <a:spcAft>
          <a:spcPct val="0"/>
        </a:spcAft>
        <a:defRPr kumimoji="1" sz="2400" b="1">
          <a:solidFill>
            <a:srgbClr val="3333FF"/>
          </a:solidFill>
          <a:latin typeface="Arial" charset="0"/>
          <a:ea typeface="ＭＳ Ｐゴシック" pitchFamily="50" charset="-128"/>
        </a:defRPr>
      </a:lvl3pPr>
      <a:lvl4pPr algn="l" rtl="0" eaLnBrk="0" fontAlgn="base" hangingPunct="0">
        <a:spcBef>
          <a:spcPct val="0"/>
        </a:spcBef>
        <a:spcAft>
          <a:spcPct val="0"/>
        </a:spcAft>
        <a:defRPr kumimoji="1" sz="2400" b="1">
          <a:solidFill>
            <a:srgbClr val="3333FF"/>
          </a:solidFill>
          <a:latin typeface="Arial" charset="0"/>
          <a:ea typeface="ＭＳ Ｐゴシック" pitchFamily="50" charset="-128"/>
        </a:defRPr>
      </a:lvl4pPr>
      <a:lvl5pPr algn="l" rtl="0" eaLnBrk="0" fontAlgn="base" hangingPunct="0">
        <a:spcBef>
          <a:spcPct val="0"/>
        </a:spcBef>
        <a:spcAft>
          <a:spcPct val="0"/>
        </a:spcAft>
        <a:defRPr kumimoji="1" sz="2400" b="1">
          <a:solidFill>
            <a:srgbClr val="3333FF"/>
          </a:solidFill>
          <a:latin typeface="Arial" charset="0"/>
          <a:ea typeface="ＭＳ Ｐゴシック" pitchFamily="50" charset="-128"/>
        </a:defRPr>
      </a:lvl5pPr>
      <a:lvl6pPr marL="457200" algn="l" rtl="0" fontAlgn="base">
        <a:spcBef>
          <a:spcPct val="0"/>
        </a:spcBef>
        <a:spcAft>
          <a:spcPct val="0"/>
        </a:spcAft>
        <a:defRPr kumimoji="1" sz="2400" b="1">
          <a:solidFill>
            <a:srgbClr val="3333FF"/>
          </a:solidFill>
          <a:latin typeface="Arial" charset="0"/>
          <a:ea typeface="ＭＳ Ｐゴシック" pitchFamily="50" charset="-128"/>
        </a:defRPr>
      </a:lvl6pPr>
      <a:lvl7pPr marL="914400" algn="l" rtl="0" fontAlgn="base">
        <a:spcBef>
          <a:spcPct val="0"/>
        </a:spcBef>
        <a:spcAft>
          <a:spcPct val="0"/>
        </a:spcAft>
        <a:defRPr kumimoji="1" sz="2400" b="1">
          <a:solidFill>
            <a:srgbClr val="3333FF"/>
          </a:solidFill>
          <a:latin typeface="Arial" charset="0"/>
          <a:ea typeface="ＭＳ Ｐゴシック" pitchFamily="50" charset="-128"/>
        </a:defRPr>
      </a:lvl7pPr>
      <a:lvl8pPr marL="1371600" algn="l" rtl="0" fontAlgn="base">
        <a:spcBef>
          <a:spcPct val="0"/>
        </a:spcBef>
        <a:spcAft>
          <a:spcPct val="0"/>
        </a:spcAft>
        <a:defRPr kumimoji="1" sz="2400" b="1">
          <a:solidFill>
            <a:srgbClr val="3333FF"/>
          </a:solidFill>
          <a:latin typeface="Arial" charset="0"/>
          <a:ea typeface="ＭＳ Ｐゴシック" pitchFamily="50" charset="-128"/>
        </a:defRPr>
      </a:lvl8pPr>
      <a:lvl9pPr marL="1828800" algn="l" rtl="0" fontAlgn="base">
        <a:spcBef>
          <a:spcPct val="0"/>
        </a:spcBef>
        <a:spcAft>
          <a:spcPct val="0"/>
        </a:spcAft>
        <a:defRPr kumimoji="1" sz="2400" b="1">
          <a:solidFill>
            <a:srgbClr val="3333FF"/>
          </a:solidFill>
          <a:latin typeface="Arial" charset="0"/>
          <a:ea typeface="ＭＳ Ｐゴシック" pitchFamily="50" charset="-128"/>
        </a:defRPr>
      </a:lvl9pPr>
    </p:titleStyle>
    <p:bodyStyle>
      <a:lvl1pPr marL="342900" indent="-342900" algn="l" rtl="0" eaLnBrk="0" fontAlgn="base" hangingPunct="0">
        <a:spcBef>
          <a:spcPct val="20000"/>
        </a:spcBef>
        <a:spcAft>
          <a:spcPct val="0"/>
        </a:spcAft>
        <a:buFont typeface="Wingdings" panose="05000000000000000000" pitchFamily="2" charset="2"/>
        <a:buChar char="n"/>
        <a:defRPr kumimoji="1" sz="2000">
          <a:solidFill>
            <a:schemeClr val="tx1"/>
          </a:solidFill>
          <a:latin typeface="+mn-lt"/>
          <a:ea typeface="+mn-ea"/>
          <a:cs typeface="+mn-cs"/>
        </a:defRPr>
      </a:lvl1pPr>
      <a:lvl2pPr marL="742950" indent="-285750" algn="l" rtl="0" eaLnBrk="0" fontAlgn="base" hangingPunct="0">
        <a:spcBef>
          <a:spcPct val="20000"/>
        </a:spcBef>
        <a:spcAft>
          <a:spcPct val="0"/>
        </a:spcAft>
        <a:buFont typeface="Wingdings" panose="05000000000000000000" pitchFamily="2" charset="2"/>
        <a:buChar char="Ø"/>
        <a:defRPr kumimoji="1" sz="1600">
          <a:solidFill>
            <a:schemeClr val="tx1"/>
          </a:solidFill>
          <a:latin typeface="+mn-lt"/>
          <a:ea typeface="+mn-ea"/>
        </a:defRPr>
      </a:lvl2pPr>
      <a:lvl3pPr marL="1143000" indent="-228600" algn="l" rtl="0" eaLnBrk="0" fontAlgn="base" hangingPunct="0">
        <a:spcBef>
          <a:spcPct val="20000"/>
        </a:spcBef>
        <a:spcAft>
          <a:spcPct val="0"/>
        </a:spcAft>
        <a:buChar char="•"/>
        <a:defRPr kumimoji="1" sz="1400">
          <a:solidFill>
            <a:schemeClr val="tx1"/>
          </a:solidFill>
          <a:latin typeface="+mj-lt"/>
          <a:ea typeface="+mn-ea"/>
        </a:defRPr>
      </a:lvl3pPr>
      <a:lvl4pPr marL="1600200" indent="-228600" algn="l" rtl="0" eaLnBrk="0" fontAlgn="base" hangingPunct="0">
        <a:spcBef>
          <a:spcPct val="20000"/>
        </a:spcBef>
        <a:spcAft>
          <a:spcPct val="0"/>
        </a:spcAft>
        <a:buChar char="–"/>
        <a:defRPr kumimoji="1" sz="1200">
          <a:solidFill>
            <a:schemeClr val="tx1"/>
          </a:solidFill>
          <a:latin typeface="+mj-lt"/>
          <a:ea typeface="+mn-ea"/>
        </a:defRPr>
      </a:lvl4pPr>
      <a:lvl5pPr marL="2057400" indent="-230188" algn="l" rtl="0" eaLnBrk="0" fontAlgn="base" hangingPunct="0">
        <a:spcBef>
          <a:spcPct val="20000"/>
        </a:spcBef>
        <a:spcAft>
          <a:spcPct val="0"/>
        </a:spcAft>
        <a:buChar char="»"/>
        <a:defRPr kumimoji="1" sz="2000">
          <a:solidFill>
            <a:schemeClr val="tx1"/>
          </a:solidFill>
          <a:latin typeface="+mj-lt"/>
          <a:ea typeface="+mn-ea"/>
        </a:defRPr>
      </a:lvl5pPr>
      <a:lvl6pPr marL="2514600" indent="-230188" algn="l" rtl="0" fontAlgn="base">
        <a:spcBef>
          <a:spcPct val="20000"/>
        </a:spcBef>
        <a:spcAft>
          <a:spcPct val="0"/>
        </a:spcAft>
        <a:buChar char="»"/>
        <a:defRPr kumimoji="1" sz="2000">
          <a:solidFill>
            <a:schemeClr val="tx1"/>
          </a:solidFill>
          <a:latin typeface="+mj-lt"/>
          <a:ea typeface="+mn-ea"/>
        </a:defRPr>
      </a:lvl6pPr>
      <a:lvl7pPr marL="2971800" indent="-230188" algn="l" rtl="0" fontAlgn="base">
        <a:spcBef>
          <a:spcPct val="20000"/>
        </a:spcBef>
        <a:spcAft>
          <a:spcPct val="0"/>
        </a:spcAft>
        <a:buChar char="»"/>
        <a:defRPr kumimoji="1" sz="2000">
          <a:solidFill>
            <a:schemeClr val="tx1"/>
          </a:solidFill>
          <a:latin typeface="+mj-lt"/>
          <a:ea typeface="+mn-ea"/>
        </a:defRPr>
      </a:lvl7pPr>
      <a:lvl8pPr marL="3429000" indent="-230188" algn="l" rtl="0" fontAlgn="base">
        <a:spcBef>
          <a:spcPct val="20000"/>
        </a:spcBef>
        <a:spcAft>
          <a:spcPct val="0"/>
        </a:spcAft>
        <a:buChar char="»"/>
        <a:defRPr kumimoji="1" sz="2000">
          <a:solidFill>
            <a:schemeClr val="tx1"/>
          </a:solidFill>
          <a:latin typeface="+mj-lt"/>
          <a:ea typeface="+mn-ea"/>
        </a:defRPr>
      </a:lvl8pPr>
      <a:lvl9pPr marL="3886200" indent="-230188" algn="l" rtl="0" fontAlgn="base">
        <a:spcBef>
          <a:spcPct val="20000"/>
        </a:spcBef>
        <a:spcAft>
          <a:spcPct val="0"/>
        </a:spcAft>
        <a:buChar char="»"/>
        <a:defRPr kumimoji="1" sz="2000">
          <a:solidFill>
            <a:schemeClr val="tx1"/>
          </a:solidFill>
          <a:latin typeface="+mj-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8" Type="http://schemas.openxmlformats.org/officeDocument/2006/relationships/image" Target="../media/image2.jpe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5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hyperlink" Target="http://datameti.go.jp/" TargetMode="External"/><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2.jpe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37.xml"/></Relationships>
</file>

<file path=ppt/slides/_rels/slide6.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chart" Target="../charts/chart1.xml"/><Relationship Id="rId1" Type="http://schemas.openxmlformats.org/officeDocument/2006/relationships/slideLayout" Target="../slideLayouts/slideLayout37.xml"/><Relationship Id="rId5" Type="http://schemas.openxmlformats.org/officeDocument/2006/relationships/image" Target="../media/image2.jpeg"/><Relationship Id="rId4" Type="http://schemas.openxmlformats.org/officeDocument/2006/relationships/image" Target="../media/image10.emf"/></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13" Type="http://schemas.openxmlformats.org/officeDocument/2006/relationships/image" Target="../media/image21.png"/><Relationship Id="rId18" Type="http://schemas.openxmlformats.org/officeDocument/2006/relationships/image" Target="../media/image26.png"/><Relationship Id="rId3" Type="http://schemas.openxmlformats.org/officeDocument/2006/relationships/image" Target="../media/image11.png"/><Relationship Id="rId7" Type="http://schemas.openxmlformats.org/officeDocument/2006/relationships/image" Target="../media/image15.png"/><Relationship Id="rId12" Type="http://schemas.openxmlformats.org/officeDocument/2006/relationships/image" Target="../media/image20.png"/><Relationship Id="rId17" Type="http://schemas.openxmlformats.org/officeDocument/2006/relationships/image" Target="../media/image25.png"/><Relationship Id="rId2" Type="http://schemas.openxmlformats.org/officeDocument/2006/relationships/image" Target="../media/image2.jpeg"/><Relationship Id="rId16" Type="http://schemas.openxmlformats.org/officeDocument/2006/relationships/image" Target="../media/image24.png"/><Relationship Id="rId1" Type="http://schemas.openxmlformats.org/officeDocument/2006/relationships/slideLayout" Target="../slideLayouts/slideLayout37.xml"/><Relationship Id="rId6" Type="http://schemas.openxmlformats.org/officeDocument/2006/relationships/image" Target="../media/image14.png"/><Relationship Id="rId11" Type="http://schemas.openxmlformats.org/officeDocument/2006/relationships/image" Target="../media/image19.png"/><Relationship Id="rId5" Type="http://schemas.openxmlformats.org/officeDocument/2006/relationships/image" Target="../media/image13.png"/><Relationship Id="rId15" Type="http://schemas.openxmlformats.org/officeDocument/2006/relationships/image" Target="../media/image2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 Id="rId1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jpeg"/><Relationship Id="rId1" Type="http://schemas.openxmlformats.org/officeDocument/2006/relationships/slideLayout" Target="../slideLayouts/slideLayout6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75.xml"/><Relationship Id="rId4" Type="http://schemas.openxmlformats.org/officeDocument/2006/relationships/image" Target="../media/image31.jpeg"/></Relationships>
</file>

<file path=ppt/slides/_rels/slide10.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2.jpeg"/><Relationship Id="rId1" Type="http://schemas.openxmlformats.org/officeDocument/2006/relationships/slideLayout" Target="../slideLayouts/slideLayout37.xml"/></Relationships>
</file>

<file path=ppt/slides/_rels/slide11.xml.rels><?xml version="1.0" encoding="UTF-8" standalone="yes"?>
<Relationships xmlns="http://schemas.openxmlformats.org/package/2006/relationships"><Relationship Id="rId3" Type="http://schemas.openxmlformats.org/officeDocument/2006/relationships/hyperlink" Target="mailto:wada-takashi@meti.go.jp" TargetMode="External"/><Relationship Id="rId2" Type="http://schemas.openxmlformats.org/officeDocument/2006/relationships/image" Target="../media/image2.jpeg"/><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タイトル 1">
            <a:extLst>
              <a:ext uri="{FF2B5EF4-FFF2-40B4-BE49-F238E27FC236}">
                <a16:creationId xmlns:a16="http://schemas.microsoft.com/office/drawing/2014/main" id="{2C8B19EC-5E03-36A4-5157-C733F9A389F3}"/>
              </a:ext>
            </a:extLst>
          </p:cNvPr>
          <p:cNvSpPr>
            <a:spLocks noGrp="1"/>
          </p:cNvSpPr>
          <p:nvPr>
            <p:ph type="ctrTitle"/>
          </p:nvPr>
        </p:nvSpPr>
        <p:spPr>
          <a:xfrm>
            <a:off x="273050" y="2349500"/>
            <a:ext cx="9359900" cy="792163"/>
          </a:xfrm>
        </p:spPr>
        <p:txBody>
          <a:bodyPr/>
          <a:lstStyle/>
          <a:p>
            <a:pPr algn="ctr"/>
            <a:r>
              <a:rPr kumimoji="1" lang="ja-JP" altLang="en-US" sz="3600">
                <a:latin typeface="ＭＳ ゴシック" panose="020B0609070205080204" pitchFamily="49" charset="-128"/>
                <a:ea typeface="ＭＳ ゴシック" panose="020B0609070205080204" pitchFamily="49" charset="-128"/>
              </a:rPr>
              <a:t>オープンデータに関する経済産業省の取組</a:t>
            </a:r>
          </a:p>
        </p:txBody>
      </p:sp>
      <p:sp>
        <p:nvSpPr>
          <p:cNvPr id="25603" name="サブタイトル 2">
            <a:extLst>
              <a:ext uri="{FF2B5EF4-FFF2-40B4-BE49-F238E27FC236}">
                <a16:creationId xmlns:a16="http://schemas.microsoft.com/office/drawing/2014/main" id="{89EBE8E4-C0DA-EAB5-1E17-88FEF8B8ACCC}"/>
              </a:ext>
            </a:extLst>
          </p:cNvPr>
          <p:cNvSpPr>
            <a:spLocks noGrp="1"/>
          </p:cNvSpPr>
          <p:nvPr>
            <p:ph type="subTitle" idx="1"/>
          </p:nvPr>
        </p:nvSpPr>
        <p:spPr>
          <a:xfrm>
            <a:off x="3249613" y="4581525"/>
            <a:ext cx="3406775" cy="1512888"/>
          </a:xfrm>
        </p:spPr>
        <p:txBody>
          <a:bodyPr/>
          <a:lstStyle/>
          <a:p>
            <a:pPr algn="dist"/>
            <a:r>
              <a:rPr lang="ja-JP" altLang="en-US">
                <a:latin typeface="ＭＳ ゴシック" panose="020B0609070205080204" pitchFamily="49" charset="-128"/>
                <a:ea typeface="ＭＳ ゴシック" panose="020B0609070205080204" pitchFamily="49" charset="-128"/>
              </a:rPr>
              <a:t>平成２５年１２月</a:t>
            </a:r>
            <a:endParaRPr lang="en-US" altLang="ja-JP">
              <a:latin typeface="ＭＳ ゴシック" panose="020B0609070205080204" pitchFamily="49" charset="-128"/>
              <a:ea typeface="ＭＳ ゴシック" panose="020B0609070205080204" pitchFamily="49" charset="-128"/>
            </a:endParaRPr>
          </a:p>
          <a:p>
            <a:pPr algn="dist"/>
            <a:r>
              <a:rPr lang="ja-JP" altLang="en-US">
                <a:latin typeface="ＭＳ ゴシック" panose="020B0609070205080204" pitchFamily="49" charset="-128"/>
                <a:ea typeface="ＭＳ ゴシック" panose="020B0609070205080204" pitchFamily="49" charset="-128"/>
              </a:rPr>
              <a:t>経済産業省</a:t>
            </a:r>
            <a:endParaRPr lang="en-US" altLang="ja-JP">
              <a:latin typeface="ＭＳ ゴシック" panose="020B0609070205080204" pitchFamily="49" charset="-128"/>
              <a:ea typeface="ＭＳ ゴシック" panose="020B0609070205080204" pitchFamily="49" charset="-128"/>
            </a:endParaRPr>
          </a:p>
        </p:txBody>
      </p:sp>
      <p:pic>
        <p:nvPicPr>
          <p:cNvPr id="25604" name="Picture 5" descr="cc-by">
            <a:extLst>
              <a:ext uri="{FF2B5EF4-FFF2-40B4-BE49-F238E27FC236}">
                <a16:creationId xmlns:a16="http://schemas.microsoft.com/office/drawing/2014/main" id="{E0742ED8-2F37-4659-6927-77733DA74C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52775" y="5949950"/>
            <a:ext cx="86360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5" name="テキスト ボックス 1">
            <a:extLst>
              <a:ext uri="{FF2B5EF4-FFF2-40B4-BE49-F238E27FC236}">
                <a16:creationId xmlns:a16="http://schemas.microsoft.com/office/drawing/2014/main" id="{A4A0CF58-959F-6289-4404-C05C931D39BD}"/>
              </a:ext>
            </a:extLst>
          </p:cNvPr>
          <p:cNvSpPr txBox="1">
            <a:spLocks noChangeArrowheads="1"/>
          </p:cNvSpPr>
          <p:nvPr/>
        </p:nvSpPr>
        <p:spPr bwMode="auto">
          <a:xfrm>
            <a:off x="3729038" y="6613525"/>
            <a:ext cx="243205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en-US" altLang="ja-JP" sz="700" b="0">
                <a:solidFill>
                  <a:srgbClr val="000066"/>
                </a:solidFill>
                <a:latin typeface="ＭＳ ゴシック" panose="020B0609070205080204" pitchFamily="49" charset="-128"/>
                <a:ea typeface="ＭＳ ゴシック" panose="020B0609070205080204" pitchFamily="49" charset="-128"/>
              </a:rPr>
              <a:t>(Copyright) Ministry of Economy,Trade and Industry </a:t>
            </a:r>
          </a:p>
        </p:txBody>
      </p:sp>
      <p:sp>
        <p:nvSpPr>
          <p:cNvPr id="25606" name="テキスト ボックス 8">
            <a:extLst>
              <a:ext uri="{FF2B5EF4-FFF2-40B4-BE49-F238E27FC236}">
                <a16:creationId xmlns:a16="http://schemas.microsoft.com/office/drawing/2014/main" id="{93ED4F69-8C6D-1DA1-886F-D708D6E20D1D}"/>
              </a:ext>
            </a:extLst>
          </p:cNvPr>
          <p:cNvSpPr txBox="1">
            <a:spLocks noChangeArrowheads="1"/>
          </p:cNvSpPr>
          <p:nvPr/>
        </p:nvSpPr>
        <p:spPr bwMode="auto">
          <a:xfrm>
            <a:off x="4379913" y="5689600"/>
            <a:ext cx="3671887"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200" b="0">
                <a:solidFill>
                  <a:srgbClr val="000066"/>
                </a:solidFill>
                <a:latin typeface="ＭＳ ゴシック" panose="020B0609070205080204" pitchFamily="49" charset="-128"/>
                <a:ea typeface="ＭＳ ゴシック" panose="020B0609070205080204" pitchFamily="49" charset="-128"/>
              </a:rPr>
              <a:t>作品を複製、頒布、展示、実演を行うに当たり、著作権者（経済産業省）を明記して下さい。</a:t>
            </a:r>
            <a:endParaRPr lang="en-US" altLang="ja-JP" sz="1200" b="0">
              <a:solidFill>
                <a:srgbClr val="000066"/>
              </a:solidFill>
              <a:latin typeface="ＭＳ ゴシック" panose="020B0609070205080204" pitchFamily="49" charset="-128"/>
              <a:ea typeface="ＭＳ ゴシック" panose="020B0609070205080204" pitchFamily="49" charset="-128"/>
            </a:endParaRPr>
          </a:p>
          <a:p>
            <a:pPr eaLnBrk="1" hangingPunct="1">
              <a:spcBef>
                <a:spcPct val="0"/>
              </a:spcBef>
              <a:buFontTx/>
              <a:buNone/>
            </a:pPr>
            <a:r>
              <a:rPr lang="ja-JP" altLang="en-US" sz="1200" b="0">
                <a:solidFill>
                  <a:srgbClr val="000066"/>
                </a:solidFill>
                <a:latin typeface="ＭＳ ゴシック" panose="020B0609070205080204" pitchFamily="49" charset="-128"/>
                <a:ea typeface="ＭＳ ゴシック" panose="020B0609070205080204" pitchFamily="49" charset="-128"/>
              </a:rPr>
              <a:t>なお、写真や出典等が明記されているものは、</a:t>
            </a:r>
            <a:endParaRPr lang="en-US" altLang="ja-JP" sz="1200" b="0">
              <a:solidFill>
                <a:srgbClr val="000066"/>
              </a:solidFill>
              <a:latin typeface="ＭＳ ゴシック" panose="020B0609070205080204" pitchFamily="49" charset="-128"/>
              <a:ea typeface="ＭＳ ゴシック" panose="020B0609070205080204" pitchFamily="49" charset="-128"/>
            </a:endParaRPr>
          </a:p>
          <a:p>
            <a:pPr eaLnBrk="1" hangingPunct="1">
              <a:spcBef>
                <a:spcPct val="0"/>
              </a:spcBef>
              <a:buFontTx/>
              <a:buNone/>
            </a:pPr>
            <a:r>
              <a:rPr lang="en-US" altLang="ja-JP" sz="1200" b="0">
                <a:solidFill>
                  <a:srgbClr val="000066"/>
                </a:solidFill>
                <a:latin typeface="ＭＳ ゴシック" panose="020B0609070205080204" pitchFamily="49" charset="-128"/>
                <a:ea typeface="ＭＳ ゴシック" panose="020B0609070205080204" pitchFamily="49" charset="-128"/>
              </a:rPr>
              <a:t>CC-BY</a:t>
            </a:r>
            <a:r>
              <a:rPr lang="ja-JP" altLang="en-US" sz="1200" b="0">
                <a:solidFill>
                  <a:srgbClr val="000066"/>
                </a:solidFill>
                <a:latin typeface="ＭＳ ゴシック" panose="020B0609070205080204" pitchFamily="49" charset="-128"/>
                <a:ea typeface="ＭＳ ゴシック" panose="020B0609070205080204" pitchFamily="49" charset="-128"/>
              </a:rPr>
              <a:t>の対象外となります。</a:t>
            </a:r>
            <a:endParaRPr lang="ja-JP" altLang="en-US" sz="1200">
              <a:solidFill>
                <a:srgbClr val="000066"/>
              </a:solidFill>
              <a:latin typeface="ＭＳ ゴシック" panose="020B0609070205080204" pitchFamily="49" charset="-128"/>
              <a:ea typeface="ＭＳ ゴシック" panose="020B0609070205080204" pitchFamily="49" charset="-128"/>
            </a:endParaRPr>
          </a:p>
        </p:txBody>
      </p:sp>
      <p:sp>
        <p:nvSpPr>
          <p:cNvPr id="7" name="右中かっこ 6">
            <a:extLst>
              <a:ext uri="{FF2B5EF4-FFF2-40B4-BE49-F238E27FC236}">
                <a16:creationId xmlns:a16="http://schemas.microsoft.com/office/drawing/2014/main" id="{28228E89-9C73-1C10-62FA-1682280CDA96}"/>
              </a:ext>
            </a:extLst>
          </p:cNvPr>
          <p:cNvSpPr/>
          <p:nvPr/>
        </p:nvSpPr>
        <p:spPr>
          <a:xfrm>
            <a:off x="7832725" y="5643563"/>
            <a:ext cx="144463" cy="954087"/>
          </a:xfrm>
          <a:prstGeom prst="righ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ja-JP" altLang="en-US">
              <a:latin typeface="ＭＳ ゴシック" pitchFamily="49" charset="-128"/>
              <a:ea typeface="ＭＳ ゴシック" pitchFamily="49" charset="-128"/>
            </a:endParaRPr>
          </a:p>
        </p:txBody>
      </p:sp>
      <p:sp>
        <p:nvSpPr>
          <p:cNvPr id="8" name="左中かっこ 7">
            <a:extLst>
              <a:ext uri="{FF2B5EF4-FFF2-40B4-BE49-F238E27FC236}">
                <a16:creationId xmlns:a16="http://schemas.microsoft.com/office/drawing/2014/main" id="{5702F264-2ED5-271F-E7E1-20DBC7F3D189}"/>
              </a:ext>
            </a:extLst>
          </p:cNvPr>
          <p:cNvSpPr/>
          <p:nvPr/>
        </p:nvSpPr>
        <p:spPr>
          <a:xfrm>
            <a:off x="4232275" y="5643563"/>
            <a:ext cx="144463" cy="954087"/>
          </a:xfrm>
          <a:prstGeom prst="leftBrace">
            <a:avLst/>
          </a:prstGeom>
          <a:ln w="190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ja-JP" altLang="en-US">
              <a:latin typeface="ＭＳ ゴシック" pitchFamily="49" charset="-128"/>
              <a:ea typeface="ＭＳ ゴシック" pitchFamily="49" charset="-128"/>
            </a:endParaRPr>
          </a:p>
        </p:txBody>
      </p:sp>
      <p:pic>
        <p:nvPicPr>
          <p:cNvPr id="25609" name="Picture 37" descr="R:\【省内共有】職員共有ファイル限定（担当者・所属を記載のこと）\経済産業省ロゴマーク（安齋＠広報室）\jpgファイル\3欧文oubun_logo_jpg\(1)本省honsyo\oubun_b_logo_color_small.jpg">
            <a:extLst>
              <a:ext uri="{FF2B5EF4-FFF2-40B4-BE49-F238E27FC236}">
                <a16:creationId xmlns:a16="http://schemas.microsoft.com/office/drawing/2014/main" id="{EC10BBE1-1B20-94CF-081C-9E810E4E2E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08988" y="14288"/>
            <a:ext cx="1439862"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610" name="Picture 12" descr="METI">
            <a:extLst>
              <a:ext uri="{FF2B5EF4-FFF2-40B4-BE49-F238E27FC236}">
                <a16:creationId xmlns:a16="http://schemas.microsoft.com/office/drawing/2014/main" id="{0AC57323-8AF5-7944-F6A9-AB49FB910B7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02013" y="3613150"/>
            <a:ext cx="3233737" cy="598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advTm="4468"/>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タイトル 1">
            <a:extLst>
              <a:ext uri="{FF2B5EF4-FFF2-40B4-BE49-F238E27FC236}">
                <a16:creationId xmlns:a16="http://schemas.microsoft.com/office/drawing/2014/main" id="{4A5D70E1-8805-879E-39C7-D47DE7DAEC0C}"/>
              </a:ext>
            </a:extLst>
          </p:cNvPr>
          <p:cNvSpPr>
            <a:spLocks noGrp="1"/>
          </p:cNvSpPr>
          <p:nvPr>
            <p:ph type="title"/>
          </p:nvPr>
        </p:nvSpPr>
        <p:spPr/>
        <p:txBody>
          <a:bodyPr/>
          <a:lstStyle/>
          <a:p>
            <a:r>
              <a:rPr kumimoji="1" lang="ja-JP" altLang="en-US">
                <a:latin typeface="ＭＳ ゴシック" panose="020B0609070205080204" pitchFamily="49" charset="-128"/>
                <a:ea typeface="ＭＳ ゴシック" panose="020B0609070205080204" pitchFamily="49" charset="-128"/>
              </a:rPr>
              <a:t>経済産業省のこれまでの取組</a:t>
            </a:r>
          </a:p>
        </p:txBody>
      </p:sp>
      <p:sp>
        <p:nvSpPr>
          <p:cNvPr id="26627" name="スライド番号プレースホルダ 3">
            <a:extLst>
              <a:ext uri="{FF2B5EF4-FFF2-40B4-BE49-F238E27FC236}">
                <a16:creationId xmlns:a16="http://schemas.microsoft.com/office/drawing/2014/main" id="{B70544F2-BF6A-1DED-A83E-49E2349B4FFA}"/>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fld id="{302E30DE-59A6-4E43-9E3E-E910C49ABD12}" type="slidenum">
              <a:rPr lang="en-US" altLang="ja-JP" sz="1400" b="1">
                <a:solidFill>
                  <a:srgbClr val="000000"/>
                </a:solidFill>
                <a:latin typeface="ＭＳ ゴシック" panose="020B0609070205080204" pitchFamily="49" charset="-128"/>
                <a:ea typeface="ＭＳ ゴシック" panose="020B0609070205080204" pitchFamily="49" charset="-128"/>
              </a:rPr>
              <a:pPr eaLnBrk="1" hangingPunct="1">
                <a:spcBef>
                  <a:spcPct val="0"/>
                </a:spcBef>
                <a:buFontTx/>
                <a:buNone/>
              </a:pPr>
              <a:t>1</a:t>
            </a:fld>
            <a:endParaRPr lang="en-US" altLang="ja-JP" sz="1400" b="1">
              <a:solidFill>
                <a:srgbClr val="000000"/>
              </a:solidFill>
              <a:latin typeface="ＭＳ ゴシック" panose="020B0609070205080204" pitchFamily="49" charset="-128"/>
              <a:ea typeface="ＭＳ ゴシック" panose="020B0609070205080204" pitchFamily="49" charset="-128"/>
            </a:endParaRPr>
          </a:p>
        </p:txBody>
      </p:sp>
      <p:sp>
        <p:nvSpPr>
          <p:cNvPr id="57" name="ホームベース 56">
            <a:extLst>
              <a:ext uri="{FF2B5EF4-FFF2-40B4-BE49-F238E27FC236}">
                <a16:creationId xmlns:a16="http://schemas.microsoft.com/office/drawing/2014/main" id="{5BD7E1A8-38BC-5E82-42F7-E46F63B87053}"/>
              </a:ext>
            </a:extLst>
          </p:cNvPr>
          <p:cNvSpPr/>
          <p:nvPr/>
        </p:nvSpPr>
        <p:spPr bwMode="auto">
          <a:xfrm rot="5400000">
            <a:off x="-2644774" y="3465512"/>
            <a:ext cx="6121400" cy="574675"/>
          </a:xfrm>
          <a:prstGeom prst="homePlate">
            <a:avLst>
              <a:gd name="adj" fmla="val 41160"/>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solidFill>
                <a:prstClr val="white"/>
              </a:solidFill>
              <a:latin typeface="ＭＳ ゴシック" pitchFamily="49" charset="-128"/>
              <a:ea typeface="ＭＳ ゴシック" pitchFamily="49" charset="-128"/>
            </a:endParaRPr>
          </a:p>
        </p:txBody>
      </p:sp>
      <p:sp>
        <p:nvSpPr>
          <p:cNvPr id="26629" name="テキスト ボックス 9">
            <a:extLst>
              <a:ext uri="{FF2B5EF4-FFF2-40B4-BE49-F238E27FC236}">
                <a16:creationId xmlns:a16="http://schemas.microsoft.com/office/drawing/2014/main" id="{056ACDA1-2620-8028-1B1F-5A7FCE729327}"/>
              </a:ext>
            </a:extLst>
          </p:cNvPr>
          <p:cNvSpPr txBox="1">
            <a:spLocks noChangeArrowheads="1"/>
          </p:cNvSpPr>
          <p:nvPr/>
        </p:nvSpPr>
        <p:spPr bwMode="auto">
          <a:xfrm>
            <a:off x="128588" y="703263"/>
            <a:ext cx="4921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en-US" altLang="ja-JP" sz="1200">
                <a:solidFill>
                  <a:srgbClr val="FFFFFF"/>
                </a:solidFill>
                <a:latin typeface="ＭＳ ゴシック" panose="020B0609070205080204" pitchFamily="49" charset="-128"/>
                <a:ea typeface="ＭＳ ゴシック" panose="020B0609070205080204" pitchFamily="49" charset="-128"/>
              </a:rPr>
              <a:t>2008</a:t>
            </a:r>
            <a:endParaRPr lang="ja-JP" altLang="en-US" sz="1200">
              <a:solidFill>
                <a:srgbClr val="FFFFFF"/>
              </a:solidFill>
              <a:latin typeface="ＭＳ ゴシック" panose="020B0609070205080204" pitchFamily="49" charset="-128"/>
              <a:ea typeface="ＭＳ ゴシック" panose="020B0609070205080204" pitchFamily="49" charset="-128"/>
            </a:endParaRPr>
          </a:p>
        </p:txBody>
      </p:sp>
      <p:sp>
        <p:nvSpPr>
          <p:cNvPr id="26630" name="テキスト ボックス 10">
            <a:extLst>
              <a:ext uri="{FF2B5EF4-FFF2-40B4-BE49-F238E27FC236}">
                <a16:creationId xmlns:a16="http://schemas.microsoft.com/office/drawing/2014/main" id="{9F2E895F-DB23-D50F-378D-B30E3801ED41}"/>
              </a:ext>
            </a:extLst>
          </p:cNvPr>
          <p:cNvSpPr txBox="1">
            <a:spLocks noChangeArrowheads="1"/>
          </p:cNvSpPr>
          <p:nvPr/>
        </p:nvSpPr>
        <p:spPr bwMode="auto">
          <a:xfrm>
            <a:off x="128588" y="3656013"/>
            <a:ext cx="4921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en-US" altLang="ja-JP" sz="1200">
                <a:solidFill>
                  <a:srgbClr val="FFFFFF"/>
                </a:solidFill>
                <a:latin typeface="ＭＳ ゴシック" panose="020B0609070205080204" pitchFamily="49" charset="-128"/>
                <a:ea typeface="ＭＳ ゴシック" panose="020B0609070205080204" pitchFamily="49" charset="-128"/>
              </a:rPr>
              <a:t>2012</a:t>
            </a:r>
            <a:endParaRPr lang="ja-JP" altLang="en-US" sz="1200">
              <a:solidFill>
                <a:srgbClr val="FFFFFF"/>
              </a:solidFill>
              <a:latin typeface="ＭＳ ゴシック" panose="020B0609070205080204" pitchFamily="49" charset="-128"/>
              <a:ea typeface="ＭＳ ゴシック" panose="020B0609070205080204" pitchFamily="49" charset="-128"/>
            </a:endParaRPr>
          </a:p>
        </p:txBody>
      </p:sp>
      <p:sp>
        <p:nvSpPr>
          <p:cNvPr id="26631" name="テキスト ボックス 12">
            <a:extLst>
              <a:ext uri="{FF2B5EF4-FFF2-40B4-BE49-F238E27FC236}">
                <a16:creationId xmlns:a16="http://schemas.microsoft.com/office/drawing/2014/main" id="{3F4BD1FC-D4EC-CDA7-B6B0-82AC4FF6C909}"/>
              </a:ext>
            </a:extLst>
          </p:cNvPr>
          <p:cNvSpPr txBox="1">
            <a:spLocks noChangeArrowheads="1"/>
          </p:cNvSpPr>
          <p:nvPr/>
        </p:nvSpPr>
        <p:spPr bwMode="auto">
          <a:xfrm>
            <a:off x="128588" y="1196975"/>
            <a:ext cx="4921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en-US" altLang="ja-JP" sz="1200">
                <a:solidFill>
                  <a:srgbClr val="FFFFFF"/>
                </a:solidFill>
                <a:latin typeface="ＭＳ ゴシック" panose="020B0609070205080204" pitchFamily="49" charset="-128"/>
                <a:ea typeface="ＭＳ ゴシック" panose="020B0609070205080204" pitchFamily="49" charset="-128"/>
              </a:rPr>
              <a:t>2009</a:t>
            </a:r>
            <a:endParaRPr lang="ja-JP" altLang="en-US" sz="1200">
              <a:solidFill>
                <a:srgbClr val="FFFFFF"/>
              </a:solidFill>
              <a:latin typeface="ＭＳ ゴシック" panose="020B0609070205080204" pitchFamily="49" charset="-128"/>
              <a:ea typeface="ＭＳ ゴシック" panose="020B0609070205080204" pitchFamily="49" charset="-128"/>
            </a:endParaRPr>
          </a:p>
        </p:txBody>
      </p:sp>
      <p:sp>
        <p:nvSpPr>
          <p:cNvPr id="26632" name="テキスト ボックス 13">
            <a:extLst>
              <a:ext uri="{FF2B5EF4-FFF2-40B4-BE49-F238E27FC236}">
                <a16:creationId xmlns:a16="http://schemas.microsoft.com/office/drawing/2014/main" id="{271574E5-239B-F2FE-B638-B548B9A454EC}"/>
              </a:ext>
            </a:extLst>
          </p:cNvPr>
          <p:cNvSpPr txBox="1">
            <a:spLocks noChangeArrowheads="1"/>
          </p:cNvSpPr>
          <p:nvPr/>
        </p:nvSpPr>
        <p:spPr bwMode="auto">
          <a:xfrm>
            <a:off x="128588" y="1844675"/>
            <a:ext cx="4921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en-US" altLang="ja-JP" sz="1200">
                <a:solidFill>
                  <a:srgbClr val="FFFFFF"/>
                </a:solidFill>
                <a:latin typeface="ＭＳ ゴシック" panose="020B0609070205080204" pitchFamily="49" charset="-128"/>
                <a:ea typeface="ＭＳ ゴシック" panose="020B0609070205080204" pitchFamily="49" charset="-128"/>
              </a:rPr>
              <a:t>2010</a:t>
            </a:r>
            <a:endParaRPr lang="ja-JP" altLang="en-US" sz="1200">
              <a:solidFill>
                <a:srgbClr val="FFFFFF"/>
              </a:solidFill>
              <a:latin typeface="ＭＳ ゴシック" panose="020B0609070205080204" pitchFamily="49" charset="-128"/>
              <a:ea typeface="ＭＳ ゴシック" panose="020B0609070205080204" pitchFamily="49" charset="-128"/>
            </a:endParaRPr>
          </a:p>
        </p:txBody>
      </p:sp>
      <p:sp>
        <p:nvSpPr>
          <p:cNvPr id="26633" name="テキスト ボックス 14">
            <a:extLst>
              <a:ext uri="{FF2B5EF4-FFF2-40B4-BE49-F238E27FC236}">
                <a16:creationId xmlns:a16="http://schemas.microsoft.com/office/drawing/2014/main" id="{3F080AC4-EC98-DC2E-487C-8ACE63090F7C}"/>
              </a:ext>
            </a:extLst>
          </p:cNvPr>
          <p:cNvSpPr txBox="1">
            <a:spLocks noChangeArrowheads="1"/>
          </p:cNvSpPr>
          <p:nvPr/>
        </p:nvSpPr>
        <p:spPr bwMode="auto">
          <a:xfrm>
            <a:off x="133350" y="2636838"/>
            <a:ext cx="4921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en-US" altLang="ja-JP" sz="1200">
                <a:solidFill>
                  <a:srgbClr val="FFFFFF"/>
                </a:solidFill>
                <a:latin typeface="ＭＳ ゴシック" panose="020B0609070205080204" pitchFamily="49" charset="-128"/>
                <a:ea typeface="ＭＳ ゴシック" panose="020B0609070205080204" pitchFamily="49" charset="-128"/>
              </a:rPr>
              <a:t>2011</a:t>
            </a:r>
            <a:endParaRPr lang="ja-JP" altLang="en-US" sz="1200">
              <a:solidFill>
                <a:srgbClr val="FFFFFF"/>
              </a:solidFill>
              <a:latin typeface="ＭＳ ゴシック" panose="020B0609070205080204" pitchFamily="49" charset="-128"/>
              <a:ea typeface="ＭＳ ゴシック" panose="020B0609070205080204" pitchFamily="49" charset="-128"/>
            </a:endParaRPr>
          </a:p>
        </p:txBody>
      </p:sp>
      <p:sp>
        <p:nvSpPr>
          <p:cNvPr id="104" name="テキスト ボックス 10">
            <a:extLst>
              <a:ext uri="{FF2B5EF4-FFF2-40B4-BE49-F238E27FC236}">
                <a16:creationId xmlns:a16="http://schemas.microsoft.com/office/drawing/2014/main" id="{9A68D52F-3E5D-CE8D-24EB-730CA3D6E1BF}"/>
              </a:ext>
            </a:extLst>
          </p:cNvPr>
          <p:cNvSpPr txBox="1">
            <a:spLocks noChangeArrowheads="1"/>
          </p:cNvSpPr>
          <p:nvPr/>
        </p:nvSpPr>
        <p:spPr bwMode="auto">
          <a:xfrm>
            <a:off x="909638" y="4552950"/>
            <a:ext cx="7283450" cy="511175"/>
          </a:xfrm>
          <a:prstGeom prst="wedgeRoundRectCallout">
            <a:avLst>
              <a:gd name="adj1" fmla="val -42328"/>
              <a:gd name="adj2" fmla="val 13767"/>
              <a:gd name="adj3" fmla="val 16667"/>
            </a:avLst>
          </a:prstGeom>
          <a:solidFill>
            <a:schemeClr val="accent6">
              <a:lumMod val="20000"/>
              <a:lumOff val="80000"/>
            </a:schemeClr>
          </a:solidFill>
          <a:ln>
            <a:solidFill>
              <a:schemeClr val="accent2"/>
            </a:solidFill>
            <a:headEnd/>
            <a:tailEnd/>
          </a:ln>
        </p:spPr>
        <p:style>
          <a:lnRef idx="2">
            <a:schemeClr val="accent1"/>
          </a:lnRef>
          <a:fillRef idx="1">
            <a:schemeClr val="lt1"/>
          </a:fillRef>
          <a:effectRef idx="0">
            <a:schemeClr val="accent1"/>
          </a:effectRef>
          <a:fontRef idx="minor">
            <a:schemeClr val="dk1"/>
          </a:fontRef>
        </p:style>
        <p:txBody>
          <a:bodyPr lIns="89942" tIns="45690" rIns="71954" bIns="45690">
            <a:spAutoFit/>
          </a:bodyPr>
          <a:lstStyle/>
          <a:p>
            <a:pPr marL="266529" indent="-266529">
              <a:defRPr/>
            </a:pPr>
            <a:r>
              <a:rPr lang="en-US" altLang="ja-JP" sz="1200" dirty="0">
                <a:solidFill>
                  <a:prstClr val="black"/>
                </a:solidFill>
                <a:latin typeface="ＭＳ ゴシック" pitchFamily="49" charset="-128"/>
                <a:ea typeface="ＭＳ ゴシック" pitchFamily="49" charset="-128"/>
              </a:rPr>
              <a:t>2012.8 </a:t>
            </a:r>
            <a:r>
              <a:rPr lang="ja-JP" altLang="en-US" sz="1200" dirty="0">
                <a:solidFill>
                  <a:prstClr val="black"/>
                </a:solidFill>
                <a:latin typeface="ＭＳ ゴシック" pitchFamily="49" charset="-128"/>
                <a:ea typeface="ＭＳ ゴシック" pitchFamily="49" charset="-128"/>
              </a:rPr>
              <a:t>　</a:t>
            </a:r>
            <a:r>
              <a:rPr lang="ja-JP" altLang="en-US" sz="1200" dirty="0">
                <a:solidFill>
                  <a:srgbClr val="FF0000"/>
                </a:solidFill>
                <a:latin typeface="ＭＳ ゴシック" pitchFamily="49" charset="-128"/>
                <a:ea typeface="ＭＳ ゴシック" pitchFamily="49" charset="-128"/>
              </a:rPr>
              <a:t>公共データＷＧ</a:t>
            </a:r>
            <a:r>
              <a:rPr lang="ja-JP" altLang="en-US" sz="1200" dirty="0">
                <a:solidFill>
                  <a:prstClr val="black"/>
                </a:solidFill>
                <a:latin typeface="ＭＳ ゴシック" pitchFamily="49" charset="-128"/>
                <a:ea typeface="ＭＳ ゴシック" pitchFamily="49" charset="-128"/>
              </a:rPr>
              <a:t>の設置</a:t>
            </a:r>
            <a:endParaRPr lang="en-US" altLang="ja-JP" sz="1200" dirty="0">
              <a:solidFill>
                <a:prstClr val="black"/>
              </a:solidFill>
              <a:latin typeface="ＭＳ ゴシック" pitchFamily="49" charset="-128"/>
              <a:ea typeface="ＭＳ ゴシック" pitchFamily="49" charset="-128"/>
            </a:endParaRPr>
          </a:p>
          <a:p>
            <a:pPr marL="266529" indent="-266529">
              <a:buFont typeface="Wingdings" pitchFamily="2" charset="2"/>
              <a:buChar char="u"/>
              <a:defRPr/>
            </a:pPr>
            <a:r>
              <a:rPr lang="ja-JP" altLang="en-US" sz="1200" b="0" dirty="0">
                <a:solidFill>
                  <a:prstClr val="black"/>
                </a:solidFill>
                <a:latin typeface="ＭＳ ゴシック" pitchFamily="49" charset="-128"/>
                <a:ea typeface="ＭＳ ゴシック" pitchFamily="49" charset="-128"/>
              </a:rPr>
              <a:t>民間有識者による公共ＷＧを設置し、必要なルール設定等について検討。</a:t>
            </a:r>
            <a:endParaRPr lang="en-US" altLang="ja-JP" sz="1200" b="0" dirty="0">
              <a:solidFill>
                <a:prstClr val="black"/>
              </a:solidFill>
              <a:latin typeface="ＭＳ ゴシック" pitchFamily="49" charset="-128"/>
              <a:ea typeface="ＭＳ ゴシック" pitchFamily="49" charset="-128"/>
            </a:endParaRPr>
          </a:p>
        </p:txBody>
      </p:sp>
      <p:sp>
        <p:nvSpPr>
          <p:cNvPr id="107" name="テキスト ボックス 10">
            <a:extLst>
              <a:ext uri="{FF2B5EF4-FFF2-40B4-BE49-F238E27FC236}">
                <a16:creationId xmlns:a16="http://schemas.microsoft.com/office/drawing/2014/main" id="{395691EE-F6EC-8FBA-381F-D72A91E84318}"/>
              </a:ext>
            </a:extLst>
          </p:cNvPr>
          <p:cNvSpPr txBox="1">
            <a:spLocks noChangeArrowheads="1"/>
          </p:cNvSpPr>
          <p:nvPr/>
        </p:nvSpPr>
        <p:spPr bwMode="auto">
          <a:xfrm>
            <a:off x="925513" y="5103813"/>
            <a:ext cx="7292975" cy="511175"/>
          </a:xfrm>
          <a:prstGeom prst="wedgeRoundRectCallout">
            <a:avLst>
              <a:gd name="adj1" fmla="val -37326"/>
              <a:gd name="adj2" fmla="val 14757"/>
              <a:gd name="adj3" fmla="val 16667"/>
            </a:avLst>
          </a:prstGeom>
          <a:solidFill>
            <a:schemeClr val="accent6">
              <a:lumMod val="20000"/>
              <a:lumOff val="80000"/>
            </a:schemeClr>
          </a:solidFill>
          <a:ln>
            <a:solidFill>
              <a:schemeClr val="accent2"/>
            </a:solidFill>
            <a:headEnd/>
            <a:tailEnd/>
          </a:ln>
        </p:spPr>
        <p:style>
          <a:lnRef idx="2">
            <a:schemeClr val="accent1"/>
          </a:lnRef>
          <a:fillRef idx="1">
            <a:schemeClr val="lt1"/>
          </a:fillRef>
          <a:effectRef idx="0">
            <a:schemeClr val="accent1"/>
          </a:effectRef>
          <a:fontRef idx="minor">
            <a:schemeClr val="dk1"/>
          </a:fontRef>
        </p:style>
        <p:txBody>
          <a:bodyPr lIns="89942" tIns="45690" rIns="71954" bIns="45690">
            <a:spAutoFit/>
          </a:bodyPr>
          <a:lstStyle/>
          <a:p>
            <a:pPr marL="266529" indent="-266529">
              <a:defRPr/>
            </a:pPr>
            <a:r>
              <a:rPr lang="en-US" altLang="ja-JP" sz="1200" dirty="0">
                <a:solidFill>
                  <a:prstClr val="black"/>
                </a:solidFill>
                <a:latin typeface="ＭＳ ゴシック" pitchFamily="49" charset="-128"/>
                <a:ea typeface="ＭＳ ゴシック" pitchFamily="49" charset="-128"/>
              </a:rPr>
              <a:t>2013.1 </a:t>
            </a:r>
            <a:r>
              <a:rPr lang="ja-JP" altLang="en-US" sz="1200" dirty="0">
                <a:solidFill>
                  <a:prstClr val="black"/>
                </a:solidFill>
                <a:latin typeface="ＭＳ ゴシック" pitchFamily="49" charset="-128"/>
                <a:ea typeface="ＭＳ ゴシック" pitchFamily="49" charset="-128"/>
              </a:rPr>
              <a:t>　</a:t>
            </a:r>
            <a:r>
              <a:rPr lang="ja-JP" altLang="en-US" sz="1200" dirty="0">
                <a:solidFill>
                  <a:srgbClr val="FF0000"/>
                </a:solidFill>
                <a:latin typeface="ＭＳ ゴシック" pitchFamily="49" charset="-128"/>
                <a:ea typeface="ＭＳ ゴシック" pitchFamily="49" charset="-128"/>
              </a:rPr>
              <a:t>「</a:t>
            </a:r>
            <a:r>
              <a:rPr lang="en-US" altLang="ja-JP" sz="1200" dirty="0">
                <a:solidFill>
                  <a:srgbClr val="FF0000"/>
                </a:solidFill>
                <a:latin typeface="ＭＳ ゴシック" pitchFamily="49" charset="-128"/>
                <a:ea typeface="ＭＳ ゴシック" pitchFamily="49" charset="-128"/>
              </a:rPr>
              <a:t>Open DATA METI</a:t>
            </a:r>
            <a:r>
              <a:rPr lang="ja-JP" altLang="en-US" sz="1200" dirty="0">
                <a:solidFill>
                  <a:srgbClr val="FF0000"/>
                </a:solidFill>
                <a:latin typeface="ＭＳ ゴシック" pitchFamily="49" charset="-128"/>
                <a:ea typeface="ＭＳ ゴシック" pitchFamily="49" charset="-128"/>
              </a:rPr>
              <a:t>」（</a:t>
            </a:r>
            <a:r>
              <a:rPr lang="en-US" altLang="ja-JP" sz="1200" dirty="0">
                <a:solidFill>
                  <a:srgbClr val="FF0000"/>
                </a:solidFill>
                <a:latin typeface="ＭＳ ゴシック" pitchFamily="49" charset="-128"/>
                <a:ea typeface="ＭＳ ゴシック" pitchFamily="49" charset="-128"/>
              </a:rPr>
              <a:t>β</a:t>
            </a:r>
            <a:r>
              <a:rPr lang="ja-JP" altLang="en-US" sz="1200" dirty="0">
                <a:solidFill>
                  <a:srgbClr val="FF0000"/>
                </a:solidFill>
                <a:latin typeface="ＭＳ ゴシック" pitchFamily="49" charset="-128"/>
                <a:ea typeface="ＭＳ ゴシック" pitchFamily="49" charset="-128"/>
              </a:rPr>
              <a:t>版）</a:t>
            </a:r>
            <a:r>
              <a:rPr lang="ja-JP" altLang="en-US" sz="1200" dirty="0">
                <a:solidFill>
                  <a:prstClr val="black"/>
                </a:solidFill>
                <a:latin typeface="ＭＳ ゴシック" pitchFamily="49" charset="-128"/>
                <a:ea typeface="ＭＳ ゴシック" pitchFamily="49" charset="-128"/>
              </a:rPr>
              <a:t>の設置</a:t>
            </a:r>
            <a:endParaRPr lang="en-US" altLang="ja-JP" sz="1200" dirty="0">
              <a:solidFill>
                <a:prstClr val="black"/>
              </a:solidFill>
              <a:latin typeface="ＭＳ ゴシック" pitchFamily="49" charset="-128"/>
              <a:ea typeface="ＭＳ ゴシック" pitchFamily="49" charset="-128"/>
            </a:endParaRPr>
          </a:p>
          <a:p>
            <a:pPr marL="266529" indent="-266529">
              <a:buFont typeface="Wingdings" pitchFamily="2" charset="2"/>
              <a:buChar char="u"/>
              <a:defRPr/>
            </a:pPr>
            <a:r>
              <a:rPr lang="ja-JP" altLang="en-US" sz="1200" b="0" dirty="0">
                <a:solidFill>
                  <a:prstClr val="black"/>
                </a:solidFill>
                <a:latin typeface="ＭＳ ゴシック" pitchFamily="49" charset="-128"/>
                <a:ea typeface="ＭＳ ゴシック" pitchFamily="49" charset="-128"/>
              </a:rPr>
              <a:t>国の行政機関初のデータカタログサイト。経産省のデータを対象にカタログ化を実施。</a:t>
            </a:r>
            <a:endParaRPr lang="en-US" altLang="ja-JP" sz="1200" b="0" dirty="0">
              <a:solidFill>
                <a:prstClr val="black"/>
              </a:solidFill>
              <a:latin typeface="ＭＳ ゴシック" pitchFamily="49" charset="-128"/>
              <a:ea typeface="ＭＳ ゴシック" pitchFamily="49" charset="-128"/>
            </a:endParaRPr>
          </a:p>
        </p:txBody>
      </p:sp>
      <p:sp>
        <p:nvSpPr>
          <p:cNvPr id="109" name="テキスト ボックス 10">
            <a:extLst>
              <a:ext uri="{FF2B5EF4-FFF2-40B4-BE49-F238E27FC236}">
                <a16:creationId xmlns:a16="http://schemas.microsoft.com/office/drawing/2014/main" id="{39D051DF-B7A5-1B3D-791C-1A6CBD3876E2}"/>
              </a:ext>
            </a:extLst>
          </p:cNvPr>
          <p:cNvSpPr txBox="1">
            <a:spLocks noChangeArrowheads="1"/>
          </p:cNvSpPr>
          <p:nvPr/>
        </p:nvSpPr>
        <p:spPr bwMode="auto">
          <a:xfrm>
            <a:off x="908050" y="5699125"/>
            <a:ext cx="7283450" cy="306388"/>
          </a:xfrm>
          <a:prstGeom prst="wedgeRoundRectCallout">
            <a:avLst>
              <a:gd name="adj1" fmla="val -40001"/>
              <a:gd name="adj2" fmla="val 274"/>
              <a:gd name="adj3" fmla="val 16667"/>
            </a:avLst>
          </a:prstGeom>
          <a:solidFill>
            <a:schemeClr val="accent6">
              <a:lumMod val="20000"/>
              <a:lumOff val="80000"/>
            </a:schemeClr>
          </a:solidFill>
          <a:ln>
            <a:solidFill>
              <a:schemeClr val="accent2"/>
            </a:solidFill>
            <a:headEnd/>
            <a:tailEnd/>
          </a:ln>
        </p:spPr>
        <p:style>
          <a:lnRef idx="2">
            <a:schemeClr val="accent1"/>
          </a:lnRef>
          <a:fillRef idx="1">
            <a:schemeClr val="lt1"/>
          </a:fillRef>
          <a:effectRef idx="0">
            <a:schemeClr val="accent1"/>
          </a:effectRef>
          <a:fontRef idx="minor">
            <a:schemeClr val="dk1"/>
          </a:fontRef>
        </p:style>
        <p:txBody>
          <a:bodyPr lIns="89942" tIns="45690" rIns="71954" bIns="45690">
            <a:spAutoFit/>
          </a:bodyPr>
          <a:lstStyle/>
          <a:p>
            <a:pPr marL="266529" indent="-266529">
              <a:defRPr/>
            </a:pPr>
            <a:r>
              <a:rPr lang="en-US" altLang="ja-JP" sz="1200" dirty="0">
                <a:solidFill>
                  <a:prstClr val="black"/>
                </a:solidFill>
                <a:latin typeface="ＭＳ ゴシック" pitchFamily="49" charset="-128"/>
                <a:ea typeface="ＭＳ ゴシック" pitchFamily="49" charset="-128"/>
              </a:rPr>
              <a:t>2013.3 </a:t>
            </a:r>
            <a:r>
              <a:rPr lang="ja-JP" altLang="en-US" sz="1200" dirty="0">
                <a:solidFill>
                  <a:prstClr val="black"/>
                </a:solidFill>
                <a:latin typeface="ＭＳ ゴシック" pitchFamily="49" charset="-128"/>
                <a:ea typeface="ＭＳ ゴシック" pitchFamily="49" charset="-128"/>
              </a:rPr>
              <a:t>　</a:t>
            </a:r>
            <a:r>
              <a:rPr lang="ja-JP" altLang="en-US" sz="1200" dirty="0">
                <a:solidFill>
                  <a:srgbClr val="FF0000"/>
                </a:solidFill>
                <a:latin typeface="ＭＳ ゴシック" pitchFamily="49" charset="-128"/>
                <a:ea typeface="ＭＳ ゴシック" pitchFamily="49" charset="-128"/>
              </a:rPr>
              <a:t>電子行政オープンデータ実務者会議で２０１２年度の成果を踏まえ今後の実施事項を提言</a:t>
            </a:r>
            <a:endParaRPr lang="en-US" altLang="ja-JP" sz="1200" dirty="0">
              <a:solidFill>
                <a:srgbClr val="FF0000"/>
              </a:solidFill>
              <a:latin typeface="ＭＳ ゴシック" pitchFamily="49" charset="-128"/>
              <a:ea typeface="ＭＳ ゴシック" pitchFamily="49" charset="-128"/>
            </a:endParaRPr>
          </a:p>
        </p:txBody>
      </p:sp>
      <p:sp>
        <p:nvSpPr>
          <p:cNvPr id="111" name="テキスト ボックス 10">
            <a:extLst>
              <a:ext uri="{FF2B5EF4-FFF2-40B4-BE49-F238E27FC236}">
                <a16:creationId xmlns:a16="http://schemas.microsoft.com/office/drawing/2014/main" id="{D5A7F101-A911-4995-CE5E-B8548482CE8A}"/>
              </a:ext>
            </a:extLst>
          </p:cNvPr>
          <p:cNvSpPr txBox="1">
            <a:spLocks noChangeArrowheads="1"/>
          </p:cNvSpPr>
          <p:nvPr/>
        </p:nvSpPr>
        <p:spPr bwMode="auto">
          <a:xfrm>
            <a:off x="909638" y="6048375"/>
            <a:ext cx="7283450" cy="509588"/>
          </a:xfrm>
          <a:prstGeom prst="wedgeRoundRectCallout">
            <a:avLst>
              <a:gd name="adj1" fmla="val -41289"/>
              <a:gd name="adj2" fmla="val 2044"/>
              <a:gd name="adj3" fmla="val 16667"/>
            </a:avLst>
          </a:prstGeom>
          <a:solidFill>
            <a:schemeClr val="accent6">
              <a:lumMod val="20000"/>
              <a:lumOff val="80000"/>
            </a:schemeClr>
          </a:solidFill>
          <a:ln>
            <a:solidFill>
              <a:schemeClr val="accent2"/>
            </a:solidFill>
            <a:headEnd/>
            <a:tailEnd/>
          </a:ln>
        </p:spPr>
        <p:style>
          <a:lnRef idx="2">
            <a:schemeClr val="accent1"/>
          </a:lnRef>
          <a:fillRef idx="1">
            <a:schemeClr val="lt1"/>
          </a:fillRef>
          <a:effectRef idx="0">
            <a:schemeClr val="accent1"/>
          </a:effectRef>
          <a:fontRef idx="minor">
            <a:schemeClr val="dk1"/>
          </a:fontRef>
        </p:style>
        <p:txBody>
          <a:bodyPr lIns="89942" tIns="45690" rIns="71954" bIns="45690">
            <a:spAutoFit/>
          </a:bodyPr>
          <a:lstStyle/>
          <a:p>
            <a:pPr marL="266529" indent="-266529">
              <a:defRPr/>
            </a:pPr>
            <a:r>
              <a:rPr lang="en-US" altLang="ja-JP" sz="1200" dirty="0">
                <a:solidFill>
                  <a:prstClr val="black"/>
                </a:solidFill>
                <a:latin typeface="ＭＳ ゴシック" pitchFamily="49" charset="-128"/>
                <a:ea typeface="ＭＳ ゴシック" pitchFamily="49" charset="-128"/>
              </a:rPr>
              <a:t>2013.10 </a:t>
            </a:r>
            <a:r>
              <a:rPr lang="ja-JP" altLang="en-US" sz="1200" dirty="0">
                <a:solidFill>
                  <a:prstClr val="black"/>
                </a:solidFill>
                <a:latin typeface="ＭＳ ゴシック" pitchFamily="49" charset="-128"/>
                <a:ea typeface="ＭＳ ゴシック" pitchFamily="49" charset="-128"/>
              </a:rPr>
              <a:t>　</a:t>
            </a:r>
            <a:r>
              <a:rPr lang="ja-JP" altLang="en-US" sz="1200" dirty="0">
                <a:solidFill>
                  <a:srgbClr val="FF0000"/>
                </a:solidFill>
                <a:latin typeface="ＭＳ ゴシック" pitchFamily="49" charset="-128"/>
                <a:ea typeface="ＭＳ ゴシック" pitchFamily="49" charset="-128"/>
              </a:rPr>
              <a:t>公共データ</a:t>
            </a:r>
            <a:r>
              <a:rPr lang="en-US" altLang="ja-JP" sz="1200" dirty="0">
                <a:solidFill>
                  <a:srgbClr val="FF0000"/>
                </a:solidFill>
                <a:latin typeface="ＭＳ ゴシック" pitchFamily="49" charset="-128"/>
                <a:ea typeface="ＭＳ ゴシック" pitchFamily="49" charset="-128"/>
              </a:rPr>
              <a:t>WG</a:t>
            </a:r>
            <a:r>
              <a:rPr lang="ja-JP" altLang="en-US" sz="1200" dirty="0">
                <a:solidFill>
                  <a:schemeClr val="tx1"/>
                </a:solidFill>
                <a:latin typeface="ＭＳ ゴシック" pitchFamily="49" charset="-128"/>
                <a:ea typeface="ＭＳ ゴシック" pitchFamily="49" charset="-128"/>
              </a:rPr>
              <a:t>の開催</a:t>
            </a:r>
            <a:endParaRPr lang="en-US" altLang="ja-JP" sz="1200" dirty="0">
              <a:solidFill>
                <a:schemeClr val="tx1"/>
              </a:solidFill>
              <a:latin typeface="ＭＳ ゴシック" pitchFamily="49" charset="-128"/>
              <a:ea typeface="ＭＳ ゴシック" pitchFamily="49" charset="-128"/>
            </a:endParaRPr>
          </a:p>
          <a:p>
            <a:pPr marL="266529" indent="-266529">
              <a:buFont typeface="Wingdings" pitchFamily="2" charset="2"/>
              <a:buChar char="u"/>
              <a:defRPr/>
            </a:pPr>
            <a:r>
              <a:rPr lang="ja-JP" altLang="en-US" sz="1200" b="0" dirty="0">
                <a:solidFill>
                  <a:schemeClr val="tx1"/>
                </a:solidFill>
                <a:latin typeface="ＭＳ ゴシック" pitchFamily="49" charset="-128"/>
                <a:ea typeface="ＭＳ ゴシック" pitchFamily="49" charset="-128"/>
              </a:rPr>
              <a:t>オープンデータの進捗状況についてレビュー。</a:t>
            </a:r>
            <a:endParaRPr lang="en-US" altLang="ja-JP" sz="1200" b="0" dirty="0">
              <a:solidFill>
                <a:schemeClr val="tx1"/>
              </a:solidFill>
              <a:latin typeface="ＭＳ ゴシック" pitchFamily="49" charset="-128"/>
              <a:ea typeface="ＭＳ ゴシック" pitchFamily="49" charset="-128"/>
            </a:endParaRPr>
          </a:p>
        </p:txBody>
      </p:sp>
      <p:sp>
        <p:nvSpPr>
          <p:cNvPr id="2" name="フローチャート: 処理 1">
            <a:extLst>
              <a:ext uri="{FF2B5EF4-FFF2-40B4-BE49-F238E27FC236}">
                <a16:creationId xmlns:a16="http://schemas.microsoft.com/office/drawing/2014/main" id="{67CF0949-B4B1-C67B-E234-02EDE016BC63}"/>
              </a:ext>
            </a:extLst>
          </p:cNvPr>
          <p:cNvSpPr/>
          <p:nvPr/>
        </p:nvSpPr>
        <p:spPr>
          <a:xfrm>
            <a:off x="793750" y="4102100"/>
            <a:ext cx="7424738" cy="406400"/>
          </a:xfrm>
          <a:prstGeom prst="flowChartProcess">
            <a:avLst/>
          </a:prstGeom>
          <a:solidFill>
            <a:schemeClr val="accent6">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215761" indent="-215761">
              <a:defRPr/>
            </a:pPr>
            <a:r>
              <a:rPr lang="en-US" altLang="ja-JP" sz="1100" dirty="0">
                <a:solidFill>
                  <a:prstClr val="black"/>
                </a:solidFill>
                <a:latin typeface="ＭＳ ゴシック" pitchFamily="49" charset="-128"/>
                <a:ea typeface="ＭＳ ゴシック" pitchFamily="49" charset="-128"/>
              </a:rPr>
              <a:t>2012.7</a:t>
            </a:r>
            <a:r>
              <a:rPr lang="ja-JP" altLang="en-US" sz="1100" dirty="0">
                <a:solidFill>
                  <a:prstClr val="black"/>
                </a:solidFill>
                <a:latin typeface="ＭＳ ゴシック" pitchFamily="49" charset="-128"/>
                <a:ea typeface="ＭＳ ゴシック" pitchFamily="49" charset="-128"/>
              </a:rPr>
              <a:t>　</a:t>
            </a:r>
            <a:r>
              <a:rPr lang="en-US" altLang="ja-JP" sz="1100" dirty="0">
                <a:solidFill>
                  <a:srgbClr val="FF0000"/>
                </a:solidFill>
                <a:latin typeface="ＭＳ ゴシック" pitchFamily="49" charset="-128"/>
                <a:ea typeface="ＭＳ ゴシック" pitchFamily="49" charset="-128"/>
              </a:rPr>
              <a:t>DATA METI</a:t>
            </a:r>
            <a:r>
              <a:rPr lang="ja-JP" altLang="en-US" sz="1100" dirty="0">
                <a:solidFill>
                  <a:srgbClr val="FF0000"/>
                </a:solidFill>
                <a:latin typeface="ＭＳ ゴシック" pitchFamily="49" charset="-128"/>
                <a:ea typeface="ＭＳ ゴシック" pitchFamily="49" charset="-128"/>
              </a:rPr>
              <a:t>構想</a:t>
            </a:r>
            <a:r>
              <a:rPr lang="ja-JP" altLang="en-US" sz="1100" dirty="0">
                <a:solidFill>
                  <a:prstClr val="black"/>
                </a:solidFill>
                <a:latin typeface="ＭＳ ゴシック" pitchFamily="49" charset="-128"/>
                <a:ea typeface="ＭＳ ゴシック" pitchFamily="49" charset="-128"/>
              </a:rPr>
              <a:t>の公表・実施</a:t>
            </a:r>
            <a:endParaRPr lang="en-US" altLang="ja-JP" sz="1100" dirty="0">
              <a:solidFill>
                <a:prstClr val="black"/>
              </a:solidFill>
              <a:latin typeface="ＭＳ ゴシック" pitchFamily="49" charset="-128"/>
              <a:ea typeface="ＭＳ ゴシック" pitchFamily="49" charset="-128"/>
            </a:endParaRPr>
          </a:p>
          <a:p>
            <a:pPr marL="215761" indent="-215761">
              <a:buFont typeface="Wingdings" pitchFamily="2" charset="2"/>
              <a:buChar char="u"/>
              <a:defRPr/>
            </a:pPr>
            <a:r>
              <a:rPr lang="ja-JP" altLang="en-US" sz="1100" b="0" dirty="0">
                <a:solidFill>
                  <a:prstClr val="black"/>
                </a:solidFill>
                <a:latin typeface="ＭＳ ゴシック" pitchFamily="49" charset="-128"/>
                <a:ea typeface="ＭＳ ゴシック" pitchFamily="49" charset="-128"/>
              </a:rPr>
              <a:t>自身の保有データを対象にデータ公開の環境整備を行うとともに、オープンデータによる経済活性化を促進。</a:t>
            </a:r>
            <a:endParaRPr lang="en-US" altLang="ja-JP" sz="1100" b="0" dirty="0">
              <a:solidFill>
                <a:prstClr val="white"/>
              </a:solidFill>
              <a:latin typeface="ＭＳ ゴシック" pitchFamily="49" charset="-128"/>
              <a:ea typeface="ＭＳ ゴシック" pitchFamily="49" charset="-128"/>
            </a:endParaRPr>
          </a:p>
        </p:txBody>
      </p:sp>
      <p:sp>
        <p:nvSpPr>
          <p:cNvPr id="26639" name="テキスト ボックス 10">
            <a:extLst>
              <a:ext uri="{FF2B5EF4-FFF2-40B4-BE49-F238E27FC236}">
                <a16:creationId xmlns:a16="http://schemas.microsoft.com/office/drawing/2014/main" id="{E31E94C7-50F7-ACBB-FD57-37171FEBD34B}"/>
              </a:ext>
            </a:extLst>
          </p:cNvPr>
          <p:cNvSpPr txBox="1">
            <a:spLocks noChangeArrowheads="1"/>
          </p:cNvSpPr>
          <p:nvPr/>
        </p:nvSpPr>
        <p:spPr bwMode="auto">
          <a:xfrm>
            <a:off x="128588" y="5024438"/>
            <a:ext cx="492125"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en-US" altLang="ja-JP" sz="1200">
                <a:solidFill>
                  <a:srgbClr val="FFFFFF"/>
                </a:solidFill>
                <a:latin typeface="ＭＳ ゴシック" panose="020B0609070205080204" pitchFamily="49" charset="-128"/>
                <a:ea typeface="ＭＳ ゴシック" panose="020B0609070205080204" pitchFamily="49" charset="-128"/>
              </a:rPr>
              <a:t>2013</a:t>
            </a:r>
            <a:endParaRPr lang="ja-JP" altLang="en-US" sz="1200">
              <a:solidFill>
                <a:srgbClr val="FFFFFF"/>
              </a:solidFill>
              <a:latin typeface="ＭＳ ゴシック" panose="020B0609070205080204" pitchFamily="49" charset="-128"/>
              <a:ea typeface="ＭＳ ゴシック" panose="020B0609070205080204" pitchFamily="49" charset="-128"/>
            </a:endParaRPr>
          </a:p>
        </p:txBody>
      </p:sp>
      <p:sp>
        <p:nvSpPr>
          <p:cNvPr id="119" name="テキスト ボックス 10">
            <a:extLst>
              <a:ext uri="{FF2B5EF4-FFF2-40B4-BE49-F238E27FC236}">
                <a16:creationId xmlns:a16="http://schemas.microsoft.com/office/drawing/2014/main" id="{71D4B858-2259-B4EC-6DE1-2015D806DE4D}"/>
              </a:ext>
            </a:extLst>
          </p:cNvPr>
          <p:cNvSpPr txBox="1">
            <a:spLocks noChangeArrowheads="1"/>
          </p:cNvSpPr>
          <p:nvPr/>
        </p:nvSpPr>
        <p:spPr bwMode="auto">
          <a:xfrm>
            <a:off x="909638" y="3422650"/>
            <a:ext cx="7283450" cy="647700"/>
          </a:xfrm>
          <a:prstGeom prst="wedgeRoundRectCallout">
            <a:avLst>
              <a:gd name="adj1" fmla="val -44670"/>
              <a:gd name="adj2" fmla="val 20761"/>
              <a:gd name="adj3" fmla="val 16667"/>
            </a:avLst>
          </a:prstGeom>
          <a:solidFill>
            <a:schemeClr val="accent6">
              <a:lumMod val="20000"/>
              <a:lumOff val="80000"/>
            </a:schemeClr>
          </a:solidFill>
          <a:ln>
            <a:solidFill>
              <a:schemeClr val="accent2"/>
            </a:solidFill>
            <a:headEnd/>
            <a:tailEnd/>
          </a:ln>
        </p:spPr>
        <p:style>
          <a:lnRef idx="2">
            <a:schemeClr val="accent1"/>
          </a:lnRef>
          <a:fillRef idx="1">
            <a:schemeClr val="lt1"/>
          </a:fillRef>
          <a:effectRef idx="0">
            <a:schemeClr val="accent1"/>
          </a:effectRef>
          <a:fontRef idx="minor">
            <a:schemeClr val="dk1"/>
          </a:fontRef>
        </p:style>
        <p:txBody>
          <a:bodyPr lIns="89942" tIns="45690" rIns="71954" bIns="45690">
            <a:spAutoFit/>
          </a:bodyPr>
          <a:lstStyle/>
          <a:p>
            <a:pPr>
              <a:defRPr/>
            </a:pPr>
            <a:r>
              <a:rPr lang="en-US" altLang="ja-JP" sz="1100" dirty="0">
                <a:solidFill>
                  <a:prstClr val="black"/>
                </a:solidFill>
                <a:latin typeface="ＭＳ ゴシック" pitchFamily="49" charset="-128"/>
                <a:ea typeface="ＭＳ ゴシック" pitchFamily="49" charset="-128"/>
              </a:rPr>
              <a:t>2012.1</a:t>
            </a:r>
            <a:r>
              <a:rPr lang="ja-JP" altLang="en-US" sz="1100" dirty="0">
                <a:solidFill>
                  <a:prstClr val="black"/>
                </a:solidFill>
                <a:latin typeface="ＭＳ ゴシック" pitchFamily="49" charset="-128"/>
                <a:ea typeface="ＭＳ ゴシック" pitchFamily="49" charset="-128"/>
              </a:rPr>
              <a:t>　　</a:t>
            </a:r>
            <a:r>
              <a:rPr lang="ja-JP" altLang="en-US" sz="1100" dirty="0">
                <a:solidFill>
                  <a:srgbClr val="FF0000"/>
                </a:solidFill>
                <a:latin typeface="ＭＳ ゴシック" pitchFamily="49" charset="-128"/>
                <a:ea typeface="ＭＳ ゴシック" pitchFamily="49" charset="-128"/>
              </a:rPr>
              <a:t>復旧・復興支援制度データベース</a:t>
            </a:r>
            <a:r>
              <a:rPr lang="ja-JP" altLang="en-US" sz="1100" dirty="0">
                <a:solidFill>
                  <a:prstClr val="black"/>
                </a:solidFill>
                <a:latin typeface="ＭＳ ゴシック" pitchFamily="49" charset="-128"/>
                <a:ea typeface="ＭＳ ゴシック" pitchFamily="49" charset="-128"/>
              </a:rPr>
              <a:t>の公開 ★</a:t>
            </a:r>
            <a:endParaRPr lang="en-US" altLang="ja-JP" sz="1100" dirty="0">
              <a:solidFill>
                <a:prstClr val="black"/>
              </a:solidFill>
              <a:latin typeface="ＭＳ ゴシック" pitchFamily="49" charset="-128"/>
              <a:ea typeface="ＭＳ ゴシック" pitchFamily="49" charset="-128"/>
            </a:endParaRPr>
          </a:p>
          <a:p>
            <a:pPr marL="177686" lvl="1" indent="-177686">
              <a:buFont typeface="Wingdings" pitchFamily="2" charset="2"/>
              <a:buChar char="u"/>
              <a:defRPr/>
            </a:pPr>
            <a:r>
              <a:rPr lang="ja-JP" altLang="en-US" sz="1050" b="0" dirty="0">
                <a:solidFill>
                  <a:prstClr val="black"/>
                </a:solidFill>
                <a:latin typeface="ＭＳ ゴシック" pitchFamily="49" charset="-128"/>
                <a:ea typeface="ＭＳ ゴシック" pitchFamily="49" charset="-128"/>
              </a:rPr>
              <a:t>バラバラに提供されていた国や自治体の東日本大震災の被災地支援制度情報をワンストップで検索できるＤＢを公開。</a:t>
            </a:r>
            <a:endParaRPr lang="en-US" altLang="ja-JP" sz="1050" b="0" dirty="0">
              <a:solidFill>
                <a:prstClr val="black"/>
              </a:solidFill>
              <a:latin typeface="ＭＳ ゴシック" pitchFamily="49" charset="-128"/>
              <a:ea typeface="ＭＳ ゴシック" pitchFamily="49" charset="-128"/>
            </a:endParaRPr>
          </a:p>
        </p:txBody>
      </p:sp>
      <p:sp>
        <p:nvSpPr>
          <p:cNvPr id="120" name="テキスト ボックス 10">
            <a:extLst>
              <a:ext uri="{FF2B5EF4-FFF2-40B4-BE49-F238E27FC236}">
                <a16:creationId xmlns:a16="http://schemas.microsoft.com/office/drawing/2014/main" id="{B2BC6354-19DB-CA42-FCF1-97E03F32DD9C}"/>
              </a:ext>
            </a:extLst>
          </p:cNvPr>
          <p:cNvSpPr txBox="1">
            <a:spLocks noChangeArrowheads="1"/>
          </p:cNvSpPr>
          <p:nvPr/>
        </p:nvSpPr>
        <p:spPr bwMode="auto">
          <a:xfrm>
            <a:off x="909638" y="2846388"/>
            <a:ext cx="7283450" cy="511175"/>
          </a:xfrm>
          <a:prstGeom prst="wedgeRoundRectCallout">
            <a:avLst>
              <a:gd name="adj1" fmla="val -45137"/>
              <a:gd name="adj2" fmla="val 18429"/>
              <a:gd name="adj3" fmla="val 16667"/>
            </a:avLst>
          </a:prstGeom>
          <a:solidFill>
            <a:schemeClr val="accent6">
              <a:lumMod val="20000"/>
              <a:lumOff val="80000"/>
            </a:schemeClr>
          </a:solidFill>
          <a:ln>
            <a:solidFill>
              <a:schemeClr val="accent2"/>
            </a:solidFill>
            <a:headEnd/>
            <a:tailEnd/>
          </a:ln>
        </p:spPr>
        <p:style>
          <a:lnRef idx="2">
            <a:schemeClr val="accent1"/>
          </a:lnRef>
          <a:fillRef idx="1">
            <a:schemeClr val="lt1"/>
          </a:fillRef>
          <a:effectRef idx="0">
            <a:schemeClr val="accent1"/>
          </a:effectRef>
          <a:fontRef idx="minor">
            <a:schemeClr val="dk1"/>
          </a:fontRef>
        </p:style>
        <p:txBody>
          <a:bodyPr lIns="89942" tIns="45690" rIns="71954" bIns="45690">
            <a:spAutoFit/>
          </a:bodyPr>
          <a:lstStyle/>
          <a:p>
            <a:pPr>
              <a:defRPr/>
            </a:pPr>
            <a:r>
              <a:rPr lang="en-US" altLang="ja-JP" sz="1200" dirty="0">
                <a:solidFill>
                  <a:prstClr val="black"/>
                </a:solidFill>
                <a:latin typeface="ＭＳ ゴシック" pitchFamily="49" charset="-128"/>
                <a:ea typeface="ＭＳ ゴシック" pitchFamily="49" charset="-128"/>
              </a:rPr>
              <a:t>2011.10</a:t>
            </a:r>
            <a:r>
              <a:rPr lang="ja-JP" altLang="en-US" sz="1200" dirty="0">
                <a:solidFill>
                  <a:prstClr val="black"/>
                </a:solidFill>
                <a:latin typeface="ＭＳ ゴシック" pitchFamily="49" charset="-128"/>
                <a:ea typeface="ＭＳ ゴシック" pitchFamily="49" charset="-128"/>
              </a:rPr>
              <a:t>　　</a:t>
            </a:r>
            <a:r>
              <a:rPr lang="ja-JP" altLang="en-US" sz="1200" dirty="0">
                <a:solidFill>
                  <a:srgbClr val="FF0000"/>
                </a:solidFill>
                <a:latin typeface="ＭＳ ゴシック" pitchFamily="49" charset="-128"/>
                <a:ea typeface="ＭＳ ゴシック" pitchFamily="49" charset="-128"/>
              </a:rPr>
              <a:t>文字情報基盤</a:t>
            </a:r>
            <a:r>
              <a:rPr lang="ja-JP" altLang="en-US" sz="1200" dirty="0">
                <a:solidFill>
                  <a:prstClr val="black"/>
                </a:solidFill>
                <a:latin typeface="ＭＳ ゴシック" pitchFamily="49" charset="-128"/>
                <a:ea typeface="ＭＳ ゴシック" pitchFamily="49" charset="-128"/>
              </a:rPr>
              <a:t>の公開 ★</a:t>
            </a:r>
            <a:endParaRPr lang="en-US" altLang="ja-JP" sz="1200" dirty="0">
              <a:solidFill>
                <a:prstClr val="black"/>
              </a:solidFill>
              <a:latin typeface="ＭＳ ゴシック" pitchFamily="49" charset="-128"/>
              <a:ea typeface="ＭＳ ゴシック" pitchFamily="49" charset="-128"/>
            </a:endParaRPr>
          </a:p>
          <a:p>
            <a:pPr marL="177686" lvl="1" indent="-177686">
              <a:buFont typeface="Wingdings" pitchFamily="2" charset="2"/>
              <a:buChar char="u"/>
              <a:defRPr/>
            </a:pPr>
            <a:r>
              <a:rPr lang="ja-JP" altLang="en-US" sz="1100" b="0" dirty="0">
                <a:solidFill>
                  <a:prstClr val="black"/>
                </a:solidFill>
                <a:latin typeface="ＭＳ ゴシック" pitchFamily="49" charset="-128"/>
                <a:ea typeface="ＭＳ ゴシック" pitchFamily="49" charset="-128"/>
              </a:rPr>
              <a:t>これまで</a:t>
            </a:r>
            <a:r>
              <a:rPr lang="en-US" altLang="ja-JP" sz="1100" b="0" dirty="0">
                <a:solidFill>
                  <a:prstClr val="black"/>
                </a:solidFill>
                <a:latin typeface="ＭＳ ゴシック" pitchFamily="49" charset="-128"/>
                <a:ea typeface="ＭＳ ゴシック" pitchFamily="49" charset="-128"/>
              </a:rPr>
              <a:t>PC</a:t>
            </a:r>
            <a:r>
              <a:rPr lang="ja-JP" altLang="en-US" sz="1100" b="0" dirty="0">
                <a:solidFill>
                  <a:prstClr val="black"/>
                </a:solidFill>
                <a:latin typeface="ＭＳ ゴシック" pitchFamily="49" charset="-128"/>
                <a:ea typeface="ＭＳ ゴシック" pitchFamily="49" charset="-128"/>
              </a:rPr>
              <a:t>で記入できなかった外字を入力するための文字情報を無償で公開。</a:t>
            </a:r>
            <a:endParaRPr lang="en-US" altLang="ja-JP" sz="1100" b="0" dirty="0">
              <a:solidFill>
                <a:prstClr val="black"/>
              </a:solidFill>
              <a:latin typeface="ＭＳ ゴシック" pitchFamily="49" charset="-128"/>
              <a:ea typeface="ＭＳ ゴシック" pitchFamily="49" charset="-128"/>
            </a:endParaRPr>
          </a:p>
        </p:txBody>
      </p:sp>
      <p:sp>
        <p:nvSpPr>
          <p:cNvPr id="121" name="テキスト ボックス 10">
            <a:extLst>
              <a:ext uri="{FF2B5EF4-FFF2-40B4-BE49-F238E27FC236}">
                <a16:creationId xmlns:a16="http://schemas.microsoft.com/office/drawing/2014/main" id="{6A3F242C-12B7-3362-ABBE-05AA907151EC}"/>
              </a:ext>
            </a:extLst>
          </p:cNvPr>
          <p:cNvSpPr txBox="1">
            <a:spLocks noChangeArrowheads="1"/>
          </p:cNvSpPr>
          <p:nvPr/>
        </p:nvSpPr>
        <p:spPr bwMode="auto">
          <a:xfrm>
            <a:off x="909638" y="2270125"/>
            <a:ext cx="7283450" cy="511175"/>
          </a:xfrm>
          <a:prstGeom prst="wedgeRoundRectCallout">
            <a:avLst>
              <a:gd name="adj1" fmla="val -44825"/>
              <a:gd name="adj2" fmla="val 24958"/>
              <a:gd name="adj3" fmla="val 16667"/>
            </a:avLst>
          </a:prstGeom>
          <a:solidFill>
            <a:schemeClr val="accent6">
              <a:lumMod val="20000"/>
              <a:lumOff val="80000"/>
            </a:schemeClr>
          </a:solidFill>
          <a:ln>
            <a:solidFill>
              <a:schemeClr val="accent2"/>
            </a:solidFill>
            <a:headEnd/>
            <a:tailEnd/>
          </a:ln>
        </p:spPr>
        <p:style>
          <a:lnRef idx="2">
            <a:schemeClr val="accent1"/>
          </a:lnRef>
          <a:fillRef idx="1">
            <a:schemeClr val="lt1"/>
          </a:fillRef>
          <a:effectRef idx="0">
            <a:schemeClr val="accent1"/>
          </a:effectRef>
          <a:fontRef idx="minor">
            <a:schemeClr val="dk1"/>
          </a:fontRef>
        </p:style>
        <p:txBody>
          <a:bodyPr lIns="89942" tIns="45690" rIns="71954" bIns="45690">
            <a:spAutoFit/>
          </a:bodyPr>
          <a:lstStyle/>
          <a:p>
            <a:pPr>
              <a:defRPr/>
            </a:pPr>
            <a:r>
              <a:rPr lang="en-US" altLang="ja-JP" sz="1200" dirty="0">
                <a:solidFill>
                  <a:prstClr val="black"/>
                </a:solidFill>
                <a:latin typeface="ＭＳ ゴシック" pitchFamily="49" charset="-128"/>
                <a:ea typeface="ＭＳ ゴシック" pitchFamily="49" charset="-128"/>
              </a:rPr>
              <a:t>2011.7</a:t>
            </a:r>
            <a:r>
              <a:rPr lang="ja-JP" altLang="en-US" sz="1200" dirty="0">
                <a:solidFill>
                  <a:prstClr val="black"/>
                </a:solidFill>
                <a:latin typeface="ＭＳ ゴシック" pitchFamily="49" charset="-128"/>
                <a:ea typeface="ＭＳ ゴシック" pitchFamily="49" charset="-128"/>
              </a:rPr>
              <a:t>　　</a:t>
            </a:r>
            <a:r>
              <a:rPr lang="ja-JP" altLang="en-US" sz="1200" dirty="0">
                <a:solidFill>
                  <a:srgbClr val="FF0000"/>
                </a:solidFill>
                <a:latin typeface="ＭＳ ゴシック" pitchFamily="49" charset="-128"/>
                <a:ea typeface="ＭＳ ゴシック" pitchFamily="49" charset="-128"/>
              </a:rPr>
              <a:t>節電</a:t>
            </a:r>
            <a:r>
              <a:rPr lang="en-US" altLang="ja-JP" sz="1200" dirty="0">
                <a:solidFill>
                  <a:srgbClr val="FF0000"/>
                </a:solidFill>
                <a:latin typeface="ＭＳ ゴシック" pitchFamily="49" charset="-128"/>
                <a:ea typeface="ＭＳ ゴシック" pitchFamily="49" charset="-128"/>
              </a:rPr>
              <a:t>.go.jp </a:t>
            </a:r>
            <a:r>
              <a:rPr lang="ja-JP" altLang="en-US" sz="1200" dirty="0">
                <a:solidFill>
                  <a:prstClr val="black"/>
                </a:solidFill>
                <a:latin typeface="ＭＳ ゴシック" pitchFamily="49" charset="-128"/>
                <a:ea typeface="ＭＳ ゴシック" pitchFamily="49" charset="-128"/>
              </a:rPr>
              <a:t>の開始 ★</a:t>
            </a:r>
            <a:endParaRPr lang="en-US" altLang="ja-JP" sz="1200" dirty="0">
              <a:solidFill>
                <a:prstClr val="black"/>
              </a:solidFill>
              <a:latin typeface="ＭＳ ゴシック" pitchFamily="49" charset="-128"/>
              <a:ea typeface="ＭＳ ゴシック" pitchFamily="49" charset="-128"/>
            </a:endParaRPr>
          </a:p>
          <a:p>
            <a:pPr marL="0" lvl="1">
              <a:defRPr/>
            </a:pPr>
            <a:r>
              <a:rPr lang="ja-JP" altLang="en-US" sz="1200" b="0" dirty="0">
                <a:solidFill>
                  <a:prstClr val="black"/>
                </a:solidFill>
                <a:latin typeface="ＭＳ ゴシック" pitchFamily="49" charset="-128"/>
                <a:ea typeface="ＭＳ ゴシック" pitchFamily="49" charset="-128"/>
              </a:rPr>
              <a:t>電力需給データを公開した結果、ユーザー自身のニーズにあわせたアプリが自発的に開発された。</a:t>
            </a:r>
            <a:endParaRPr lang="en-US" altLang="ja-JP" sz="1200" b="0" dirty="0">
              <a:solidFill>
                <a:prstClr val="black"/>
              </a:solidFill>
              <a:latin typeface="ＭＳ ゴシック" pitchFamily="49" charset="-128"/>
              <a:ea typeface="ＭＳ ゴシック" pitchFamily="49" charset="-128"/>
            </a:endParaRPr>
          </a:p>
        </p:txBody>
      </p:sp>
      <p:sp>
        <p:nvSpPr>
          <p:cNvPr id="122" name="テキスト ボックス 10">
            <a:extLst>
              <a:ext uri="{FF2B5EF4-FFF2-40B4-BE49-F238E27FC236}">
                <a16:creationId xmlns:a16="http://schemas.microsoft.com/office/drawing/2014/main" id="{DCCBE979-54CB-58DA-B429-ADA8266236E7}"/>
              </a:ext>
            </a:extLst>
          </p:cNvPr>
          <p:cNvSpPr txBox="1">
            <a:spLocks noChangeArrowheads="1"/>
          </p:cNvSpPr>
          <p:nvPr/>
        </p:nvSpPr>
        <p:spPr bwMode="auto">
          <a:xfrm>
            <a:off x="909638" y="1484313"/>
            <a:ext cx="7283450" cy="306387"/>
          </a:xfrm>
          <a:prstGeom prst="wedgeRoundRectCallout">
            <a:avLst>
              <a:gd name="adj1" fmla="val -38426"/>
              <a:gd name="adj2" fmla="val 21228"/>
              <a:gd name="adj3" fmla="val 16667"/>
            </a:avLst>
          </a:prstGeom>
          <a:solidFill>
            <a:schemeClr val="accent5">
              <a:lumMod val="20000"/>
              <a:lumOff val="80000"/>
            </a:schemeClr>
          </a:solidFill>
          <a:ln>
            <a:headEnd/>
            <a:tailEnd/>
          </a:ln>
        </p:spPr>
        <p:style>
          <a:lnRef idx="2">
            <a:schemeClr val="accent1"/>
          </a:lnRef>
          <a:fillRef idx="1">
            <a:schemeClr val="lt1"/>
          </a:fillRef>
          <a:effectRef idx="0">
            <a:schemeClr val="accent1"/>
          </a:effectRef>
          <a:fontRef idx="minor">
            <a:schemeClr val="dk1"/>
          </a:fontRef>
        </p:style>
        <p:txBody>
          <a:bodyPr lIns="89942" tIns="45690" rIns="71954" bIns="45690">
            <a:spAutoFit/>
          </a:bodyPr>
          <a:lstStyle/>
          <a:p>
            <a:pPr>
              <a:defRPr/>
            </a:pPr>
            <a:r>
              <a:rPr lang="en-US" altLang="ja-JP" sz="1200" dirty="0">
                <a:solidFill>
                  <a:prstClr val="black"/>
                </a:solidFill>
                <a:latin typeface="ＭＳ ゴシック" pitchFamily="49" charset="-128"/>
                <a:ea typeface="ＭＳ ゴシック" pitchFamily="49" charset="-128"/>
              </a:rPr>
              <a:t>2009.10</a:t>
            </a:r>
            <a:r>
              <a:rPr lang="ja-JP" altLang="en-US" sz="1200" dirty="0">
                <a:solidFill>
                  <a:prstClr val="black"/>
                </a:solidFill>
                <a:latin typeface="ＭＳ ゴシック" pitchFamily="49" charset="-128"/>
                <a:ea typeface="ＭＳ ゴシック" pitchFamily="49" charset="-128"/>
              </a:rPr>
              <a:t>　</a:t>
            </a:r>
            <a:r>
              <a:rPr lang="ja-JP" altLang="en-US" sz="1200" dirty="0">
                <a:solidFill>
                  <a:srgbClr val="FF0000"/>
                </a:solidFill>
                <a:latin typeface="ＭＳ ゴシック" pitchFamily="49" charset="-128"/>
                <a:ea typeface="ＭＳ ゴシック" pitchFamily="49" charset="-128"/>
              </a:rPr>
              <a:t>アイディアボックス</a:t>
            </a:r>
            <a:r>
              <a:rPr lang="ja-JP" altLang="en-US" sz="1200" dirty="0">
                <a:solidFill>
                  <a:prstClr val="black"/>
                </a:solidFill>
                <a:latin typeface="ＭＳ ゴシック" pitchFamily="49" charset="-128"/>
                <a:ea typeface="ＭＳ ゴシック" pitchFamily="49" charset="-128"/>
              </a:rPr>
              <a:t>の実施</a:t>
            </a:r>
            <a:endParaRPr lang="en-US" altLang="ja-JP" sz="1200" b="0" dirty="0">
              <a:solidFill>
                <a:prstClr val="black"/>
              </a:solidFill>
              <a:latin typeface="ＭＳ ゴシック" pitchFamily="49" charset="-128"/>
              <a:ea typeface="ＭＳ ゴシック" pitchFamily="49" charset="-128"/>
            </a:endParaRPr>
          </a:p>
        </p:txBody>
      </p:sp>
      <p:sp>
        <p:nvSpPr>
          <p:cNvPr id="127" name="テキスト ボックス 10">
            <a:extLst>
              <a:ext uri="{FF2B5EF4-FFF2-40B4-BE49-F238E27FC236}">
                <a16:creationId xmlns:a16="http://schemas.microsoft.com/office/drawing/2014/main" id="{28CD1902-EF04-5CB7-2D61-E79620478E3B}"/>
              </a:ext>
            </a:extLst>
          </p:cNvPr>
          <p:cNvSpPr txBox="1">
            <a:spLocks noChangeArrowheads="1"/>
          </p:cNvSpPr>
          <p:nvPr/>
        </p:nvSpPr>
        <p:spPr bwMode="auto">
          <a:xfrm>
            <a:off x="909638" y="1898650"/>
            <a:ext cx="7283450" cy="306388"/>
          </a:xfrm>
          <a:prstGeom prst="wedgeRoundRectCallout">
            <a:avLst>
              <a:gd name="adj1" fmla="val -44826"/>
              <a:gd name="adj2" fmla="val 2576"/>
              <a:gd name="adj3" fmla="val 16667"/>
            </a:avLst>
          </a:prstGeom>
          <a:solidFill>
            <a:schemeClr val="accent5">
              <a:lumMod val="20000"/>
              <a:lumOff val="80000"/>
            </a:schemeClr>
          </a:solidFill>
          <a:ln>
            <a:headEnd/>
            <a:tailEnd/>
          </a:ln>
        </p:spPr>
        <p:style>
          <a:lnRef idx="2">
            <a:schemeClr val="accent1"/>
          </a:lnRef>
          <a:fillRef idx="1">
            <a:schemeClr val="lt1"/>
          </a:fillRef>
          <a:effectRef idx="0">
            <a:schemeClr val="accent1"/>
          </a:effectRef>
          <a:fontRef idx="minor">
            <a:schemeClr val="dk1"/>
          </a:fontRef>
        </p:style>
        <p:txBody>
          <a:bodyPr lIns="89942" tIns="45690" rIns="71954" bIns="45690">
            <a:spAutoFit/>
          </a:bodyPr>
          <a:lstStyle/>
          <a:p>
            <a:pPr>
              <a:defRPr/>
            </a:pPr>
            <a:r>
              <a:rPr lang="en-US" altLang="ja-JP" sz="1200" dirty="0">
                <a:solidFill>
                  <a:prstClr val="black"/>
                </a:solidFill>
                <a:latin typeface="ＭＳ ゴシック" pitchFamily="49" charset="-128"/>
                <a:ea typeface="ＭＳ ゴシック" pitchFamily="49" charset="-128"/>
              </a:rPr>
              <a:t>2010.7</a:t>
            </a:r>
            <a:r>
              <a:rPr lang="ja-JP" altLang="en-US" sz="1200" dirty="0">
                <a:solidFill>
                  <a:prstClr val="black"/>
                </a:solidFill>
                <a:latin typeface="ＭＳ ゴシック" pitchFamily="49" charset="-128"/>
                <a:ea typeface="ＭＳ ゴシック" pitchFamily="49" charset="-128"/>
              </a:rPr>
              <a:t>　</a:t>
            </a:r>
            <a:r>
              <a:rPr lang="ja-JP" altLang="en-US" sz="1200" dirty="0">
                <a:solidFill>
                  <a:srgbClr val="FF0000"/>
                </a:solidFill>
                <a:latin typeface="ＭＳ ゴシック" pitchFamily="49" charset="-128"/>
                <a:ea typeface="ＭＳ ゴシック" pitchFamily="49" charset="-128"/>
              </a:rPr>
              <a:t>オープンガバメントラボ</a:t>
            </a:r>
            <a:r>
              <a:rPr lang="ja-JP" altLang="en-US" sz="1200" dirty="0">
                <a:solidFill>
                  <a:prstClr val="black"/>
                </a:solidFill>
                <a:latin typeface="ＭＳ ゴシック" pitchFamily="49" charset="-128"/>
                <a:ea typeface="ＭＳ ゴシック" pitchFamily="49" charset="-128"/>
              </a:rPr>
              <a:t>の設置 ★</a:t>
            </a:r>
            <a:endParaRPr lang="en-US" altLang="ja-JP" sz="1200" b="0" dirty="0">
              <a:solidFill>
                <a:prstClr val="black"/>
              </a:solidFill>
              <a:latin typeface="ＭＳ ゴシック" pitchFamily="49" charset="-128"/>
              <a:ea typeface="ＭＳ ゴシック" pitchFamily="49" charset="-128"/>
            </a:endParaRPr>
          </a:p>
        </p:txBody>
      </p:sp>
      <p:sp>
        <p:nvSpPr>
          <p:cNvPr id="128" name="テキスト ボックス 10">
            <a:extLst>
              <a:ext uri="{FF2B5EF4-FFF2-40B4-BE49-F238E27FC236}">
                <a16:creationId xmlns:a16="http://schemas.microsoft.com/office/drawing/2014/main" id="{40B87D83-04C1-E989-B18A-282F2C485B32}"/>
              </a:ext>
            </a:extLst>
          </p:cNvPr>
          <p:cNvSpPr txBox="1">
            <a:spLocks noChangeArrowheads="1"/>
          </p:cNvSpPr>
          <p:nvPr/>
        </p:nvSpPr>
        <p:spPr bwMode="auto">
          <a:xfrm>
            <a:off x="909638" y="1106488"/>
            <a:ext cx="7283450" cy="306387"/>
          </a:xfrm>
          <a:prstGeom prst="wedgeRoundRectCallout">
            <a:avLst>
              <a:gd name="adj1" fmla="val -38426"/>
              <a:gd name="adj2" fmla="val 21228"/>
              <a:gd name="adj3" fmla="val 16667"/>
            </a:avLst>
          </a:prstGeom>
          <a:solidFill>
            <a:schemeClr val="accent5">
              <a:lumMod val="20000"/>
              <a:lumOff val="80000"/>
            </a:schemeClr>
          </a:solidFill>
          <a:ln>
            <a:headEnd/>
            <a:tailEnd/>
          </a:ln>
        </p:spPr>
        <p:style>
          <a:lnRef idx="2">
            <a:schemeClr val="accent1"/>
          </a:lnRef>
          <a:fillRef idx="1">
            <a:schemeClr val="lt1"/>
          </a:fillRef>
          <a:effectRef idx="0">
            <a:schemeClr val="accent1"/>
          </a:effectRef>
          <a:fontRef idx="minor">
            <a:schemeClr val="dk1"/>
          </a:fontRef>
        </p:style>
        <p:txBody>
          <a:bodyPr lIns="89942" tIns="45690" rIns="71954" bIns="45690">
            <a:spAutoFit/>
          </a:bodyPr>
          <a:lstStyle/>
          <a:p>
            <a:pPr>
              <a:defRPr/>
            </a:pPr>
            <a:r>
              <a:rPr lang="en-US" altLang="ja-JP" sz="1200" dirty="0">
                <a:solidFill>
                  <a:prstClr val="black"/>
                </a:solidFill>
                <a:latin typeface="ＭＳ ゴシック" pitchFamily="49" charset="-128"/>
                <a:ea typeface="ＭＳ ゴシック" pitchFamily="49" charset="-128"/>
              </a:rPr>
              <a:t>2009.3</a:t>
            </a:r>
            <a:r>
              <a:rPr lang="ja-JP" altLang="en-US" sz="1200" dirty="0">
                <a:solidFill>
                  <a:prstClr val="black"/>
                </a:solidFill>
                <a:latin typeface="ＭＳ ゴシック" pitchFamily="49" charset="-128"/>
                <a:ea typeface="ＭＳ ゴシック" pitchFamily="49" charset="-128"/>
              </a:rPr>
              <a:t>　</a:t>
            </a:r>
            <a:r>
              <a:rPr lang="ja-JP" altLang="en-US" sz="1200" b="0" dirty="0">
                <a:solidFill>
                  <a:prstClr val="black"/>
                </a:solidFill>
                <a:latin typeface="ＭＳ ゴシック" pitchFamily="49" charset="-128"/>
                <a:ea typeface="ＭＳ ゴシック" pitchFamily="49" charset="-128"/>
              </a:rPr>
              <a:t>「電子行政一点突破プロジェクト」を発表</a:t>
            </a:r>
            <a:endParaRPr lang="en-US" altLang="ja-JP" sz="1200" b="0" dirty="0">
              <a:solidFill>
                <a:prstClr val="black"/>
              </a:solidFill>
              <a:latin typeface="ＭＳ ゴシック" pitchFamily="49" charset="-128"/>
              <a:ea typeface="ＭＳ ゴシック" pitchFamily="49" charset="-128"/>
            </a:endParaRPr>
          </a:p>
        </p:txBody>
      </p:sp>
      <p:sp>
        <p:nvSpPr>
          <p:cNvPr id="129" name="テキスト ボックス 10">
            <a:extLst>
              <a:ext uri="{FF2B5EF4-FFF2-40B4-BE49-F238E27FC236}">
                <a16:creationId xmlns:a16="http://schemas.microsoft.com/office/drawing/2014/main" id="{F0BD58CE-E4D3-A962-AE5A-C71830DA09CA}"/>
              </a:ext>
            </a:extLst>
          </p:cNvPr>
          <p:cNvSpPr txBox="1">
            <a:spLocks noChangeArrowheads="1"/>
          </p:cNvSpPr>
          <p:nvPr/>
        </p:nvSpPr>
        <p:spPr bwMode="auto">
          <a:xfrm>
            <a:off x="909638" y="692150"/>
            <a:ext cx="7283450" cy="306388"/>
          </a:xfrm>
          <a:prstGeom prst="wedgeRoundRectCallout">
            <a:avLst>
              <a:gd name="adj1" fmla="val -38426"/>
              <a:gd name="adj2" fmla="val 21228"/>
              <a:gd name="adj3" fmla="val 16667"/>
            </a:avLst>
          </a:prstGeom>
          <a:solidFill>
            <a:schemeClr val="accent5">
              <a:lumMod val="20000"/>
              <a:lumOff val="80000"/>
            </a:schemeClr>
          </a:solidFill>
          <a:ln>
            <a:headEnd/>
            <a:tailEnd/>
          </a:ln>
        </p:spPr>
        <p:style>
          <a:lnRef idx="2">
            <a:schemeClr val="accent1"/>
          </a:lnRef>
          <a:fillRef idx="1">
            <a:schemeClr val="lt1"/>
          </a:fillRef>
          <a:effectRef idx="0">
            <a:schemeClr val="accent1"/>
          </a:effectRef>
          <a:fontRef idx="minor">
            <a:schemeClr val="dk1"/>
          </a:fontRef>
        </p:style>
        <p:txBody>
          <a:bodyPr lIns="89942" tIns="45690" rIns="71954" bIns="45690">
            <a:spAutoFit/>
          </a:bodyPr>
          <a:lstStyle/>
          <a:p>
            <a:pPr>
              <a:defRPr/>
            </a:pPr>
            <a:r>
              <a:rPr lang="en-US" altLang="ja-JP" sz="1200" dirty="0">
                <a:solidFill>
                  <a:prstClr val="black"/>
                </a:solidFill>
                <a:latin typeface="ＭＳ ゴシック" pitchFamily="49" charset="-128"/>
                <a:ea typeface="ＭＳ ゴシック" pitchFamily="49" charset="-128"/>
              </a:rPr>
              <a:t>2008.10</a:t>
            </a:r>
            <a:r>
              <a:rPr lang="ja-JP" altLang="en-US" sz="1200" dirty="0">
                <a:solidFill>
                  <a:prstClr val="black"/>
                </a:solidFill>
                <a:latin typeface="ＭＳ ゴシック" pitchFamily="49" charset="-128"/>
                <a:ea typeface="ＭＳ ゴシック" pitchFamily="49" charset="-128"/>
              </a:rPr>
              <a:t>　</a:t>
            </a:r>
            <a:r>
              <a:rPr lang="ja-JP" altLang="en-US" sz="1200" b="0" dirty="0">
                <a:solidFill>
                  <a:prstClr val="black"/>
                </a:solidFill>
                <a:latin typeface="ＭＳ ゴシック" pitchFamily="49" charset="-128"/>
                <a:ea typeface="ＭＳ ゴシック" pitchFamily="49" charset="-128"/>
              </a:rPr>
              <a:t>行政</a:t>
            </a:r>
            <a:r>
              <a:rPr lang="en-US" altLang="ja-JP" sz="1200" b="0" dirty="0">
                <a:solidFill>
                  <a:prstClr val="black"/>
                </a:solidFill>
                <a:latin typeface="ＭＳ ゴシック" pitchFamily="49" charset="-128"/>
                <a:ea typeface="ＭＳ ゴシック" pitchFamily="49" charset="-128"/>
              </a:rPr>
              <a:t>CIO</a:t>
            </a:r>
            <a:r>
              <a:rPr lang="ja-JP" altLang="en-US" sz="1200" b="0" dirty="0">
                <a:solidFill>
                  <a:prstClr val="black"/>
                </a:solidFill>
                <a:latin typeface="ＭＳ ゴシック" pitchFamily="49" charset="-128"/>
                <a:ea typeface="ＭＳ ゴシック" pitchFamily="49" charset="-128"/>
              </a:rPr>
              <a:t>フォーラムで検討を開始</a:t>
            </a:r>
            <a:endParaRPr lang="en-US" altLang="ja-JP" sz="1200" b="0" dirty="0">
              <a:solidFill>
                <a:prstClr val="black"/>
              </a:solidFill>
              <a:latin typeface="ＭＳ ゴシック" pitchFamily="49" charset="-128"/>
              <a:ea typeface="ＭＳ ゴシック" pitchFamily="49" charset="-128"/>
            </a:endParaRPr>
          </a:p>
        </p:txBody>
      </p:sp>
      <p:sp>
        <p:nvSpPr>
          <p:cNvPr id="3" name="フローチャート : 代替処理 2">
            <a:extLst>
              <a:ext uri="{FF2B5EF4-FFF2-40B4-BE49-F238E27FC236}">
                <a16:creationId xmlns:a16="http://schemas.microsoft.com/office/drawing/2014/main" id="{32E803C8-59D8-8CEA-2BCD-AA8F418BB13F}"/>
              </a:ext>
            </a:extLst>
          </p:cNvPr>
          <p:cNvSpPr/>
          <p:nvPr/>
        </p:nvSpPr>
        <p:spPr>
          <a:xfrm>
            <a:off x="1423988" y="6597650"/>
            <a:ext cx="396875" cy="215900"/>
          </a:xfrm>
          <a:prstGeom prst="flowChartAlternateProcess">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solidFill>
                <a:prstClr val="white"/>
              </a:solidFill>
              <a:latin typeface="ＭＳ ゴシック" pitchFamily="49" charset="-128"/>
              <a:ea typeface="ＭＳ ゴシック" pitchFamily="49" charset="-128"/>
            </a:endParaRPr>
          </a:p>
        </p:txBody>
      </p:sp>
      <p:sp>
        <p:nvSpPr>
          <p:cNvPr id="26648" name="テキスト ボックス 129">
            <a:extLst>
              <a:ext uri="{FF2B5EF4-FFF2-40B4-BE49-F238E27FC236}">
                <a16:creationId xmlns:a16="http://schemas.microsoft.com/office/drawing/2014/main" id="{66B18D50-D5E0-3B8B-D3A4-486EC79A0114}"/>
              </a:ext>
            </a:extLst>
          </p:cNvPr>
          <p:cNvSpPr txBox="1">
            <a:spLocks noChangeArrowheads="1"/>
          </p:cNvSpPr>
          <p:nvPr/>
        </p:nvSpPr>
        <p:spPr bwMode="auto">
          <a:xfrm>
            <a:off x="1819275" y="6597650"/>
            <a:ext cx="18780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80" tIns="45690" rIns="91380" bIns="45690">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200" b="0">
                <a:solidFill>
                  <a:srgbClr val="000000"/>
                </a:solidFill>
                <a:latin typeface="ＭＳ ゴシック" panose="020B0609070205080204" pitchFamily="49" charset="-128"/>
                <a:ea typeface="ＭＳ ゴシック" panose="020B0609070205080204" pitchFamily="49" charset="-128"/>
              </a:rPr>
              <a:t>オープンガバメント関係</a:t>
            </a:r>
          </a:p>
        </p:txBody>
      </p:sp>
      <p:sp>
        <p:nvSpPr>
          <p:cNvPr id="131" name="フローチャート : 代替処理 130">
            <a:extLst>
              <a:ext uri="{FF2B5EF4-FFF2-40B4-BE49-F238E27FC236}">
                <a16:creationId xmlns:a16="http://schemas.microsoft.com/office/drawing/2014/main" id="{AD6CF4BD-7436-1152-5CC1-A93C5E363BC7}"/>
              </a:ext>
            </a:extLst>
          </p:cNvPr>
          <p:cNvSpPr/>
          <p:nvPr/>
        </p:nvSpPr>
        <p:spPr>
          <a:xfrm>
            <a:off x="3873500" y="6597650"/>
            <a:ext cx="395288" cy="215900"/>
          </a:xfrm>
          <a:prstGeom prst="flowChartAlternateProcess">
            <a:avLst/>
          </a:prstGeom>
          <a:solidFill>
            <a:schemeClr val="accent6">
              <a:lumMod val="20000"/>
              <a:lumOff val="80000"/>
            </a:schemeClr>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solidFill>
                <a:prstClr val="white"/>
              </a:solidFill>
              <a:latin typeface="ＭＳ ゴシック" pitchFamily="49" charset="-128"/>
              <a:ea typeface="ＭＳ ゴシック" pitchFamily="49" charset="-128"/>
            </a:endParaRPr>
          </a:p>
        </p:txBody>
      </p:sp>
      <p:sp>
        <p:nvSpPr>
          <p:cNvPr id="26650" name="テキスト ボックス 131">
            <a:extLst>
              <a:ext uri="{FF2B5EF4-FFF2-40B4-BE49-F238E27FC236}">
                <a16:creationId xmlns:a16="http://schemas.microsoft.com/office/drawing/2014/main" id="{0B3B7A22-4676-EAFE-AF2C-1B2B88B534E0}"/>
              </a:ext>
            </a:extLst>
          </p:cNvPr>
          <p:cNvSpPr txBox="1">
            <a:spLocks noChangeArrowheads="1"/>
          </p:cNvSpPr>
          <p:nvPr/>
        </p:nvSpPr>
        <p:spPr bwMode="auto">
          <a:xfrm>
            <a:off x="4232275" y="6597650"/>
            <a:ext cx="1570038"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80" tIns="45690" rIns="91380" bIns="45690">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200" b="0">
                <a:solidFill>
                  <a:srgbClr val="000000"/>
                </a:solidFill>
                <a:latin typeface="ＭＳ ゴシック" panose="020B0609070205080204" pitchFamily="49" charset="-128"/>
                <a:ea typeface="ＭＳ ゴシック" panose="020B0609070205080204" pitchFamily="49" charset="-128"/>
              </a:rPr>
              <a:t>オープンデータ関係</a:t>
            </a:r>
          </a:p>
        </p:txBody>
      </p:sp>
      <p:sp>
        <p:nvSpPr>
          <p:cNvPr id="4" name="四角形吹き出し 3">
            <a:extLst>
              <a:ext uri="{FF2B5EF4-FFF2-40B4-BE49-F238E27FC236}">
                <a16:creationId xmlns:a16="http://schemas.microsoft.com/office/drawing/2014/main" id="{2C09D471-3397-253C-3EC4-88AD9E67AD37}"/>
              </a:ext>
            </a:extLst>
          </p:cNvPr>
          <p:cNvSpPr/>
          <p:nvPr/>
        </p:nvSpPr>
        <p:spPr>
          <a:xfrm>
            <a:off x="7977188" y="4703763"/>
            <a:ext cx="1871662" cy="1462087"/>
          </a:xfrm>
          <a:prstGeom prst="wedgeRectCallout">
            <a:avLst>
              <a:gd name="adj1" fmla="val -59925"/>
              <a:gd name="adj2" fmla="val -1832"/>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solidFill>
                <a:prstClr val="white"/>
              </a:solidFill>
              <a:latin typeface="ＭＳ ゴシック" pitchFamily="49" charset="-128"/>
              <a:ea typeface="ＭＳ ゴシック" pitchFamily="49" charset="-128"/>
            </a:endParaRPr>
          </a:p>
        </p:txBody>
      </p:sp>
      <p:pic>
        <p:nvPicPr>
          <p:cNvPr id="26652" name="Picture 3">
            <a:extLst>
              <a:ext uri="{FF2B5EF4-FFF2-40B4-BE49-F238E27FC236}">
                <a16:creationId xmlns:a16="http://schemas.microsoft.com/office/drawing/2014/main" id="{BE92D692-FFED-F0DA-E3F1-3AF3960998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3251"/>
          <a:stretch>
            <a:fillRect/>
          </a:stretch>
        </p:blipFill>
        <p:spPr bwMode="auto">
          <a:xfrm>
            <a:off x="8121650" y="4724400"/>
            <a:ext cx="1655763" cy="1154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9" name="四角形吹き出し 28">
            <a:extLst>
              <a:ext uri="{FF2B5EF4-FFF2-40B4-BE49-F238E27FC236}">
                <a16:creationId xmlns:a16="http://schemas.microsoft.com/office/drawing/2014/main" id="{939F7C50-C152-DFF0-1FB1-8F6E0DF131B8}"/>
              </a:ext>
            </a:extLst>
          </p:cNvPr>
          <p:cNvSpPr/>
          <p:nvPr/>
        </p:nvSpPr>
        <p:spPr>
          <a:xfrm>
            <a:off x="8193088" y="2636838"/>
            <a:ext cx="1677987" cy="1871662"/>
          </a:xfrm>
          <a:prstGeom prst="wedgeRectCallout">
            <a:avLst>
              <a:gd name="adj1" fmla="val -54698"/>
              <a:gd name="adj2" fmla="val 89"/>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solidFill>
                <a:prstClr val="white"/>
              </a:solidFill>
              <a:latin typeface="ＭＳ ゴシック" pitchFamily="49" charset="-128"/>
              <a:ea typeface="ＭＳ ゴシック" pitchFamily="49" charset="-128"/>
            </a:endParaRPr>
          </a:p>
        </p:txBody>
      </p:sp>
      <p:pic>
        <p:nvPicPr>
          <p:cNvPr id="26654" name="Picture 11">
            <a:extLst>
              <a:ext uri="{FF2B5EF4-FFF2-40B4-BE49-F238E27FC236}">
                <a16:creationId xmlns:a16="http://schemas.microsoft.com/office/drawing/2014/main" id="{DCC270C0-D0C2-720B-1D46-C9AAFD5AB77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497"/>
          <a:stretch>
            <a:fillRect/>
          </a:stretch>
        </p:blipFill>
        <p:spPr bwMode="auto">
          <a:xfrm>
            <a:off x="8266113" y="2708275"/>
            <a:ext cx="1533525" cy="158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四角形吹き出し 31">
            <a:extLst>
              <a:ext uri="{FF2B5EF4-FFF2-40B4-BE49-F238E27FC236}">
                <a16:creationId xmlns:a16="http://schemas.microsoft.com/office/drawing/2014/main" id="{4B0CC6A2-346E-720E-AEF2-CBF85965246B}"/>
              </a:ext>
            </a:extLst>
          </p:cNvPr>
          <p:cNvSpPr/>
          <p:nvPr/>
        </p:nvSpPr>
        <p:spPr>
          <a:xfrm>
            <a:off x="7905750" y="836613"/>
            <a:ext cx="1943100" cy="1358900"/>
          </a:xfrm>
          <a:prstGeom prst="wedgeRectCallout">
            <a:avLst>
              <a:gd name="adj1" fmla="val -52840"/>
              <a:gd name="adj2" fmla="val 65780"/>
            </a:avLst>
          </a:prstGeom>
          <a:solidFill>
            <a:schemeClr val="accent3">
              <a:lumMod val="40000"/>
              <a:lumOff val="60000"/>
            </a:schemeClr>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solidFill>
                <a:prstClr val="white"/>
              </a:solidFill>
              <a:latin typeface="ＭＳ ゴシック" pitchFamily="49" charset="-128"/>
              <a:ea typeface="ＭＳ ゴシック" pitchFamily="49" charset="-128"/>
            </a:endParaRPr>
          </a:p>
        </p:txBody>
      </p:sp>
      <p:pic>
        <p:nvPicPr>
          <p:cNvPr id="26656" name="Picture 18">
            <a:extLst>
              <a:ext uri="{FF2B5EF4-FFF2-40B4-BE49-F238E27FC236}">
                <a16:creationId xmlns:a16="http://schemas.microsoft.com/office/drawing/2014/main" id="{20D4149D-13A1-0476-C936-DEA905E05B0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77188" y="960438"/>
            <a:ext cx="1800225" cy="1122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26657" name="テキスト ボックス 32">
            <a:extLst>
              <a:ext uri="{FF2B5EF4-FFF2-40B4-BE49-F238E27FC236}">
                <a16:creationId xmlns:a16="http://schemas.microsoft.com/office/drawing/2014/main" id="{2C8CD507-0D63-32E6-D1DA-338A032F9B45}"/>
              </a:ext>
            </a:extLst>
          </p:cNvPr>
          <p:cNvSpPr txBox="1">
            <a:spLocks noChangeArrowheads="1"/>
          </p:cNvSpPr>
          <p:nvPr/>
        </p:nvSpPr>
        <p:spPr bwMode="auto">
          <a:xfrm>
            <a:off x="8218488" y="5888038"/>
            <a:ext cx="15700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80" tIns="45690" rIns="91380" bIns="45690">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200" b="0">
                <a:solidFill>
                  <a:srgbClr val="000000"/>
                </a:solidFill>
                <a:latin typeface="ＭＳ ゴシック" panose="020B0609070205080204" pitchFamily="49" charset="-128"/>
                <a:ea typeface="ＭＳ ゴシック" panose="020B0609070205080204" pitchFamily="49" charset="-128"/>
              </a:rPr>
              <a:t>「</a:t>
            </a:r>
            <a:r>
              <a:rPr lang="en-US" altLang="ja-JP" sz="1200" b="0">
                <a:solidFill>
                  <a:srgbClr val="000000"/>
                </a:solidFill>
                <a:latin typeface="ＭＳ ゴシック" panose="020B0609070205080204" pitchFamily="49" charset="-128"/>
                <a:ea typeface="ＭＳ ゴシック" panose="020B0609070205080204" pitchFamily="49" charset="-128"/>
              </a:rPr>
              <a:t>Open DATA METI</a:t>
            </a:r>
            <a:r>
              <a:rPr lang="ja-JP" altLang="en-US" sz="1200" b="0">
                <a:solidFill>
                  <a:srgbClr val="000000"/>
                </a:solidFill>
                <a:latin typeface="ＭＳ ゴシック" panose="020B0609070205080204" pitchFamily="49" charset="-128"/>
                <a:ea typeface="ＭＳ ゴシック" panose="020B0609070205080204" pitchFamily="49" charset="-128"/>
              </a:rPr>
              <a:t>」</a:t>
            </a:r>
          </a:p>
        </p:txBody>
      </p:sp>
      <p:sp>
        <p:nvSpPr>
          <p:cNvPr id="26658" name="テキスト ボックス 33">
            <a:extLst>
              <a:ext uri="{FF2B5EF4-FFF2-40B4-BE49-F238E27FC236}">
                <a16:creationId xmlns:a16="http://schemas.microsoft.com/office/drawing/2014/main" id="{7CB4CAFE-72D1-0755-58FE-18C3452E2355}"/>
              </a:ext>
            </a:extLst>
          </p:cNvPr>
          <p:cNvSpPr txBox="1">
            <a:spLocks noChangeArrowheads="1"/>
          </p:cNvSpPr>
          <p:nvPr/>
        </p:nvSpPr>
        <p:spPr bwMode="auto">
          <a:xfrm>
            <a:off x="8191500" y="4221163"/>
            <a:ext cx="187801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80" tIns="45690" rIns="91380" bIns="45690">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200" b="0">
                <a:solidFill>
                  <a:srgbClr val="000000"/>
                </a:solidFill>
                <a:latin typeface="ＭＳ ゴシック" panose="020B0609070205080204" pitchFamily="49" charset="-128"/>
                <a:ea typeface="ＭＳ ゴシック" panose="020B0609070205080204" pitchFamily="49" charset="-128"/>
              </a:rPr>
              <a:t>復旧・復興支援制度ＤＢ</a:t>
            </a:r>
          </a:p>
        </p:txBody>
      </p:sp>
      <p:sp>
        <p:nvSpPr>
          <p:cNvPr id="26659" name="テキスト ボックス 68">
            <a:extLst>
              <a:ext uri="{FF2B5EF4-FFF2-40B4-BE49-F238E27FC236}">
                <a16:creationId xmlns:a16="http://schemas.microsoft.com/office/drawing/2014/main" id="{1DC4763C-592C-6F17-C475-1A94E813DD90}"/>
              </a:ext>
            </a:extLst>
          </p:cNvPr>
          <p:cNvSpPr txBox="1">
            <a:spLocks noChangeArrowheads="1"/>
          </p:cNvSpPr>
          <p:nvPr/>
        </p:nvSpPr>
        <p:spPr bwMode="auto">
          <a:xfrm>
            <a:off x="7977188" y="1784350"/>
            <a:ext cx="80010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86" tIns="45693" rIns="91386" bIns="45693">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200">
                <a:solidFill>
                  <a:srgbClr val="FFFFFF"/>
                </a:solidFill>
                <a:latin typeface="ＭＳ ゴシック" panose="020B0609070205080204" pitchFamily="49" charset="-128"/>
                <a:ea typeface="ＭＳ ゴシック" panose="020B0609070205080204" pitchFamily="49" charset="-128"/>
              </a:rPr>
              <a:t>開発事例</a:t>
            </a:r>
          </a:p>
        </p:txBody>
      </p:sp>
      <p:sp>
        <p:nvSpPr>
          <p:cNvPr id="26660" name="テキスト ボックス 131">
            <a:extLst>
              <a:ext uri="{FF2B5EF4-FFF2-40B4-BE49-F238E27FC236}">
                <a16:creationId xmlns:a16="http://schemas.microsoft.com/office/drawing/2014/main" id="{B7164B8D-5091-B4A0-156C-398974A4E655}"/>
              </a:ext>
            </a:extLst>
          </p:cNvPr>
          <p:cNvSpPr txBox="1">
            <a:spLocks noChangeArrowheads="1"/>
          </p:cNvSpPr>
          <p:nvPr/>
        </p:nvSpPr>
        <p:spPr bwMode="auto">
          <a:xfrm>
            <a:off x="5961063" y="6581775"/>
            <a:ext cx="187801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380" tIns="45690" rIns="91380" bIns="45690">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200" b="0">
                <a:solidFill>
                  <a:srgbClr val="000000"/>
                </a:solidFill>
                <a:latin typeface="ＭＳ ゴシック" panose="020B0609070205080204" pitchFamily="49" charset="-128"/>
                <a:ea typeface="ＭＳ ゴシック" panose="020B0609070205080204" pitchFamily="49" charset="-128"/>
              </a:rPr>
              <a:t>★：各省庁連携した取組</a:t>
            </a:r>
          </a:p>
        </p:txBody>
      </p:sp>
      <p:pic>
        <p:nvPicPr>
          <p:cNvPr id="26661" name="Picture 37" descr="R:\【省内共有】職員共有ファイル限定（担当者・所属を記載のこと）\経済産業省ロゴマーク（安齋＠広報室）\jpgファイル\3欧文oubun_logo_jpg\(1)本省honsyo\oubun_b_logo_color_small.jpg">
            <a:extLst>
              <a:ext uri="{FF2B5EF4-FFF2-40B4-BE49-F238E27FC236}">
                <a16:creationId xmlns:a16="http://schemas.microsoft.com/office/drawing/2014/main" id="{F9B4FDEC-3F78-D117-6DDA-77C208DF6E0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08988" y="14288"/>
            <a:ext cx="1439862"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4" name="図表 43">
            <a:extLst>
              <a:ext uri="{FF2B5EF4-FFF2-40B4-BE49-F238E27FC236}">
                <a16:creationId xmlns:a16="http://schemas.microsoft.com/office/drawing/2014/main" id="{F5E1CC90-AE0A-BEC4-CEEE-022488D86068}"/>
              </a:ext>
            </a:extLst>
          </p:cNvPr>
          <p:cNvGraphicFramePr>
            <a:graphicFrameLocks noChangeAspect="1"/>
          </p:cNvGraphicFramePr>
          <p:nvPr/>
        </p:nvGraphicFramePr>
        <p:xfrm>
          <a:off x="711600" y="1700808"/>
          <a:ext cx="8489744" cy="49253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9" name="直線矢印コネクタ 18">
            <a:extLst>
              <a:ext uri="{FF2B5EF4-FFF2-40B4-BE49-F238E27FC236}">
                <a16:creationId xmlns:a16="http://schemas.microsoft.com/office/drawing/2014/main" id="{D21644A3-B06A-5199-A84C-0F6D485531A3}"/>
              </a:ext>
            </a:extLst>
          </p:cNvPr>
          <p:cNvCxnSpPr>
            <a:cxnSpLocks noChangeAspect="1"/>
          </p:cNvCxnSpPr>
          <p:nvPr/>
        </p:nvCxnSpPr>
        <p:spPr bwMode="auto">
          <a:xfrm>
            <a:off x="3898900" y="3468688"/>
            <a:ext cx="2184400" cy="0"/>
          </a:xfrm>
          <a:prstGeom prst="straightConnector1">
            <a:avLst/>
          </a:prstGeom>
          <a:ln w="19050">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20" name="直線矢印コネクタ 19">
            <a:extLst>
              <a:ext uri="{FF2B5EF4-FFF2-40B4-BE49-F238E27FC236}">
                <a16:creationId xmlns:a16="http://schemas.microsoft.com/office/drawing/2014/main" id="{EEAD7222-7245-5613-03CC-7545A20720B6}"/>
              </a:ext>
            </a:extLst>
          </p:cNvPr>
          <p:cNvCxnSpPr>
            <a:cxnSpLocks noChangeAspect="1"/>
          </p:cNvCxnSpPr>
          <p:nvPr/>
        </p:nvCxnSpPr>
        <p:spPr bwMode="auto">
          <a:xfrm>
            <a:off x="3795713" y="3798888"/>
            <a:ext cx="2287587" cy="919162"/>
          </a:xfrm>
          <a:prstGeom prst="straightConnector1">
            <a:avLst/>
          </a:prstGeom>
          <a:ln w="19050">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21" name="直線矢印コネクタ 20">
            <a:extLst>
              <a:ext uri="{FF2B5EF4-FFF2-40B4-BE49-F238E27FC236}">
                <a16:creationId xmlns:a16="http://schemas.microsoft.com/office/drawing/2014/main" id="{A1C55EA0-FFDD-1A36-1961-EC09BDD43CD1}"/>
              </a:ext>
            </a:extLst>
          </p:cNvPr>
          <p:cNvCxnSpPr>
            <a:cxnSpLocks noChangeAspect="1"/>
          </p:cNvCxnSpPr>
          <p:nvPr/>
        </p:nvCxnSpPr>
        <p:spPr bwMode="auto">
          <a:xfrm flipH="1">
            <a:off x="3898900" y="4900613"/>
            <a:ext cx="2060575" cy="0"/>
          </a:xfrm>
          <a:prstGeom prst="straightConnector1">
            <a:avLst/>
          </a:prstGeom>
          <a:ln w="19050">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7654" name="テキスト ボックス 40">
            <a:extLst>
              <a:ext uri="{FF2B5EF4-FFF2-40B4-BE49-F238E27FC236}">
                <a16:creationId xmlns:a16="http://schemas.microsoft.com/office/drawing/2014/main" id="{85B8DD34-53BD-3D70-C8E0-934AED79F17E}"/>
              </a:ext>
            </a:extLst>
          </p:cNvPr>
          <p:cNvSpPr txBox="1">
            <a:spLocks noChangeAspect="1" noChangeArrowheads="1"/>
          </p:cNvSpPr>
          <p:nvPr/>
        </p:nvSpPr>
        <p:spPr bwMode="auto">
          <a:xfrm>
            <a:off x="5629275" y="2000250"/>
            <a:ext cx="1841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8" tIns="45714" rIns="91428" bIns="45714">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endParaRPr lang="ja-JP" altLang="en-US" sz="1400">
              <a:solidFill>
                <a:srgbClr val="000066"/>
              </a:solidFill>
              <a:latin typeface="ＭＳ ゴシック" panose="020B0609070205080204" pitchFamily="49" charset="-128"/>
              <a:ea typeface="ＭＳ ゴシック" panose="020B0609070205080204" pitchFamily="49" charset="-128"/>
            </a:endParaRPr>
          </a:p>
        </p:txBody>
      </p:sp>
      <p:sp>
        <p:nvSpPr>
          <p:cNvPr id="27655" name="正方形/長方形 46">
            <a:extLst>
              <a:ext uri="{FF2B5EF4-FFF2-40B4-BE49-F238E27FC236}">
                <a16:creationId xmlns:a16="http://schemas.microsoft.com/office/drawing/2014/main" id="{6B4A7BDF-8352-8390-CE2A-089964678D4F}"/>
              </a:ext>
            </a:extLst>
          </p:cNvPr>
          <p:cNvSpPr>
            <a:spLocks noChangeAspect="1"/>
          </p:cNvSpPr>
          <p:nvPr/>
        </p:nvSpPr>
        <p:spPr bwMode="auto">
          <a:xfrm>
            <a:off x="6926263" y="5957888"/>
            <a:ext cx="241935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4" rIns="91428" bIns="45714">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300" b="0">
                <a:solidFill>
                  <a:srgbClr val="000000"/>
                </a:solidFill>
                <a:latin typeface="ＭＳ ゴシック" panose="020B0609070205080204" pitchFamily="49" charset="-128"/>
                <a:ea typeface="ＭＳ ゴシック" panose="020B0609070205080204" pitchFamily="49" charset="-128"/>
              </a:rPr>
              <a:t>実施事業等で得られた知見やノウハウをフィードバック</a:t>
            </a:r>
          </a:p>
        </p:txBody>
      </p:sp>
      <p:sp>
        <p:nvSpPr>
          <p:cNvPr id="27656" name="テキスト ボックス 49">
            <a:extLst>
              <a:ext uri="{FF2B5EF4-FFF2-40B4-BE49-F238E27FC236}">
                <a16:creationId xmlns:a16="http://schemas.microsoft.com/office/drawing/2014/main" id="{132FBC51-B290-AFF0-A834-A162688A42A9}"/>
              </a:ext>
            </a:extLst>
          </p:cNvPr>
          <p:cNvSpPr txBox="1">
            <a:spLocks noChangeAspect="1" noChangeArrowheads="1"/>
          </p:cNvSpPr>
          <p:nvPr/>
        </p:nvSpPr>
        <p:spPr bwMode="auto">
          <a:xfrm>
            <a:off x="5695950" y="6254750"/>
            <a:ext cx="1841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8" tIns="45714" rIns="91428" bIns="45714">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endParaRPr lang="ja-JP" altLang="en-US" sz="1400">
              <a:solidFill>
                <a:srgbClr val="000066"/>
              </a:solidFill>
              <a:latin typeface="ＭＳ ゴシック" panose="020B0609070205080204" pitchFamily="49" charset="-128"/>
              <a:ea typeface="ＭＳ ゴシック" panose="020B0609070205080204" pitchFamily="49" charset="-128"/>
            </a:endParaRPr>
          </a:p>
        </p:txBody>
      </p:sp>
      <p:sp>
        <p:nvSpPr>
          <p:cNvPr id="27657" name="テキスト ボックス 56">
            <a:extLst>
              <a:ext uri="{FF2B5EF4-FFF2-40B4-BE49-F238E27FC236}">
                <a16:creationId xmlns:a16="http://schemas.microsoft.com/office/drawing/2014/main" id="{8A2DD9DE-409F-12C2-AD97-31E40CDC62B0}"/>
              </a:ext>
            </a:extLst>
          </p:cNvPr>
          <p:cNvSpPr txBox="1">
            <a:spLocks noChangeAspect="1"/>
          </p:cNvSpPr>
          <p:nvPr/>
        </p:nvSpPr>
        <p:spPr bwMode="auto">
          <a:xfrm>
            <a:off x="4421188" y="3463925"/>
            <a:ext cx="1773237"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4" rIns="91428" bIns="45714">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300" b="0">
                <a:solidFill>
                  <a:srgbClr val="000000"/>
                </a:solidFill>
                <a:latin typeface="ＭＳ ゴシック" panose="020B0609070205080204" pitchFamily="49" charset="-128"/>
                <a:ea typeface="ＭＳ ゴシック" panose="020B0609070205080204" pitchFamily="49" charset="-128"/>
              </a:rPr>
              <a:t>公共データの利用に関するニーズや課題をフィードバック</a:t>
            </a:r>
          </a:p>
        </p:txBody>
      </p:sp>
      <p:sp>
        <p:nvSpPr>
          <p:cNvPr id="27658" name="テキスト ボックス 57">
            <a:extLst>
              <a:ext uri="{FF2B5EF4-FFF2-40B4-BE49-F238E27FC236}">
                <a16:creationId xmlns:a16="http://schemas.microsoft.com/office/drawing/2014/main" id="{52A115B5-593B-8608-FFF1-FE1371A2A2D6}"/>
              </a:ext>
            </a:extLst>
          </p:cNvPr>
          <p:cNvSpPr txBox="1">
            <a:spLocks noChangeAspect="1"/>
          </p:cNvSpPr>
          <p:nvPr/>
        </p:nvSpPr>
        <p:spPr bwMode="auto">
          <a:xfrm>
            <a:off x="3944938" y="4910138"/>
            <a:ext cx="20859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4" rIns="91428" bIns="45714">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300" b="0">
                <a:solidFill>
                  <a:srgbClr val="000000"/>
                </a:solidFill>
                <a:latin typeface="ＭＳ ゴシック" panose="020B0609070205080204" pitchFamily="49" charset="-128"/>
                <a:ea typeface="ＭＳ ゴシック" panose="020B0609070205080204" pitchFamily="49" charset="-128"/>
              </a:rPr>
              <a:t>利活用しやすいデータ</a:t>
            </a:r>
            <a:endParaRPr lang="en-US" altLang="ja-JP" sz="1300" b="0">
              <a:solidFill>
                <a:srgbClr val="000000"/>
              </a:solidFill>
              <a:latin typeface="ＭＳ ゴシック" panose="020B0609070205080204" pitchFamily="49" charset="-128"/>
              <a:ea typeface="ＭＳ ゴシック" panose="020B0609070205080204" pitchFamily="49" charset="-128"/>
            </a:endParaRPr>
          </a:p>
          <a:p>
            <a:pPr eaLnBrk="1" hangingPunct="1">
              <a:spcBef>
                <a:spcPct val="0"/>
              </a:spcBef>
              <a:buFontTx/>
              <a:buNone/>
            </a:pPr>
            <a:r>
              <a:rPr lang="ja-JP" altLang="en-US" sz="1300" b="0">
                <a:solidFill>
                  <a:srgbClr val="000000"/>
                </a:solidFill>
                <a:latin typeface="ＭＳ ゴシック" panose="020B0609070205080204" pitchFamily="49" charset="-128"/>
                <a:ea typeface="ＭＳ ゴシック" panose="020B0609070205080204" pitchFamily="49" charset="-128"/>
              </a:rPr>
              <a:t>公開環境の提供</a:t>
            </a:r>
          </a:p>
        </p:txBody>
      </p:sp>
      <p:sp>
        <p:nvSpPr>
          <p:cNvPr id="27659" name="テキスト ボックス 62">
            <a:extLst>
              <a:ext uri="{FF2B5EF4-FFF2-40B4-BE49-F238E27FC236}">
                <a16:creationId xmlns:a16="http://schemas.microsoft.com/office/drawing/2014/main" id="{02F5DC5B-7425-D32F-0A98-E4C03C28474E}"/>
              </a:ext>
            </a:extLst>
          </p:cNvPr>
          <p:cNvSpPr txBox="1">
            <a:spLocks noChangeAspect="1"/>
          </p:cNvSpPr>
          <p:nvPr/>
        </p:nvSpPr>
        <p:spPr bwMode="auto">
          <a:xfrm>
            <a:off x="2857500" y="4149725"/>
            <a:ext cx="2082800" cy="492125"/>
          </a:xfrm>
          <a:prstGeom prst="rect">
            <a:avLst/>
          </a:prstGeom>
          <a:solidFill>
            <a:srgbClr val="FFFFFF">
              <a:alpha val="50195"/>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8" tIns="45714" rIns="91428" bIns="45714">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300" b="0">
                <a:solidFill>
                  <a:srgbClr val="000000"/>
                </a:solidFill>
                <a:latin typeface="ＭＳ ゴシック" panose="020B0609070205080204" pitchFamily="49" charset="-128"/>
                <a:ea typeface="ＭＳ ゴシック" panose="020B0609070205080204" pitchFamily="49" charset="-128"/>
              </a:rPr>
              <a:t>ニーズ調査の実施や</a:t>
            </a:r>
            <a:endParaRPr lang="en-US" altLang="ja-JP" sz="1300" b="0">
              <a:solidFill>
                <a:srgbClr val="000000"/>
              </a:solidFill>
              <a:latin typeface="ＭＳ ゴシック" panose="020B0609070205080204" pitchFamily="49" charset="-128"/>
              <a:ea typeface="ＭＳ ゴシック" panose="020B0609070205080204" pitchFamily="49" charset="-128"/>
            </a:endParaRPr>
          </a:p>
          <a:p>
            <a:pPr eaLnBrk="1" hangingPunct="1">
              <a:spcBef>
                <a:spcPct val="0"/>
              </a:spcBef>
              <a:buFontTx/>
              <a:buNone/>
            </a:pPr>
            <a:r>
              <a:rPr lang="ja-JP" altLang="en-US" sz="1300" b="0">
                <a:solidFill>
                  <a:srgbClr val="000000"/>
                </a:solidFill>
                <a:latin typeface="ＭＳ ゴシック" panose="020B0609070205080204" pitchFamily="49" charset="-128"/>
                <a:ea typeface="ＭＳ ゴシック" panose="020B0609070205080204" pitchFamily="49" charset="-128"/>
              </a:rPr>
              <a:t>コミュニティの活用</a:t>
            </a:r>
          </a:p>
        </p:txBody>
      </p:sp>
      <p:sp>
        <p:nvSpPr>
          <p:cNvPr id="27660" name="テキスト ボックス 64">
            <a:extLst>
              <a:ext uri="{FF2B5EF4-FFF2-40B4-BE49-F238E27FC236}">
                <a16:creationId xmlns:a16="http://schemas.microsoft.com/office/drawing/2014/main" id="{6E3B541F-4A9C-D512-4F61-25F5C410871A}"/>
              </a:ext>
            </a:extLst>
          </p:cNvPr>
          <p:cNvSpPr txBox="1">
            <a:spLocks noChangeAspect="1"/>
          </p:cNvSpPr>
          <p:nvPr/>
        </p:nvSpPr>
        <p:spPr bwMode="auto">
          <a:xfrm>
            <a:off x="6064250" y="2324100"/>
            <a:ext cx="1509713"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4" rIns="91428" bIns="45714">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300" b="0">
                <a:solidFill>
                  <a:srgbClr val="000000"/>
                </a:solidFill>
                <a:latin typeface="ＭＳ ゴシック" panose="020B0609070205080204" pitchFamily="49" charset="-128"/>
                <a:ea typeface="ＭＳ ゴシック" panose="020B0609070205080204" pitchFamily="49" charset="-128"/>
              </a:rPr>
              <a:t>提供可能なデータ　</a:t>
            </a:r>
            <a:endParaRPr lang="en-US" altLang="ja-JP" sz="1300" b="0">
              <a:solidFill>
                <a:srgbClr val="000000"/>
              </a:solidFill>
              <a:latin typeface="ＭＳ ゴシック" panose="020B0609070205080204" pitchFamily="49" charset="-128"/>
              <a:ea typeface="ＭＳ ゴシック" panose="020B0609070205080204" pitchFamily="49" charset="-128"/>
            </a:endParaRPr>
          </a:p>
          <a:p>
            <a:pPr eaLnBrk="1" hangingPunct="1">
              <a:spcBef>
                <a:spcPct val="0"/>
              </a:spcBef>
              <a:buFontTx/>
              <a:buNone/>
            </a:pPr>
            <a:r>
              <a:rPr lang="ja-JP" altLang="en-US" sz="1300" b="0">
                <a:solidFill>
                  <a:srgbClr val="000000"/>
                </a:solidFill>
                <a:latin typeface="ＭＳ ゴシック" panose="020B0609070205080204" pitchFamily="49" charset="-128"/>
                <a:ea typeface="ＭＳ ゴシック" panose="020B0609070205080204" pitchFamily="49" charset="-128"/>
              </a:rPr>
              <a:t>　　から順次提供</a:t>
            </a:r>
          </a:p>
        </p:txBody>
      </p:sp>
      <p:sp>
        <p:nvSpPr>
          <p:cNvPr id="27661" name="テキスト ボックス 66">
            <a:extLst>
              <a:ext uri="{FF2B5EF4-FFF2-40B4-BE49-F238E27FC236}">
                <a16:creationId xmlns:a16="http://schemas.microsoft.com/office/drawing/2014/main" id="{A961E00D-E83A-3C30-FA65-7BCD63157214}"/>
              </a:ext>
            </a:extLst>
          </p:cNvPr>
          <p:cNvSpPr txBox="1">
            <a:spLocks noChangeAspect="1" noChangeArrowheads="1"/>
          </p:cNvSpPr>
          <p:nvPr/>
        </p:nvSpPr>
        <p:spPr bwMode="auto">
          <a:xfrm>
            <a:off x="5629275" y="2193925"/>
            <a:ext cx="1841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8" tIns="45714" rIns="91428" bIns="45714">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endParaRPr lang="ja-JP" altLang="en-US" sz="1400">
              <a:solidFill>
                <a:srgbClr val="000066"/>
              </a:solidFill>
              <a:latin typeface="ＭＳ ゴシック" panose="020B0609070205080204" pitchFamily="49" charset="-128"/>
              <a:ea typeface="ＭＳ ゴシック" panose="020B0609070205080204" pitchFamily="49" charset="-128"/>
            </a:endParaRPr>
          </a:p>
        </p:txBody>
      </p:sp>
      <p:sp>
        <p:nvSpPr>
          <p:cNvPr id="27662" name="テキスト ボックス 67">
            <a:extLst>
              <a:ext uri="{FF2B5EF4-FFF2-40B4-BE49-F238E27FC236}">
                <a16:creationId xmlns:a16="http://schemas.microsoft.com/office/drawing/2014/main" id="{EF9902A1-815E-331B-245C-914F7912F904}"/>
              </a:ext>
            </a:extLst>
          </p:cNvPr>
          <p:cNvSpPr txBox="1">
            <a:spLocks noChangeAspect="1" noChangeArrowheads="1"/>
          </p:cNvSpPr>
          <p:nvPr/>
        </p:nvSpPr>
        <p:spPr bwMode="auto">
          <a:xfrm>
            <a:off x="7431088" y="2951163"/>
            <a:ext cx="1841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8" tIns="45714" rIns="91428" bIns="45714">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endParaRPr lang="ja-JP" altLang="en-US" sz="1400">
              <a:solidFill>
                <a:srgbClr val="000066"/>
              </a:solidFill>
              <a:latin typeface="ＭＳ ゴシック" panose="020B0609070205080204" pitchFamily="49" charset="-128"/>
              <a:ea typeface="ＭＳ ゴシック" panose="020B0609070205080204" pitchFamily="49" charset="-128"/>
            </a:endParaRPr>
          </a:p>
        </p:txBody>
      </p:sp>
      <p:cxnSp>
        <p:nvCxnSpPr>
          <p:cNvPr id="70" name="カギ線コネクタ 69">
            <a:extLst>
              <a:ext uri="{FF2B5EF4-FFF2-40B4-BE49-F238E27FC236}">
                <a16:creationId xmlns:a16="http://schemas.microsoft.com/office/drawing/2014/main" id="{AC8ABCBE-B3C8-FD10-2D5F-1832E7372BE4}"/>
              </a:ext>
            </a:extLst>
          </p:cNvPr>
          <p:cNvCxnSpPr>
            <a:cxnSpLocks noChangeAspect="1"/>
          </p:cNvCxnSpPr>
          <p:nvPr/>
        </p:nvCxnSpPr>
        <p:spPr bwMode="auto">
          <a:xfrm flipH="1" flipV="1">
            <a:off x="5888038" y="2347913"/>
            <a:ext cx="1801812" cy="757237"/>
          </a:xfrm>
          <a:prstGeom prst="bentConnector3">
            <a:avLst>
              <a:gd name="adj1" fmla="val -12687"/>
            </a:avLst>
          </a:prstGeom>
          <a:ln w="19050">
            <a:solidFill>
              <a:schemeClr val="tx1"/>
            </a:solidFill>
            <a:prstDash val="dash"/>
            <a:tailEnd type="arrow"/>
          </a:ln>
        </p:spPr>
        <p:style>
          <a:lnRef idx="1">
            <a:schemeClr val="accent1"/>
          </a:lnRef>
          <a:fillRef idx="0">
            <a:schemeClr val="accent1"/>
          </a:fillRef>
          <a:effectRef idx="0">
            <a:schemeClr val="accent1"/>
          </a:effectRef>
          <a:fontRef idx="minor">
            <a:schemeClr val="tx1"/>
          </a:fontRef>
        </p:style>
      </p:cxnSp>
      <p:sp>
        <p:nvSpPr>
          <p:cNvPr id="27664" name="正方形/長方形 71">
            <a:extLst>
              <a:ext uri="{FF2B5EF4-FFF2-40B4-BE49-F238E27FC236}">
                <a16:creationId xmlns:a16="http://schemas.microsoft.com/office/drawing/2014/main" id="{41065004-2885-CCC5-8522-28F09F4F5BEE}"/>
              </a:ext>
            </a:extLst>
          </p:cNvPr>
          <p:cNvSpPr>
            <a:spLocks noChangeAspect="1"/>
          </p:cNvSpPr>
          <p:nvPr/>
        </p:nvSpPr>
        <p:spPr bwMode="auto">
          <a:xfrm>
            <a:off x="7851775" y="2276475"/>
            <a:ext cx="1349375" cy="109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4" rIns="91428" bIns="45714">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300" b="0">
                <a:solidFill>
                  <a:srgbClr val="000000"/>
                </a:solidFill>
                <a:latin typeface="ＭＳ ゴシック" panose="020B0609070205080204" pitchFamily="49" charset="-128"/>
                <a:ea typeface="ＭＳ ゴシック" panose="020B0609070205080204" pitchFamily="49" charset="-128"/>
              </a:rPr>
              <a:t>得られたノウハウのフィードバックによるデータ供給システムの改善</a:t>
            </a:r>
          </a:p>
        </p:txBody>
      </p:sp>
      <p:sp>
        <p:nvSpPr>
          <p:cNvPr id="27665" name="テキスト ボックス 73">
            <a:extLst>
              <a:ext uri="{FF2B5EF4-FFF2-40B4-BE49-F238E27FC236}">
                <a16:creationId xmlns:a16="http://schemas.microsoft.com/office/drawing/2014/main" id="{01D0012A-576B-2A27-2831-0940ADB67F46}"/>
              </a:ext>
            </a:extLst>
          </p:cNvPr>
          <p:cNvSpPr txBox="1">
            <a:spLocks noChangeAspect="1" noChangeArrowheads="1"/>
          </p:cNvSpPr>
          <p:nvPr/>
        </p:nvSpPr>
        <p:spPr bwMode="auto">
          <a:xfrm>
            <a:off x="2389188" y="3081338"/>
            <a:ext cx="1841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8" tIns="45714" rIns="91428" bIns="45714">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endParaRPr lang="ja-JP" altLang="en-US" sz="1400">
              <a:solidFill>
                <a:srgbClr val="000066"/>
              </a:solidFill>
              <a:latin typeface="ＭＳ ゴシック" panose="020B0609070205080204" pitchFamily="49" charset="-128"/>
              <a:ea typeface="ＭＳ ゴシック" panose="020B0609070205080204" pitchFamily="49" charset="-128"/>
            </a:endParaRPr>
          </a:p>
        </p:txBody>
      </p:sp>
      <p:cxnSp>
        <p:nvCxnSpPr>
          <p:cNvPr id="77" name="カギ線コネクタ 76">
            <a:extLst>
              <a:ext uri="{FF2B5EF4-FFF2-40B4-BE49-F238E27FC236}">
                <a16:creationId xmlns:a16="http://schemas.microsoft.com/office/drawing/2014/main" id="{39C47C2C-C866-49CC-2A10-927666CAF768}"/>
              </a:ext>
            </a:extLst>
          </p:cNvPr>
          <p:cNvCxnSpPr>
            <a:cxnSpLocks noChangeAspect="1"/>
          </p:cNvCxnSpPr>
          <p:nvPr/>
        </p:nvCxnSpPr>
        <p:spPr bwMode="auto">
          <a:xfrm rot="10800000">
            <a:off x="1208088" y="2767013"/>
            <a:ext cx="977900" cy="517525"/>
          </a:xfrm>
          <a:prstGeom prst="bentConnector2">
            <a:avLst/>
          </a:prstGeom>
          <a:ln w="19050">
            <a:solidFill>
              <a:schemeClr val="tx1"/>
            </a:solidFill>
            <a:prstDash val="solid"/>
            <a:tailEnd type="arrow"/>
          </a:ln>
        </p:spPr>
        <p:style>
          <a:lnRef idx="1">
            <a:schemeClr val="accent1"/>
          </a:lnRef>
          <a:fillRef idx="0">
            <a:schemeClr val="accent1"/>
          </a:fillRef>
          <a:effectRef idx="0">
            <a:schemeClr val="accent1"/>
          </a:effectRef>
          <a:fontRef idx="minor">
            <a:schemeClr val="tx1"/>
          </a:fontRef>
        </p:style>
      </p:cxnSp>
      <p:sp>
        <p:nvSpPr>
          <p:cNvPr id="27667" name="テキスト ボックス 79">
            <a:extLst>
              <a:ext uri="{FF2B5EF4-FFF2-40B4-BE49-F238E27FC236}">
                <a16:creationId xmlns:a16="http://schemas.microsoft.com/office/drawing/2014/main" id="{8ED408F6-47B6-5C68-EC4F-C85B60A00CF0}"/>
              </a:ext>
            </a:extLst>
          </p:cNvPr>
          <p:cNvSpPr txBox="1">
            <a:spLocks noChangeAspect="1"/>
          </p:cNvSpPr>
          <p:nvPr/>
        </p:nvSpPr>
        <p:spPr bwMode="auto">
          <a:xfrm>
            <a:off x="1208088" y="3297238"/>
            <a:ext cx="101600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4" rIns="91428" bIns="45714">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300" b="0">
                <a:solidFill>
                  <a:srgbClr val="000000"/>
                </a:solidFill>
                <a:latin typeface="ＭＳ ゴシック" panose="020B0609070205080204" pitchFamily="49" charset="-128"/>
                <a:ea typeface="ＭＳ ゴシック" panose="020B0609070205080204" pitchFamily="49" charset="-128"/>
              </a:rPr>
              <a:t>政府全体の課題を提示</a:t>
            </a:r>
          </a:p>
        </p:txBody>
      </p:sp>
      <p:cxnSp>
        <p:nvCxnSpPr>
          <p:cNvPr id="91" name="カギ線コネクタ 90">
            <a:extLst>
              <a:ext uri="{FF2B5EF4-FFF2-40B4-BE49-F238E27FC236}">
                <a16:creationId xmlns:a16="http://schemas.microsoft.com/office/drawing/2014/main" id="{D73A7314-A3BC-A0EE-8E51-05919C9CBAB4}"/>
              </a:ext>
            </a:extLst>
          </p:cNvPr>
          <p:cNvCxnSpPr>
            <a:cxnSpLocks noChangeAspect="1"/>
            <a:endCxn id="27669" idx="1"/>
          </p:cNvCxnSpPr>
          <p:nvPr/>
        </p:nvCxnSpPr>
        <p:spPr bwMode="auto">
          <a:xfrm rot="16200000" flipH="1">
            <a:off x="692944" y="2917032"/>
            <a:ext cx="3667125" cy="3354387"/>
          </a:xfrm>
          <a:prstGeom prst="bentConnector2">
            <a:avLst/>
          </a:prstGeom>
          <a:ln w="19050">
            <a:solidFill>
              <a:schemeClr val="tx1"/>
            </a:solidFill>
            <a:prstDash val="solid"/>
            <a:headEnd type="arrow"/>
            <a:tailEnd type="none"/>
          </a:ln>
        </p:spPr>
        <p:style>
          <a:lnRef idx="1">
            <a:schemeClr val="accent1"/>
          </a:lnRef>
          <a:fillRef idx="0">
            <a:schemeClr val="accent1"/>
          </a:fillRef>
          <a:effectRef idx="0">
            <a:schemeClr val="accent1"/>
          </a:effectRef>
          <a:fontRef idx="minor">
            <a:schemeClr val="tx1"/>
          </a:fontRef>
        </p:style>
      </p:cxnSp>
      <p:sp>
        <p:nvSpPr>
          <p:cNvPr id="27669" name="テキスト ボックス 92">
            <a:extLst>
              <a:ext uri="{FF2B5EF4-FFF2-40B4-BE49-F238E27FC236}">
                <a16:creationId xmlns:a16="http://schemas.microsoft.com/office/drawing/2014/main" id="{1D06C2C7-CF98-DC79-3595-373E4FCBE02A}"/>
              </a:ext>
            </a:extLst>
          </p:cNvPr>
          <p:cNvSpPr txBox="1">
            <a:spLocks noChangeAspect="1" noChangeArrowheads="1"/>
          </p:cNvSpPr>
          <p:nvPr/>
        </p:nvSpPr>
        <p:spPr bwMode="auto">
          <a:xfrm>
            <a:off x="4203700" y="6273800"/>
            <a:ext cx="1841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8" tIns="45714" rIns="91428" bIns="45714">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endParaRPr lang="ja-JP" altLang="en-US" sz="1400">
              <a:solidFill>
                <a:srgbClr val="000066"/>
              </a:solidFill>
              <a:latin typeface="ＭＳ ゴシック" panose="020B0609070205080204" pitchFamily="49" charset="-128"/>
              <a:ea typeface="ＭＳ ゴシック" panose="020B0609070205080204" pitchFamily="49" charset="-128"/>
            </a:endParaRPr>
          </a:p>
        </p:txBody>
      </p:sp>
      <p:sp>
        <p:nvSpPr>
          <p:cNvPr id="27670" name="テキスト ボックス 97">
            <a:extLst>
              <a:ext uri="{FF2B5EF4-FFF2-40B4-BE49-F238E27FC236}">
                <a16:creationId xmlns:a16="http://schemas.microsoft.com/office/drawing/2014/main" id="{6F6C4FCD-8233-6098-8A06-B47E599B5286}"/>
              </a:ext>
            </a:extLst>
          </p:cNvPr>
          <p:cNvSpPr txBox="1">
            <a:spLocks noChangeAspect="1" noChangeArrowheads="1"/>
          </p:cNvSpPr>
          <p:nvPr/>
        </p:nvSpPr>
        <p:spPr bwMode="auto">
          <a:xfrm>
            <a:off x="1093788" y="2452688"/>
            <a:ext cx="1841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8" tIns="45714" rIns="91428" bIns="45714">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endParaRPr lang="ja-JP" altLang="en-US" sz="1400">
              <a:solidFill>
                <a:srgbClr val="000066"/>
              </a:solidFill>
              <a:latin typeface="ＭＳ ゴシック" panose="020B0609070205080204" pitchFamily="49" charset="-128"/>
              <a:ea typeface="ＭＳ ゴシック" panose="020B0609070205080204" pitchFamily="49" charset="-128"/>
            </a:endParaRPr>
          </a:p>
        </p:txBody>
      </p:sp>
      <p:sp>
        <p:nvSpPr>
          <p:cNvPr id="27671" name="正方形/長方形 99">
            <a:extLst>
              <a:ext uri="{FF2B5EF4-FFF2-40B4-BE49-F238E27FC236}">
                <a16:creationId xmlns:a16="http://schemas.microsoft.com/office/drawing/2014/main" id="{E21B5DCA-363D-8B9D-8D9E-C74AC8457160}"/>
              </a:ext>
            </a:extLst>
          </p:cNvPr>
          <p:cNvSpPr>
            <a:spLocks noChangeAspect="1"/>
          </p:cNvSpPr>
          <p:nvPr/>
        </p:nvSpPr>
        <p:spPr bwMode="auto">
          <a:xfrm>
            <a:off x="849313" y="5943600"/>
            <a:ext cx="200977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4" rIns="91428" bIns="45714">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300" b="0">
                <a:solidFill>
                  <a:srgbClr val="000000"/>
                </a:solidFill>
                <a:latin typeface="ＭＳ ゴシック" panose="020B0609070205080204" pitchFamily="49" charset="-128"/>
                <a:ea typeface="ＭＳ ゴシック" panose="020B0609070205080204" pitchFamily="49" charset="-128"/>
              </a:rPr>
              <a:t>モデルケース</a:t>
            </a:r>
            <a:endParaRPr lang="en-US" altLang="ja-JP" sz="1300" b="0">
              <a:solidFill>
                <a:srgbClr val="000000"/>
              </a:solidFill>
              <a:latin typeface="ＭＳ ゴシック" panose="020B0609070205080204" pitchFamily="49" charset="-128"/>
              <a:ea typeface="ＭＳ ゴシック" panose="020B0609070205080204" pitchFamily="49" charset="-128"/>
            </a:endParaRPr>
          </a:p>
          <a:p>
            <a:pPr eaLnBrk="1" hangingPunct="1">
              <a:spcBef>
                <a:spcPct val="0"/>
              </a:spcBef>
              <a:buFontTx/>
              <a:buNone/>
            </a:pPr>
            <a:r>
              <a:rPr lang="ja-JP" altLang="en-US" sz="1300" b="0">
                <a:solidFill>
                  <a:srgbClr val="000000"/>
                </a:solidFill>
                <a:latin typeface="ＭＳ ゴシック" panose="020B0609070205080204" pitchFamily="49" charset="-128"/>
                <a:ea typeface="ＭＳ ゴシック" panose="020B0609070205080204" pitchFamily="49" charset="-128"/>
              </a:rPr>
              <a:t>の提示</a:t>
            </a:r>
          </a:p>
        </p:txBody>
      </p:sp>
      <p:cxnSp>
        <p:nvCxnSpPr>
          <p:cNvPr id="102" name="直線矢印コネクタ 101">
            <a:extLst>
              <a:ext uri="{FF2B5EF4-FFF2-40B4-BE49-F238E27FC236}">
                <a16:creationId xmlns:a16="http://schemas.microsoft.com/office/drawing/2014/main" id="{9E0345D1-DC86-4973-0D26-C31B85A3AD87}"/>
              </a:ext>
            </a:extLst>
          </p:cNvPr>
          <p:cNvCxnSpPr>
            <a:cxnSpLocks noChangeAspect="1"/>
          </p:cNvCxnSpPr>
          <p:nvPr/>
        </p:nvCxnSpPr>
        <p:spPr bwMode="auto">
          <a:xfrm>
            <a:off x="3795713" y="3273425"/>
            <a:ext cx="2232025" cy="0"/>
          </a:xfrm>
          <a:prstGeom prst="straightConnector1">
            <a:avLst/>
          </a:prstGeom>
          <a:ln w="19050">
            <a:solidFill>
              <a:schemeClr val="tx1"/>
            </a:solidFill>
            <a:prstDash val="dash"/>
            <a:headEnd type="arrow"/>
            <a:tailEnd type="none"/>
          </a:ln>
        </p:spPr>
        <p:style>
          <a:lnRef idx="1">
            <a:schemeClr val="accent1"/>
          </a:lnRef>
          <a:fillRef idx="0">
            <a:schemeClr val="accent1"/>
          </a:fillRef>
          <a:effectRef idx="0">
            <a:schemeClr val="accent1"/>
          </a:effectRef>
          <a:fontRef idx="minor">
            <a:schemeClr val="tx1"/>
          </a:fontRef>
        </p:style>
      </p:cxnSp>
      <p:sp>
        <p:nvSpPr>
          <p:cNvPr id="27673" name="正方形/長方形 102">
            <a:extLst>
              <a:ext uri="{FF2B5EF4-FFF2-40B4-BE49-F238E27FC236}">
                <a16:creationId xmlns:a16="http://schemas.microsoft.com/office/drawing/2014/main" id="{F0E57D33-0FD9-81EC-AB8F-57CA020DBA19}"/>
              </a:ext>
            </a:extLst>
          </p:cNvPr>
          <p:cNvSpPr>
            <a:spLocks noChangeAspect="1"/>
          </p:cNvSpPr>
          <p:nvPr/>
        </p:nvSpPr>
        <p:spPr bwMode="auto">
          <a:xfrm>
            <a:off x="3829050" y="2932113"/>
            <a:ext cx="2419350" cy="300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4" rIns="91428" bIns="45714">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300" b="0">
                <a:solidFill>
                  <a:srgbClr val="000000"/>
                </a:solidFill>
                <a:latin typeface="ＭＳ ゴシック" panose="020B0609070205080204" pitchFamily="49" charset="-128"/>
                <a:ea typeface="ＭＳ ゴシック" panose="020B0609070205080204" pitchFamily="49" charset="-128"/>
              </a:rPr>
              <a:t>技術・制度上の課題を抽出</a:t>
            </a:r>
          </a:p>
        </p:txBody>
      </p:sp>
      <p:sp>
        <p:nvSpPr>
          <p:cNvPr id="27674" name="正方形/長方形 103">
            <a:extLst>
              <a:ext uri="{FF2B5EF4-FFF2-40B4-BE49-F238E27FC236}">
                <a16:creationId xmlns:a16="http://schemas.microsoft.com/office/drawing/2014/main" id="{5BD3D265-3D26-4247-86B9-FDD4A1AA2DC2}"/>
              </a:ext>
            </a:extLst>
          </p:cNvPr>
          <p:cNvSpPr>
            <a:spLocks noChangeAspect="1"/>
          </p:cNvSpPr>
          <p:nvPr/>
        </p:nvSpPr>
        <p:spPr bwMode="auto">
          <a:xfrm>
            <a:off x="7297738" y="3959225"/>
            <a:ext cx="1976437" cy="692150"/>
          </a:xfrm>
          <a:prstGeom prst="rect">
            <a:avLst/>
          </a:prstGeom>
          <a:solidFill>
            <a:srgbClr val="FFFFFF">
              <a:alpha val="49803"/>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1428" tIns="45714" rIns="91428" bIns="45714">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300" b="0">
                <a:solidFill>
                  <a:srgbClr val="000000"/>
                </a:solidFill>
                <a:latin typeface="ＭＳ ゴシック" panose="020B0609070205080204" pitchFamily="49" charset="-128"/>
                <a:ea typeface="ＭＳ ゴシック" panose="020B0609070205080204" pitchFamily="49" charset="-128"/>
              </a:rPr>
              <a:t>利活用を促す技術（機械可読、</a:t>
            </a:r>
            <a:r>
              <a:rPr lang="en-US" altLang="ja-JP" sz="1300" b="0">
                <a:solidFill>
                  <a:srgbClr val="000000"/>
                </a:solidFill>
                <a:latin typeface="ＭＳ ゴシック" panose="020B0609070205080204" pitchFamily="49" charset="-128"/>
                <a:ea typeface="ＭＳ ゴシック" panose="020B0609070205080204" pitchFamily="49" charset="-128"/>
              </a:rPr>
              <a:t>API</a:t>
            </a:r>
            <a:r>
              <a:rPr lang="ja-JP" altLang="en-US" sz="1300" b="0">
                <a:solidFill>
                  <a:srgbClr val="000000"/>
                </a:solidFill>
                <a:latin typeface="ＭＳ ゴシック" panose="020B0609070205080204" pitchFamily="49" charset="-128"/>
                <a:ea typeface="ＭＳ ゴシック" panose="020B0609070205080204" pitchFamily="49" charset="-128"/>
              </a:rPr>
              <a:t>、</a:t>
            </a:r>
            <a:r>
              <a:rPr lang="en-US" altLang="ja-JP" sz="1300" b="0">
                <a:solidFill>
                  <a:srgbClr val="000000"/>
                </a:solidFill>
                <a:latin typeface="ＭＳ ゴシック" panose="020B0609070205080204" pitchFamily="49" charset="-128"/>
                <a:ea typeface="ＭＳ ゴシック" panose="020B0609070205080204" pitchFamily="49" charset="-128"/>
              </a:rPr>
              <a:t>LOD</a:t>
            </a:r>
            <a:r>
              <a:rPr lang="ja-JP" altLang="en-US" sz="1300" b="0">
                <a:solidFill>
                  <a:srgbClr val="000000"/>
                </a:solidFill>
                <a:latin typeface="ＭＳ ゴシック" panose="020B0609070205080204" pitchFamily="49" charset="-128"/>
                <a:ea typeface="ＭＳ ゴシック" panose="020B0609070205080204" pitchFamily="49" charset="-128"/>
              </a:rPr>
              <a:t>化）や制度の提供</a:t>
            </a:r>
            <a:endParaRPr lang="en-US" altLang="ja-JP" sz="1300" b="0">
              <a:solidFill>
                <a:srgbClr val="000000"/>
              </a:solidFill>
              <a:latin typeface="ＭＳ ゴシック" panose="020B0609070205080204" pitchFamily="49" charset="-128"/>
              <a:ea typeface="ＭＳ ゴシック" panose="020B0609070205080204" pitchFamily="49" charset="-128"/>
            </a:endParaRPr>
          </a:p>
        </p:txBody>
      </p:sp>
      <p:sp>
        <p:nvSpPr>
          <p:cNvPr id="27675" name="テキスト ボックス 67">
            <a:extLst>
              <a:ext uri="{FF2B5EF4-FFF2-40B4-BE49-F238E27FC236}">
                <a16:creationId xmlns:a16="http://schemas.microsoft.com/office/drawing/2014/main" id="{2501EFAF-56A8-EA9F-4EE3-DADF6C0D8C4F}"/>
              </a:ext>
            </a:extLst>
          </p:cNvPr>
          <p:cNvSpPr txBox="1">
            <a:spLocks noChangeAspect="1" noChangeArrowheads="1"/>
          </p:cNvSpPr>
          <p:nvPr/>
        </p:nvSpPr>
        <p:spPr bwMode="auto">
          <a:xfrm>
            <a:off x="7424738" y="3297238"/>
            <a:ext cx="18415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28" tIns="45714" rIns="91428" bIns="45714">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endParaRPr lang="ja-JP" altLang="en-US" sz="1400">
              <a:solidFill>
                <a:srgbClr val="000066"/>
              </a:solidFill>
              <a:latin typeface="ＭＳ ゴシック" panose="020B0609070205080204" pitchFamily="49" charset="-128"/>
              <a:ea typeface="ＭＳ ゴシック" panose="020B0609070205080204" pitchFamily="49" charset="-128"/>
            </a:endParaRPr>
          </a:p>
        </p:txBody>
      </p:sp>
      <p:sp>
        <p:nvSpPr>
          <p:cNvPr id="27676" name="テキスト ボックス 60">
            <a:extLst>
              <a:ext uri="{FF2B5EF4-FFF2-40B4-BE49-F238E27FC236}">
                <a16:creationId xmlns:a16="http://schemas.microsoft.com/office/drawing/2014/main" id="{9826A254-9F4D-EAAB-1943-C5FE22E0EB77}"/>
              </a:ext>
            </a:extLst>
          </p:cNvPr>
          <p:cNvSpPr txBox="1">
            <a:spLocks noChangeAspect="1"/>
          </p:cNvSpPr>
          <p:nvPr/>
        </p:nvSpPr>
        <p:spPr bwMode="auto">
          <a:xfrm>
            <a:off x="2720975" y="5907088"/>
            <a:ext cx="153828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8" tIns="45714" rIns="91428" bIns="45714">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300" b="0">
                <a:solidFill>
                  <a:srgbClr val="000000"/>
                </a:solidFill>
                <a:latin typeface="ＭＳ ゴシック" panose="020B0609070205080204" pitchFamily="49" charset="-128"/>
                <a:ea typeface="ＭＳ ゴシック" panose="020B0609070205080204" pitchFamily="49" charset="-128"/>
              </a:rPr>
              <a:t>ユースケースや</a:t>
            </a:r>
            <a:endParaRPr lang="en-US" altLang="ja-JP" sz="1300" b="0">
              <a:solidFill>
                <a:srgbClr val="000000"/>
              </a:solidFill>
              <a:latin typeface="ＭＳ ゴシック" panose="020B0609070205080204" pitchFamily="49" charset="-128"/>
              <a:ea typeface="ＭＳ ゴシック" panose="020B0609070205080204" pitchFamily="49" charset="-128"/>
            </a:endParaRPr>
          </a:p>
          <a:p>
            <a:pPr eaLnBrk="1" hangingPunct="1">
              <a:spcBef>
                <a:spcPct val="0"/>
              </a:spcBef>
              <a:buFontTx/>
              <a:buNone/>
            </a:pPr>
            <a:r>
              <a:rPr lang="ja-JP" altLang="en-US" sz="1300" b="0">
                <a:solidFill>
                  <a:srgbClr val="000000"/>
                </a:solidFill>
                <a:latin typeface="ＭＳ ゴシック" panose="020B0609070205080204" pitchFamily="49" charset="-128"/>
                <a:ea typeface="ＭＳ ゴシック" panose="020B0609070205080204" pitchFamily="49" charset="-128"/>
              </a:rPr>
              <a:t>活用支援の紹介</a:t>
            </a:r>
            <a:endParaRPr lang="en-US" altLang="ja-JP" sz="1300" b="0">
              <a:solidFill>
                <a:srgbClr val="000000"/>
              </a:solidFill>
              <a:latin typeface="ＭＳ ゴシック" panose="020B0609070205080204" pitchFamily="49" charset="-128"/>
              <a:ea typeface="ＭＳ ゴシック" panose="020B0609070205080204" pitchFamily="49" charset="-128"/>
            </a:endParaRPr>
          </a:p>
        </p:txBody>
      </p:sp>
      <p:sp>
        <p:nvSpPr>
          <p:cNvPr id="27677" name="タイトル 1">
            <a:extLst>
              <a:ext uri="{FF2B5EF4-FFF2-40B4-BE49-F238E27FC236}">
                <a16:creationId xmlns:a16="http://schemas.microsoft.com/office/drawing/2014/main" id="{BBBC6D09-2FFC-3805-16F0-22826C92197F}"/>
              </a:ext>
            </a:extLst>
          </p:cNvPr>
          <p:cNvSpPr>
            <a:spLocks noGrp="1"/>
          </p:cNvSpPr>
          <p:nvPr>
            <p:ph type="title"/>
          </p:nvPr>
        </p:nvSpPr>
        <p:spPr>
          <a:xfrm>
            <a:off x="179388" y="115888"/>
            <a:ext cx="9453562" cy="433387"/>
          </a:xfrm>
        </p:spPr>
        <p:txBody>
          <a:bodyPr/>
          <a:lstStyle/>
          <a:p>
            <a:r>
              <a:rPr kumimoji="1" lang="en-US" altLang="ja-JP" sz="2800">
                <a:latin typeface="ＭＳ ゴシック" panose="020B0609070205080204" pitchFamily="49" charset="-128"/>
                <a:ea typeface="ＭＳ ゴシック" panose="020B0609070205080204" pitchFamily="49" charset="-128"/>
              </a:rPr>
              <a:t>Open DATA METI</a:t>
            </a:r>
            <a:r>
              <a:rPr kumimoji="1" lang="ja-JP" altLang="en-US" sz="2800">
                <a:latin typeface="ＭＳ ゴシック" panose="020B0609070205080204" pitchFamily="49" charset="-128"/>
                <a:ea typeface="ＭＳ ゴシック" panose="020B0609070205080204" pitchFamily="49" charset="-128"/>
              </a:rPr>
              <a:t>構想とは</a:t>
            </a:r>
            <a:endParaRPr kumimoji="1" lang="ja-JP" altLang="en-US" sz="2000">
              <a:latin typeface="ＭＳ ゴシック" panose="020B0609070205080204" pitchFamily="49" charset="-128"/>
              <a:ea typeface="ＭＳ ゴシック" panose="020B0609070205080204" pitchFamily="49" charset="-128"/>
            </a:endParaRPr>
          </a:p>
        </p:txBody>
      </p:sp>
      <p:sp>
        <p:nvSpPr>
          <p:cNvPr id="27678" name="コンテンツ プレースホルダ 4">
            <a:extLst>
              <a:ext uri="{FF2B5EF4-FFF2-40B4-BE49-F238E27FC236}">
                <a16:creationId xmlns:a16="http://schemas.microsoft.com/office/drawing/2014/main" id="{314F047A-4673-346B-4A84-C7E66CB2F000}"/>
              </a:ext>
            </a:extLst>
          </p:cNvPr>
          <p:cNvSpPr>
            <a:spLocks noGrp="1"/>
          </p:cNvSpPr>
          <p:nvPr>
            <p:ph idx="1"/>
          </p:nvPr>
        </p:nvSpPr>
        <p:spPr>
          <a:xfrm>
            <a:off x="242888" y="650875"/>
            <a:ext cx="9477375" cy="877888"/>
          </a:xfrm>
        </p:spPr>
        <p:txBody>
          <a:bodyPr>
            <a:spAutoFit/>
          </a:bodyPr>
          <a:lstStyle/>
          <a:p>
            <a:pPr marL="176213" indent="-176213"/>
            <a:r>
              <a:rPr lang="ja-JP" altLang="en-US" sz="1700">
                <a:latin typeface="ＭＳ ゴシック" panose="020B0609070205080204" pitchFamily="49" charset="-128"/>
                <a:ea typeface="ＭＳ ゴシック" panose="020B0609070205080204" pitchFamily="49" charset="-128"/>
              </a:rPr>
              <a:t>経済産業省自身の保有データを対象にデータ公開の環境整備を図り、実際に公開を進め、政府全体の取組に役立つモデルを示すとともに、公開データを利活用したビジネスが展開する社会基盤を整えていくことで、オープンデータによる経済活性化の促進を図る。</a:t>
            </a:r>
            <a:endParaRPr lang="en-US" altLang="ja-JP" sz="1700">
              <a:latin typeface="ＭＳ ゴシック" panose="020B0609070205080204" pitchFamily="49" charset="-128"/>
              <a:ea typeface="ＭＳ ゴシック" panose="020B0609070205080204" pitchFamily="49" charset="-128"/>
            </a:endParaRPr>
          </a:p>
        </p:txBody>
      </p:sp>
      <p:cxnSp>
        <p:nvCxnSpPr>
          <p:cNvPr id="9" name="直線コネクタ 8">
            <a:extLst>
              <a:ext uri="{FF2B5EF4-FFF2-40B4-BE49-F238E27FC236}">
                <a16:creationId xmlns:a16="http://schemas.microsoft.com/office/drawing/2014/main" id="{26B0730A-CA34-128D-2573-4C5E7C42589A}"/>
              </a:ext>
            </a:extLst>
          </p:cNvPr>
          <p:cNvCxnSpPr/>
          <p:nvPr/>
        </p:nvCxnSpPr>
        <p:spPr>
          <a:xfrm flipV="1">
            <a:off x="5665788" y="6410325"/>
            <a:ext cx="3608387" cy="28575"/>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45" name="直線コネクタ 44">
            <a:extLst>
              <a:ext uri="{FF2B5EF4-FFF2-40B4-BE49-F238E27FC236}">
                <a16:creationId xmlns:a16="http://schemas.microsoft.com/office/drawing/2014/main" id="{849835CB-8290-DA44-2EE7-DDB056C533D9}"/>
              </a:ext>
            </a:extLst>
          </p:cNvPr>
          <p:cNvCxnSpPr/>
          <p:nvPr/>
        </p:nvCxnSpPr>
        <p:spPr>
          <a:xfrm flipH="1" flipV="1">
            <a:off x="9269413" y="2090738"/>
            <a:ext cx="4762" cy="4298950"/>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2" name="直線矢印コネクタ 51">
            <a:extLst>
              <a:ext uri="{FF2B5EF4-FFF2-40B4-BE49-F238E27FC236}">
                <a16:creationId xmlns:a16="http://schemas.microsoft.com/office/drawing/2014/main" id="{01BACF20-6721-B844-597B-111598044048}"/>
              </a:ext>
            </a:extLst>
          </p:cNvPr>
          <p:cNvCxnSpPr>
            <a:cxnSpLocks noChangeAspect="1"/>
          </p:cNvCxnSpPr>
          <p:nvPr/>
        </p:nvCxnSpPr>
        <p:spPr bwMode="auto">
          <a:xfrm>
            <a:off x="7689850" y="3457575"/>
            <a:ext cx="1579563" cy="0"/>
          </a:xfrm>
          <a:prstGeom prst="straightConnector1">
            <a:avLst/>
          </a:prstGeom>
          <a:ln w="19050">
            <a:solidFill>
              <a:schemeClr val="tx1"/>
            </a:solidFill>
            <a:prstDash val="dash"/>
            <a:headEnd type="arrow"/>
            <a:tailEnd type="none"/>
          </a:ln>
        </p:spPr>
        <p:style>
          <a:lnRef idx="1">
            <a:schemeClr val="accent1"/>
          </a:lnRef>
          <a:fillRef idx="0">
            <a:schemeClr val="accent1"/>
          </a:fillRef>
          <a:effectRef idx="0">
            <a:schemeClr val="accent1"/>
          </a:effectRef>
          <a:fontRef idx="minor">
            <a:schemeClr val="tx1"/>
          </a:fontRef>
        </p:style>
      </p:cxnSp>
      <p:cxnSp>
        <p:nvCxnSpPr>
          <p:cNvPr id="54" name="直線矢印コネクタ 53">
            <a:extLst>
              <a:ext uri="{FF2B5EF4-FFF2-40B4-BE49-F238E27FC236}">
                <a16:creationId xmlns:a16="http://schemas.microsoft.com/office/drawing/2014/main" id="{41E08159-852F-6436-6FB8-999D07851432}"/>
              </a:ext>
            </a:extLst>
          </p:cNvPr>
          <p:cNvCxnSpPr>
            <a:cxnSpLocks noChangeAspect="1"/>
          </p:cNvCxnSpPr>
          <p:nvPr/>
        </p:nvCxnSpPr>
        <p:spPr bwMode="auto">
          <a:xfrm>
            <a:off x="5813425" y="2090738"/>
            <a:ext cx="3392488" cy="0"/>
          </a:xfrm>
          <a:prstGeom prst="straightConnector1">
            <a:avLst/>
          </a:prstGeom>
          <a:ln w="19050">
            <a:solidFill>
              <a:schemeClr val="tx1"/>
            </a:solidFill>
            <a:prstDash val="dash"/>
            <a:headEnd type="arrow"/>
            <a:tailEnd type="none"/>
          </a:ln>
        </p:spPr>
        <p:style>
          <a:lnRef idx="1">
            <a:schemeClr val="accent1"/>
          </a:lnRef>
          <a:fillRef idx="0">
            <a:schemeClr val="accent1"/>
          </a:fillRef>
          <a:effectRef idx="0">
            <a:schemeClr val="accent1"/>
          </a:effectRef>
          <a:fontRef idx="minor">
            <a:schemeClr val="tx1"/>
          </a:fontRef>
        </p:style>
      </p:cxnSp>
      <p:sp>
        <p:nvSpPr>
          <p:cNvPr id="27683" name="テキスト ボックス 1">
            <a:extLst>
              <a:ext uri="{FF2B5EF4-FFF2-40B4-BE49-F238E27FC236}">
                <a16:creationId xmlns:a16="http://schemas.microsoft.com/office/drawing/2014/main" id="{AD365897-394F-06A8-DE9E-FAB8BE5AFCFB}"/>
              </a:ext>
            </a:extLst>
          </p:cNvPr>
          <p:cNvSpPr txBox="1">
            <a:spLocks noChangeArrowheads="1"/>
          </p:cNvSpPr>
          <p:nvPr/>
        </p:nvSpPr>
        <p:spPr bwMode="auto">
          <a:xfrm>
            <a:off x="344488" y="2133600"/>
            <a:ext cx="2025650" cy="5842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algn="ctr" eaLnBrk="1" hangingPunct="1">
              <a:spcBef>
                <a:spcPct val="0"/>
              </a:spcBef>
              <a:buFontTx/>
              <a:buNone/>
            </a:pPr>
            <a:r>
              <a:rPr lang="en-US" altLang="ja-JP" sz="1600" b="0">
                <a:solidFill>
                  <a:srgbClr val="000000"/>
                </a:solidFill>
                <a:latin typeface="ＭＳ ゴシック" panose="020B0609070205080204" pitchFamily="49" charset="-128"/>
                <a:ea typeface="ＭＳ ゴシック" panose="020B0609070205080204" pitchFamily="49" charset="-128"/>
              </a:rPr>
              <a:t>IT</a:t>
            </a:r>
            <a:r>
              <a:rPr lang="ja-JP" altLang="en-US" sz="1600" b="0">
                <a:solidFill>
                  <a:srgbClr val="000000"/>
                </a:solidFill>
                <a:latin typeface="ＭＳ ゴシック" panose="020B0609070205080204" pitchFamily="49" charset="-128"/>
                <a:ea typeface="ＭＳ ゴシック" panose="020B0609070205080204" pitchFamily="49" charset="-128"/>
              </a:rPr>
              <a:t>総合戦略本部及び各府省庁への展開</a:t>
            </a:r>
          </a:p>
        </p:txBody>
      </p:sp>
      <p:pic>
        <p:nvPicPr>
          <p:cNvPr id="27684" name="Picture 37" descr="R:\【省内共有】職員共有ファイル限定（担当者・所属を記載のこと）\経済産業省ロゴマーク（安齋＠広報室）\jpgファイル\3欧文oubun_logo_jpg\(1)本省honsyo\oubun_b_logo_color_small.jpg">
            <a:extLst>
              <a:ext uri="{FF2B5EF4-FFF2-40B4-BE49-F238E27FC236}">
                <a16:creationId xmlns:a16="http://schemas.microsoft.com/office/drawing/2014/main" id="{D388E879-F253-23F5-1163-1EEBEE866F3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408988" y="14288"/>
            <a:ext cx="1439862"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85" name="スライド番号プレースホルダー 3">
            <a:extLst>
              <a:ext uri="{FF2B5EF4-FFF2-40B4-BE49-F238E27FC236}">
                <a16:creationId xmlns:a16="http://schemas.microsoft.com/office/drawing/2014/main" id="{774F713B-DA76-2FF6-C6D4-486353B54A84}"/>
              </a:ext>
            </a:extLst>
          </p:cNvPr>
          <p:cNvSpPr txBox="1">
            <a:spLocks noGrp="1"/>
          </p:cNvSpPr>
          <p:nvPr/>
        </p:nvSpPr>
        <p:spPr bwMode="auto">
          <a:xfrm>
            <a:off x="7610475" y="6553200"/>
            <a:ext cx="2311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80" tIns="45690" rIns="91380" bIns="45690"/>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algn="r" eaLnBrk="1" hangingPunct="1">
              <a:spcBef>
                <a:spcPct val="0"/>
              </a:spcBef>
              <a:buFontTx/>
              <a:buNone/>
            </a:pPr>
            <a:fld id="{6D071705-B656-4A13-AF72-1C0B32A2D925}" type="slidenum">
              <a:rPr lang="en-US" altLang="ja-JP" sz="1400">
                <a:latin typeface="ＭＳ ゴシック" panose="020B0609070205080204" pitchFamily="49" charset="-128"/>
                <a:ea typeface="ＭＳ ゴシック" panose="020B0609070205080204" pitchFamily="49" charset="-128"/>
              </a:rPr>
              <a:pPr algn="r" eaLnBrk="1" hangingPunct="1">
                <a:spcBef>
                  <a:spcPct val="0"/>
                </a:spcBef>
                <a:buFontTx/>
                <a:buNone/>
              </a:pPr>
              <a:t>2</a:t>
            </a:fld>
            <a:endParaRPr lang="en-US" altLang="ja-JP" sz="1400">
              <a:latin typeface="ＭＳ ゴシック" panose="020B0609070205080204" pitchFamily="49" charset="-128"/>
              <a:ea typeface="ＭＳ ゴシック" panose="020B0609070205080204" pitchFamily="49" charset="-128"/>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8674" name="グループ化 1">
            <a:extLst>
              <a:ext uri="{FF2B5EF4-FFF2-40B4-BE49-F238E27FC236}">
                <a16:creationId xmlns:a16="http://schemas.microsoft.com/office/drawing/2014/main" id="{1AC6C129-7AC1-4B5C-0B8C-E3467E2BA1B1}"/>
              </a:ext>
            </a:extLst>
          </p:cNvPr>
          <p:cNvGrpSpPr>
            <a:grpSpLocks/>
          </p:cNvGrpSpPr>
          <p:nvPr/>
        </p:nvGrpSpPr>
        <p:grpSpPr bwMode="auto">
          <a:xfrm>
            <a:off x="168275" y="1425575"/>
            <a:ext cx="9464675" cy="5387975"/>
            <a:chOff x="4608004" y="4177901"/>
            <a:chExt cx="3744416" cy="2160487"/>
          </a:xfrm>
        </p:grpSpPr>
        <p:sp>
          <p:nvSpPr>
            <p:cNvPr id="18" name="正方形/長方形 17">
              <a:extLst>
                <a:ext uri="{FF2B5EF4-FFF2-40B4-BE49-F238E27FC236}">
                  <a16:creationId xmlns:a16="http://schemas.microsoft.com/office/drawing/2014/main" id="{408A34C7-8369-ACDB-21AF-61531DEF66B6}"/>
                </a:ext>
              </a:extLst>
            </p:cNvPr>
            <p:cNvSpPr/>
            <p:nvPr/>
          </p:nvSpPr>
          <p:spPr>
            <a:xfrm>
              <a:off x="4608004" y="4177901"/>
              <a:ext cx="3744416" cy="2160487"/>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dirty="0">
                <a:latin typeface="ＭＳ ゴシック" pitchFamily="49" charset="-128"/>
                <a:ea typeface="ＭＳ ゴシック" pitchFamily="49" charset="-128"/>
              </a:endParaRPr>
            </a:p>
          </p:txBody>
        </p:sp>
        <p:pic>
          <p:nvPicPr>
            <p:cNvPr id="28686" name="Picture 3">
              <a:extLst>
                <a:ext uri="{FF2B5EF4-FFF2-40B4-BE49-F238E27FC236}">
                  <a16:creationId xmlns:a16="http://schemas.microsoft.com/office/drawing/2014/main" id="{10BB778A-A737-6FA6-17A2-68BFA42BE9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3251"/>
            <a:stretch>
              <a:fillRect/>
            </a:stretch>
          </p:blipFill>
          <p:spPr bwMode="auto">
            <a:xfrm>
              <a:off x="4689453" y="4227846"/>
              <a:ext cx="3600399" cy="20531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 name="正方形/長方形 1">
            <a:extLst>
              <a:ext uri="{FF2B5EF4-FFF2-40B4-BE49-F238E27FC236}">
                <a16:creationId xmlns:a16="http://schemas.microsoft.com/office/drawing/2014/main" id="{02F2C50C-879F-2501-9537-040A97A0A5F1}"/>
              </a:ext>
            </a:extLst>
          </p:cNvPr>
          <p:cNvSpPr/>
          <p:nvPr/>
        </p:nvSpPr>
        <p:spPr>
          <a:xfrm>
            <a:off x="5961063" y="2852738"/>
            <a:ext cx="3790950" cy="2849562"/>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ja-JP" altLang="en-US"/>
          </a:p>
        </p:txBody>
      </p:sp>
      <p:sp>
        <p:nvSpPr>
          <p:cNvPr id="28676" name="タイトル 1">
            <a:extLst>
              <a:ext uri="{FF2B5EF4-FFF2-40B4-BE49-F238E27FC236}">
                <a16:creationId xmlns:a16="http://schemas.microsoft.com/office/drawing/2014/main" id="{B3B4044F-3628-D092-B53C-F848AAC67575}"/>
              </a:ext>
            </a:extLst>
          </p:cNvPr>
          <p:cNvSpPr>
            <a:spLocks noGrp="1"/>
          </p:cNvSpPr>
          <p:nvPr>
            <p:ph type="title"/>
          </p:nvPr>
        </p:nvSpPr>
        <p:spPr/>
        <p:txBody>
          <a:bodyPr/>
          <a:lstStyle/>
          <a:p>
            <a:r>
              <a:rPr lang="en-US" altLang="ja-JP" sz="2800">
                <a:latin typeface="ＭＳ ゴシック" panose="020B0609070205080204" pitchFamily="49" charset="-128"/>
                <a:ea typeface="ＭＳ ゴシック" panose="020B0609070205080204" pitchFamily="49" charset="-128"/>
              </a:rPr>
              <a:t>Open DATA METI</a:t>
            </a:r>
            <a:r>
              <a:rPr lang="ja-JP" altLang="en-US" sz="2800">
                <a:latin typeface="ＭＳ ゴシック" panose="020B0609070205080204" pitchFamily="49" charset="-128"/>
                <a:ea typeface="ＭＳ ゴシック" panose="020B0609070205080204" pitchFamily="49" charset="-128"/>
              </a:rPr>
              <a:t>サイトの構築</a:t>
            </a:r>
          </a:p>
        </p:txBody>
      </p:sp>
      <p:sp>
        <p:nvSpPr>
          <p:cNvPr id="28677" name="コンテンツ プレースホルダー 2">
            <a:extLst>
              <a:ext uri="{FF2B5EF4-FFF2-40B4-BE49-F238E27FC236}">
                <a16:creationId xmlns:a16="http://schemas.microsoft.com/office/drawing/2014/main" id="{7B39912C-677C-D53C-07D0-4E62178142F8}"/>
              </a:ext>
            </a:extLst>
          </p:cNvPr>
          <p:cNvSpPr>
            <a:spLocks noGrp="1"/>
          </p:cNvSpPr>
          <p:nvPr>
            <p:ph idx="1"/>
          </p:nvPr>
        </p:nvSpPr>
        <p:spPr>
          <a:xfrm>
            <a:off x="127000" y="693738"/>
            <a:ext cx="9794875" cy="1079500"/>
          </a:xfrm>
        </p:spPr>
        <p:txBody>
          <a:bodyPr/>
          <a:lstStyle/>
          <a:p>
            <a:r>
              <a:rPr lang="ja-JP" altLang="en-US" sz="1800">
                <a:latin typeface="ＭＳ ゴシック" panose="020B0609070205080204" pitchFamily="49" charset="-128"/>
                <a:ea typeface="ＭＳ ゴシック" panose="020B0609070205080204" pitchFamily="49" charset="-128"/>
              </a:rPr>
              <a:t>実際に、国の行政機関初のオープンデータカタログサイトとして、経済産業省の公開データを対象にした「</a:t>
            </a:r>
            <a:r>
              <a:rPr lang="en-US" altLang="ja-JP" sz="1800">
                <a:latin typeface="ＭＳ ゴシック" panose="020B0609070205080204" pitchFamily="49" charset="-128"/>
                <a:ea typeface="ＭＳ ゴシック" panose="020B0609070205080204" pitchFamily="49" charset="-128"/>
              </a:rPr>
              <a:t>Open DATA METI</a:t>
            </a:r>
            <a:r>
              <a:rPr lang="ja-JP" altLang="en-US" sz="1800">
                <a:latin typeface="ＭＳ ゴシック" panose="020B0609070205080204" pitchFamily="49" charset="-128"/>
                <a:ea typeface="ＭＳ ゴシック" panose="020B0609070205080204" pitchFamily="49" charset="-128"/>
              </a:rPr>
              <a:t>」（</a:t>
            </a:r>
            <a:r>
              <a:rPr lang="en-US" altLang="ja-JP" sz="1800">
                <a:latin typeface="ＭＳ ゴシック" panose="020B0609070205080204" pitchFamily="49" charset="-128"/>
                <a:ea typeface="ＭＳ ゴシック" panose="020B0609070205080204" pitchFamily="49" charset="-128"/>
                <a:hlinkClick r:id="rId3"/>
              </a:rPr>
              <a:t> http://datameti.go.jp/ </a:t>
            </a:r>
            <a:r>
              <a:rPr lang="ja-JP" altLang="en-US" sz="1800">
                <a:latin typeface="ＭＳ ゴシック" panose="020B0609070205080204" pitchFamily="49" charset="-128"/>
                <a:ea typeface="ＭＳ ゴシック" panose="020B0609070205080204" pitchFamily="49" charset="-128"/>
              </a:rPr>
              <a:t>）を</a:t>
            </a:r>
            <a:r>
              <a:rPr lang="en-US" altLang="ja-JP" sz="1800">
                <a:latin typeface="ＭＳ ゴシック" panose="020B0609070205080204" pitchFamily="49" charset="-128"/>
                <a:ea typeface="ＭＳ ゴシック" panose="020B0609070205080204" pitchFamily="49" charset="-128"/>
              </a:rPr>
              <a:t>2013</a:t>
            </a:r>
            <a:r>
              <a:rPr lang="ja-JP" altLang="en-US" sz="1800">
                <a:latin typeface="ＭＳ ゴシック" panose="020B0609070205080204" pitchFamily="49" charset="-128"/>
                <a:ea typeface="ＭＳ ゴシック" panose="020B0609070205080204" pitchFamily="49" charset="-128"/>
              </a:rPr>
              <a:t>年１月に公開。</a:t>
            </a:r>
            <a:endParaRPr lang="en-US" altLang="ja-JP" sz="1800">
              <a:latin typeface="ＭＳ ゴシック" panose="020B0609070205080204" pitchFamily="49" charset="-128"/>
              <a:ea typeface="ＭＳ ゴシック" panose="020B0609070205080204" pitchFamily="49" charset="-128"/>
            </a:endParaRPr>
          </a:p>
        </p:txBody>
      </p:sp>
      <p:grpSp>
        <p:nvGrpSpPr>
          <p:cNvPr id="28678" name="グループ化 2">
            <a:extLst>
              <a:ext uri="{FF2B5EF4-FFF2-40B4-BE49-F238E27FC236}">
                <a16:creationId xmlns:a16="http://schemas.microsoft.com/office/drawing/2014/main" id="{DFD1C152-3298-8951-C5CF-33B896921C0E}"/>
              </a:ext>
            </a:extLst>
          </p:cNvPr>
          <p:cNvGrpSpPr>
            <a:grpSpLocks/>
          </p:cNvGrpSpPr>
          <p:nvPr/>
        </p:nvGrpSpPr>
        <p:grpSpPr bwMode="auto">
          <a:xfrm>
            <a:off x="3152775" y="2781300"/>
            <a:ext cx="2471738" cy="1738313"/>
            <a:chOff x="3448050" y="2690650"/>
            <a:chExt cx="1648479" cy="1512168"/>
          </a:xfrm>
        </p:grpSpPr>
        <p:sp>
          <p:nvSpPr>
            <p:cNvPr id="21" name="四角形吹き出し 20">
              <a:extLst>
                <a:ext uri="{FF2B5EF4-FFF2-40B4-BE49-F238E27FC236}">
                  <a16:creationId xmlns:a16="http://schemas.microsoft.com/office/drawing/2014/main" id="{3FBCFAE7-6893-9A84-EF0C-C589D6DDFB50}"/>
                </a:ext>
              </a:extLst>
            </p:cNvPr>
            <p:cNvSpPr/>
            <p:nvPr/>
          </p:nvSpPr>
          <p:spPr bwMode="auto">
            <a:xfrm>
              <a:off x="3448050" y="2690650"/>
              <a:ext cx="1648479" cy="1512168"/>
            </a:xfrm>
            <a:prstGeom prst="wedgeRectCallout">
              <a:avLst>
                <a:gd name="adj1" fmla="val 30131"/>
                <a:gd name="adj2" fmla="val 93947"/>
              </a:avLst>
            </a:prstGeom>
            <a:solidFill>
              <a:schemeClr val="bg1"/>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a:lstStyle/>
            <a:p>
              <a:pPr>
                <a:defRPr/>
              </a:pPr>
              <a:r>
                <a:rPr lang="ja-JP" altLang="en-US" sz="1600" dirty="0">
                  <a:solidFill>
                    <a:schemeClr val="tx1"/>
                  </a:solidFill>
                  <a:latin typeface="ＭＳ ゴシック" pitchFamily="49" charset="-128"/>
                  <a:ea typeface="ＭＳ ゴシック" pitchFamily="49" charset="-128"/>
                </a:rPr>
                <a:t>データごとにＣＣライセンスを明記することで、ユーザの利用条件を分かりやすく提示。</a:t>
              </a:r>
              <a:endParaRPr lang="en-US" altLang="ja-JP" sz="1600" dirty="0">
                <a:solidFill>
                  <a:schemeClr val="tx1"/>
                </a:solidFill>
                <a:latin typeface="ＭＳ ゴシック" pitchFamily="49" charset="-128"/>
                <a:ea typeface="ＭＳ ゴシック" pitchFamily="49" charset="-128"/>
              </a:endParaRPr>
            </a:p>
            <a:p>
              <a:pPr algn="ctr">
                <a:defRPr/>
              </a:pPr>
              <a:endParaRPr lang="ja-JP" altLang="en-US" sz="1600" dirty="0">
                <a:solidFill>
                  <a:schemeClr val="tx1"/>
                </a:solidFill>
                <a:latin typeface="ＭＳ ゴシック" pitchFamily="49" charset="-128"/>
                <a:ea typeface="ＭＳ ゴシック" pitchFamily="49" charset="-128"/>
              </a:endParaRPr>
            </a:p>
          </p:txBody>
        </p:sp>
        <p:pic>
          <p:nvPicPr>
            <p:cNvPr id="28684" name="Picture 2">
              <a:extLst>
                <a:ext uri="{FF2B5EF4-FFF2-40B4-BE49-F238E27FC236}">
                  <a16:creationId xmlns:a16="http://schemas.microsoft.com/office/drawing/2014/main" id="{B9CC8EDF-5C43-431E-6791-F38E4FD7DD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19057" y="3620288"/>
              <a:ext cx="1106464" cy="5102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05482" name="テキスト ボックス 4">
            <a:extLst>
              <a:ext uri="{FF2B5EF4-FFF2-40B4-BE49-F238E27FC236}">
                <a16:creationId xmlns:a16="http://schemas.microsoft.com/office/drawing/2014/main" id="{B3B0A5F3-6AEF-86EA-509C-35FCBBD6C977}"/>
              </a:ext>
            </a:extLst>
          </p:cNvPr>
          <p:cNvSpPr txBox="1">
            <a:spLocks noChangeArrowheads="1"/>
          </p:cNvSpPr>
          <p:nvPr/>
        </p:nvSpPr>
        <p:spPr bwMode="auto">
          <a:xfrm>
            <a:off x="5986463" y="2960688"/>
            <a:ext cx="3790950"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1400" b="1">
                <a:solidFill>
                  <a:srgbClr val="000066"/>
                </a:solidFill>
                <a:latin typeface="Arial" pitchFamily="34" charset="0"/>
                <a:ea typeface="ＭＳ Ｐゴシック" pitchFamily="50" charset="-128"/>
              </a:defRPr>
            </a:lvl1pPr>
            <a:lvl2pPr marL="742950" indent="-285750" eaLnBrk="0" hangingPunct="0">
              <a:defRPr kumimoji="1" sz="1400" b="1">
                <a:solidFill>
                  <a:srgbClr val="000066"/>
                </a:solidFill>
                <a:latin typeface="Arial" pitchFamily="34" charset="0"/>
                <a:ea typeface="ＭＳ Ｐゴシック" pitchFamily="50" charset="-128"/>
              </a:defRPr>
            </a:lvl2pPr>
            <a:lvl3pPr marL="1143000" indent="-228600" eaLnBrk="0" hangingPunct="0">
              <a:defRPr kumimoji="1" sz="1400" b="1">
                <a:solidFill>
                  <a:srgbClr val="000066"/>
                </a:solidFill>
                <a:latin typeface="Arial" pitchFamily="34" charset="0"/>
                <a:ea typeface="ＭＳ Ｐゴシック" pitchFamily="50" charset="-128"/>
              </a:defRPr>
            </a:lvl3pPr>
            <a:lvl4pPr marL="1600200" indent="-228600" eaLnBrk="0" hangingPunct="0">
              <a:defRPr kumimoji="1" sz="1400" b="1">
                <a:solidFill>
                  <a:srgbClr val="000066"/>
                </a:solidFill>
                <a:latin typeface="Arial" pitchFamily="34" charset="0"/>
                <a:ea typeface="ＭＳ Ｐゴシック" pitchFamily="50" charset="-128"/>
              </a:defRPr>
            </a:lvl4pPr>
            <a:lvl5pPr marL="2057400" indent="-228600" eaLnBrk="0" hangingPunct="0">
              <a:defRPr kumimoji="1" sz="1400" b="1">
                <a:solidFill>
                  <a:srgbClr val="000066"/>
                </a:solidFill>
                <a:latin typeface="Arial" pitchFamily="34" charset="0"/>
                <a:ea typeface="ＭＳ Ｐゴシック" pitchFamily="50" charset="-128"/>
              </a:defRPr>
            </a:lvl5pPr>
            <a:lvl6pPr marL="2514600" indent="-228600" eaLnBrk="0" fontAlgn="base" hangingPunct="0">
              <a:spcBef>
                <a:spcPct val="0"/>
              </a:spcBef>
              <a:spcAft>
                <a:spcPct val="0"/>
              </a:spcAft>
              <a:defRPr kumimoji="1" sz="1400" b="1">
                <a:solidFill>
                  <a:srgbClr val="000066"/>
                </a:solidFill>
                <a:latin typeface="Arial" pitchFamily="34" charset="0"/>
                <a:ea typeface="ＭＳ Ｐゴシック" pitchFamily="50" charset="-128"/>
              </a:defRPr>
            </a:lvl6pPr>
            <a:lvl7pPr marL="2971800" indent="-228600" eaLnBrk="0" fontAlgn="base" hangingPunct="0">
              <a:spcBef>
                <a:spcPct val="0"/>
              </a:spcBef>
              <a:spcAft>
                <a:spcPct val="0"/>
              </a:spcAft>
              <a:defRPr kumimoji="1" sz="1400" b="1">
                <a:solidFill>
                  <a:srgbClr val="000066"/>
                </a:solidFill>
                <a:latin typeface="Arial" pitchFamily="34" charset="0"/>
                <a:ea typeface="ＭＳ Ｐゴシック" pitchFamily="50" charset="-128"/>
              </a:defRPr>
            </a:lvl7pPr>
            <a:lvl8pPr marL="3429000" indent="-228600" eaLnBrk="0" fontAlgn="base" hangingPunct="0">
              <a:spcBef>
                <a:spcPct val="0"/>
              </a:spcBef>
              <a:spcAft>
                <a:spcPct val="0"/>
              </a:spcAft>
              <a:defRPr kumimoji="1" sz="1400" b="1">
                <a:solidFill>
                  <a:srgbClr val="000066"/>
                </a:solidFill>
                <a:latin typeface="Arial" pitchFamily="34" charset="0"/>
                <a:ea typeface="ＭＳ Ｐゴシック" pitchFamily="50" charset="-128"/>
              </a:defRPr>
            </a:lvl8pPr>
            <a:lvl9pPr marL="3886200" indent="-228600" eaLnBrk="0" fontAlgn="base" hangingPunct="0">
              <a:spcBef>
                <a:spcPct val="0"/>
              </a:spcBef>
              <a:spcAft>
                <a:spcPct val="0"/>
              </a:spcAft>
              <a:defRPr kumimoji="1" sz="1400" b="1">
                <a:solidFill>
                  <a:srgbClr val="000066"/>
                </a:solidFill>
                <a:latin typeface="Arial" pitchFamily="34" charset="0"/>
                <a:ea typeface="ＭＳ Ｐゴシック" pitchFamily="50" charset="-128"/>
              </a:defRPr>
            </a:lvl9pPr>
          </a:lstStyle>
          <a:p>
            <a:pPr eaLnBrk="1" hangingPunct="1">
              <a:defRPr/>
            </a:pPr>
            <a:r>
              <a:rPr lang="ja-JP" altLang="en-US" sz="1800" u="sng" dirty="0">
                <a:solidFill>
                  <a:schemeClr val="tx1"/>
                </a:solidFill>
                <a:latin typeface="ＭＳ ゴシック" pitchFamily="49" charset="-128"/>
                <a:ea typeface="ＭＳ ゴシック" pitchFamily="49" charset="-128"/>
              </a:rPr>
              <a:t>現在の利用状況</a:t>
            </a:r>
            <a:r>
              <a:rPr lang="ja-JP" altLang="en-US" b="0" u="sng" dirty="0">
                <a:solidFill>
                  <a:schemeClr val="tx1"/>
                </a:solidFill>
                <a:latin typeface="ＭＳ ゴシック" pitchFamily="49" charset="-128"/>
                <a:ea typeface="ＭＳ ゴシック" pitchFamily="49" charset="-128"/>
              </a:rPr>
              <a:t>（</a:t>
            </a:r>
            <a:r>
              <a:rPr lang="en-US" altLang="ja-JP" b="0" u="sng" dirty="0">
                <a:solidFill>
                  <a:schemeClr val="tx1"/>
                </a:solidFill>
                <a:latin typeface="ＭＳ ゴシック" pitchFamily="49" charset="-128"/>
                <a:ea typeface="ＭＳ ゴシック" pitchFamily="49" charset="-128"/>
              </a:rPr>
              <a:t>2013</a:t>
            </a:r>
            <a:r>
              <a:rPr lang="ja-JP" altLang="en-US" b="0" u="sng" dirty="0">
                <a:solidFill>
                  <a:schemeClr val="tx1"/>
                </a:solidFill>
                <a:latin typeface="ＭＳ ゴシック" pitchFamily="49" charset="-128"/>
                <a:ea typeface="ＭＳ ゴシック" pitchFamily="49" charset="-128"/>
              </a:rPr>
              <a:t>年</a:t>
            </a:r>
            <a:r>
              <a:rPr lang="en-US" altLang="ja-JP" b="0" u="sng" dirty="0">
                <a:solidFill>
                  <a:schemeClr val="tx1"/>
                </a:solidFill>
                <a:latin typeface="ＭＳ ゴシック" pitchFamily="49" charset="-128"/>
                <a:ea typeface="ＭＳ ゴシック" pitchFamily="49" charset="-128"/>
              </a:rPr>
              <a:t>11</a:t>
            </a:r>
            <a:r>
              <a:rPr lang="ja-JP" altLang="en-US" b="0" u="sng" dirty="0">
                <a:solidFill>
                  <a:schemeClr val="tx1"/>
                </a:solidFill>
                <a:latin typeface="ＭＳ ゴシック" pitchFamily="49" charset="-128"/>
                <a:ea typeface="ＭＳ ゴシック" pitchFamily="49" charset="-128"/>
              </a:rPr>
              <a:t>月末時点）</a:t>
            </a:r>
            <a:endParaRPr lang="en-US" altLang="ja-JP" b="0" u="sng" dirty="0">
              <a:solidFill>
                <a:schemeClr val="tx1"/>
              </a:solidFill>
              <a:latin typeface="ＭＳ ゴシック" pitchFamily="49" charset="-128"/>
              <a:ea typeface="ＭＳ ゴシック" pitchFamily="49" charset="-128"/>
            </a:endParaRPr>
          </a:p>
          <a:p>
            <a:pPr marL="304800" indent="-212725" eaLnBrk="1" hangingPunct="1">
              <a:buFont typeface="Wingdings" pitchFamily="2" charset="2"/>
              <a:buChar char="ü"/>
              <a:defRPr/>
            </a:pPr>
            <a:r>
              <a:rPr lang="ja-JP" altLang="en-US" sz="1600" dirty="0">
                <a:solidFill>
                  <a:schemeClr val="tx1"/>
                </a:solidFill>
                <a:latin typeface="ＭＳ ゴシック" pitchFamily="49" charset="-128"/>
                <a:ea typeface="ＭＳ ゴシック" pitchFamily="49" charset="-128"/>
              </a:rPr>
              <a:t>ページビュー数</a:t>
            </a:r>
            <a:r>
              <a:rPr lang="en-US" altLang="ja-JP" sz="1600" dirty="0">
                <a:solidFill>
                  <a:schemeClr val="tx1"/>
                </a:solidFill>
                <a:latin typeface="ＭＳ ゴシック" pitchFamily="49" charset="-128"/>
                <a:ea typeface="ＭＳ ゴシック" pitchFamily="49" charset="-128"/>
              </a:rPr>
              <a:t>	</a:t>
            </a:r>
            <a:r>
              <a:rPr lang="ja-JP" altLang="en-US" sz="1600" dirty="0">
                <a:solidFill>
                  <a:srgbClr val="0000FF"/>
                </a:solidFill>
                <a:latin typeface="ＭＳ ゴシック" pitchFamily="49" charset="-128"/>
                <a:ea typeface="ＭＳ ゴシック" pitchFamily="49" charset="-128"/>
              </a:rPr>
              <a:t>約</a:t>
            </a:r>
            <a:r>
              <a:rPr lang="en-US" altLang="ja-JP" sz="1600" dirty="0">
                <a:solidFill>
                  <a:srgbClr val="0000FF"/>
                </a:solidFill>
                <a:latin typeface="ＭＳ ゴシック" pitchFamily="49" charset="-128"/>
                <a:ea typeface="ＭＳ ゴシック" pitchFamily="49" charset="-128"/>
              </a:rPr>
              <a:t>214,000</a:t>
            </a:r>
            <a:r>
              <a:rPr lang="ja-JP" altLang="en-US" sz="1600" dirty="0">
                <a:solidFill>
                  <a:srgbClr val="0000FF"/>
                </a:solidFill>
                <a:latin typeface="ＭＳ ゴシック" pitchFamily="49" charset="-128"/>
                <a:ea typeface="ＭＳ ゴシック" pitchFamily="49" charset="-128"/>
              </a:rPr>
              <a:t>回</a:t>
            </a:r>
            <a:endParaRPr lang="en-US" altLang="ja-JP" sz="1600" dirty="0">
              <a:solidFill>
                <a:srgbClr val="0000FF"/>
              </a:solidFill>
              <a:latin typeface="ＭＳ ゴシック" pitchFamily="49" charset="-128"/>
              <a:ea typeface="ＭＳ ゴシック" pitchFamily="49" charset="-128"/>
            </a:endParaRPr>
          </a:p>
          <a:p>
            <a:pPr marL="304800" indent="-212725" eaLnBrk="1" hangingPunct="1">
              <a:buFont typeface="Wingdings" pitchFamily="2" charset="2"/>
              <a:buChar char="ü"/>
              <a:defRPr/>
            </a:pPr>
            <a:r>
              <a:rPr lang="ja-JP" altLang="en-US" sz="1600" dirty="0">
                <a:solidFill>
                  <a:schemeClr val="tx1"/>
                </a:solidFill>
                <a:latin typeface="ＭＳ ゴシック" pitchFamily="49" charset="-128"/>
                <a:ea typeface="ＭＳ ゴシック" pitchFamily="49" charset="-128"/>
              </a:rPr>
              <a:t>ダウンロード数</a:t>
            </a:r>
            <a:r>
              <a:rPr lang="en-US" altLang="ja-JP" sz="1600" dirty="0">
                <a:solidFill>
                  <a:schemeClr val="tx1"/>
                </a:solidFill>
                <a:latin typeface="ＭＳ ゴシック" pitchFamily="49" charset="-128"/>
                <a:ea typeface="ＭＳ ゴシック" pitchFamily="49" charset="-128"/>
              </a:rPr>
              <a:t>	</a:t>
            </a:r>
            <a:r>
              <a:rPr lang="ja-JP" altLang="en-US" sz="1600" dirty="0">
                <a:solidFill>
                  <a:srgbClr val="0000FF"/>
                </a:solidFill>
                <a:latin typeface="ＭＳ ゴシック" pitchFamily="49" charset="-128"/>
                <a:ea typeface="ＭＳ ゴシック" pitchFamily="49" charset="-128"/>
              </a:rPr>
              <a:t>約　</a:t>
            </a:r>
            <a:r>
              <a:rPr lang="en-US" altLang="ja-JP" sz="1600" dirty="0">
                <a:solidFill>
                  <a:srgbClr val="0000FF"/>
                </a:solidFill>
                <a:latin typeface="ＭＳ ゴシック" pitchFamily="49" charset="-128"/>
                <a:ea typeface="ＭＳ ゴシック" pitchFamily="49" charset="-128"/>
              </a:rPr>
              <a:t>8,400</a:t>
            </a:r>
            <a:r>
              <a:rPr lang="ja-JP" altLang="en-US" sz="1600" dirty="0">
                <a:solidFill>
                  <a:srgbClr val="0000FF"/>
                </a:solidFill>
                <a:latin typeface="ＭＳ ゴシック" pitchFamily="49" charset="-128"/>
                <a:ea typeface="ＭＳ ゴシック" pitchFamily="49" charset="-128"/>
              </a:rPr>
              <a:t>回</a:t>
            </a:r>
            <a:endParaRPr lang="en-US" altLang="ja-JP" sz="1600" dirty="0">
              <a:solidFill>
                <a:srgbClr val="0000FF"/>
              </a:solidFill>
              <a:latin typeface="ＭＳ ゴシック" pitchFamily="49" charset="-128"/>
              <a:ea typeface="ＭＳ ゴシック" pitchFamily="49" charset="-128"/>
            </a:endParaRPr>
          </a:p>
          <a:p>
            <a:pPr marL="304800" indent="-212725" eaLnBrk="1" hangingPunct="1">
              <a:buFont typeface="Wingdings" pitchFamily="2" charset="2"/>
              <a:buChar char="ü"/>
              <a:defRPr/>
            </a:pPr>
            <a:r>
              <a:rPr lang="ja-JP" altLang="en-US" sz="1600" dirty="0">
                <a:solidFill>
                  <a:schemeClr val="tx1"/>
                </a:solidFill>
                <a:latin typeface="ＭＳ ゴシック" pitchFamily="49" charset="-128"/>
                <a:ea typeface="ＭＳ ゴシック" pitchFamily="49" charset="-128"/>
              </a:rPr>
              <a:t>掲載データ数　</a:t>
            </a:r>
            <a:r>
              <a:rPr lang="en-US" altLang="ja-JP" sz="1600" dirty="0">
                <a:solidFill>
                  <a:schemeClr val="tx1"/>
                </a:solidFill>
                <a:latin typeface="ＭＳ ゴシック" pitchFamily="49" charset="-128"/>
                <a:ea typeface="ＭＳ ゴシック" pitchFamily="49" charset="-128"/>
              </a:rPr>
              <a:t>	</a:t>
            </a:r>
            <a:r>
              <a:rPr lang="ja-JP" altLang="en-US" sz="1600" dirty="0">
                <a:solidFill>
                  <a:srgbClr val="0000FF"/>
                </a:solidFill>
                <a:latin typeface="ＭＳ ゴシック" pitchFamily="49" charset="-128"/>
                <a:ea typeface="ＭＳ ゴシック" pitchFamily="49" charset="-128"/>
              </a:rPr>
              <a:t>約</a:t>
            </a:r>
            <a:r>
              <a:rPr lang="en-US" altLang="ja-JP" sz="1600" dirty="0">
                <a:solidFill>
                  <a:srgbClr val="0000FF"/>
                </a:solidFill>
                <a:latin typeface="ＭＳ ゴシック" pitchFamily="49" charset="-128"/>
                <a:ea typeface="ＭＳ ゴシック" pitchFamily="49" charset="-128"/>
              </a:rPr>
              <a:t>630</a:t>
            </a:r>
            <a:r>
              <a:rPr lang="ja-JP" altLang="en-US" sz="1600" dirty="0">
                <a:solidFill>
                  <a:srgbClr val="0000FF"/>
                </a:solidFill>
                <a:latin typeface="ＭＳ ゴシック" pitchFamily="49" charset="-128"/>
                <a:ea typeface="ＭＳ ゴシック" pitchFamily="49" charset="-128"/>
              </a:rPr>
              <a:t>データセット</a:t>
            </a:r>
            <a:endParaRPr lang="en-US" altLang="ja-JP" sz="1600" dirty="0">
              <a:solidFill>
                <a:srgbClr val="0000FF"/>
              </a:solidFill>
              <a:latin typeface="ＭＳ ゴシック" pitchFamily="49" charset="-128"/>
              <a:ea typeface="ＭＳ ゴシック" pitchFamily="49" charset="-128"/>
            </a:endParaRPr>
          </a:p>
        </p:txBody>
      </p:sp>
      <p:sp>
        <p:nvSpPr>
          <p:cNvPr id="28680" name="スライド番号プレースホルダー 3">
            <a:extLst>
              <a:ext uri="{FF2B5EF4-FFF2-40B4-BE49-F238E27FC236}">
                <a16:creationId xmlns:a16="http://schemas.microsoft.com/office/drawing/2014/main" id="{C863E121-FC0B-5851-36AE-B0571CF2BD02}"/>
              </a:ext>
            </a:extLst>
          </p:cNvPr>
          <p:cNvSpPr txBox="1">
            <a:spLocks noGrp="1"/>
          </p:cNvSpPr>
          <p:nvPr/>
        </p:nvSpPr>
        <p:spPr bwMode="auto">
          <a:xfrm>
            <a:off x="7610475" y="6553200"/>
            <a:ext cx="2311400" cy="476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80" tIns="45690" rIns="91380" bIns="45690"/>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algn="r" eaLnBrk="1" hangingPunct="1">
              <a:spcBef>
                <a:spcPct val="0"/>
              </a:spcBef>
              <a:buFontTx/>
              <a:buNone/>
            </a:pPr>
            <a:fld id="{7CD7BB13-1685-4161-9FA6-AE93565CBAEC}" type="slidenum">
              <a:rPr lang="en-US" altLang="ja-JP" sz="1400">
                <a:latin typeface="ＭＳ ゴシック" panose="020B0609070205080204" pitchFamily="49" charset="-128"/>
                <a:ea typeface="ＭＳ ゴシック" panose="020B0609070205080204" pitchFamily="49" charset="-128"/>
              </a:rPr>
              <a:pPr algn="r" eaLnBrk="1" hangingPunct="1">
                <a:spcBef>
                  <a:spcPct val="0"/>
                </a:spcBef>
                <a:buFontTx/>
                <a:buNone/>
              </a:pPr>
              <a:t>3</a:t>
            </a:fld>
            <a:endParaRPr lang="en-US" altLang="ja-JP" sz="1400">
              <a:latin typeface="ＭＳ ゴシック" panose="020B0609070205080204" pitchFamily="49" charset="-128"/>
              <a:ea typeface="ＭＳ ゴシック" panose="020B0609070205080204" pitchFamily="49" charset="-128"/>
            </a:endParaRPr>
          </a:p>
        </p:txBody>
      </p:sp>
      <p:sp>
        <p:nvSpPr>
          <p:cNvPr id="17" name="正方形/長方形 31">
            <a:extLst>
              <a:ext uri="{FF2B5EF4-FFF2-40B4-BE49-F238E27FC236}">
                <a16:creationId xmlns:a16="http://schemas.microsoft.com/office/drawing/2014/main" id="{4CA13267-4200-CCB5-71F9-FE5CDB595999}"/>
              </a:ext>
            </a:extLst>
          </p:cNvPr>
          <p:cNvSpPr>
            <a:spLocks noChangeArrowheads="1"/>
          </p:cNvSpPr>
          <p:nvPr/>
        </p:nvSpPr>
        <p:spPr bwMode="auto">
          <a:xfrm>
            <a:off x="5961063" y="4102100"/>
            <a:ext cx="3816350" cy="1600200"/>
          </a:xfrm>
          <a:prstGeom prst="rect">
            <a:avLst/>
          </a:prstGeom>
          <a:noFill/>
          <a:ln w="9525">
            <a:noFill/>
            <a:prstDash val="dash"/>
            <a:miter lim="800000"/>
            <a:headEnd/>
            <a:tailEnd/>
          </a:ln>
          <a:extLst>
            <a:ext uri="{909E8E84-426E-40DD-AFC4-6F175D3DCCD1}">
              <a14:hiddenFill xmlns:a14="http://schemas.microsoft.com/office/drawing/2010/main">
                <a:solidFill>
                  <a:srgbClr val="FFFFFF"/>
                </a:solidFill>
              </a14:hiddenFill>
            </a:ext>
          </a:extLst>
        </p:spPr>
        <p:txBody>
          <a:bodyPr lIns="91347" tIns="45675" rIns="91347" bIns="45675">
            <a:spAutoFit/>
          </a:bodyPr>
          <a:lstStyle/>
          <a:p>
            <a:pPr defTabSz="912813">
              <a:tabLst>
                <a:tab pos="1160463" algn="l"/>
              </a:tabLst>
              <a:defRPr/>
            </a:pPr>
            <a:r>
              <a:rPr lang="ja-JP" altLang="en-US" sz="1800" u="sng" dirty="0">
                <a:solidFill>
                  <a:schemeClr val="tx1"/>
                </a:solidFill>
                <a:latin typeface="ＭＳ ゴシック" pitchFamily="49" charset="-128"/>
                <a:ea typeface="ＭＳ ゴシック" pitchFamily="49" charset="-128"/>
              </a:rPr>
              <a:t>現在の登録データ</a:t>
            </a:r>
            <a:r>
              <a:rPr lang="ja-JP" altLang="en-US" b="0" u="sng" dirty="0">
                <a:solidFill>
                  <a:schemeClr val="tx1"/>
                </a:solidFill>
                <a:latin typeface="ＭＳ ゴシック" pitchFamily="49" charset="-128"/>
                <a:ea typeface="ＭＳ ゴシック" pitchFamily="49" charset="-128"/>
              </a:rPr>
              <a:t>（</a:t>
            </a:r>
            <a:r>
              <a:rPr lang="en-US" altLang="ja-JP" b="0" u="sng" dirty="0">
                <a:solidFill>
                  <a:schemeClr val="tx1"/>
                </a:solidFill>
                <a:latin typeface="ＭＳ ゴシック" pitchFamily="49" charset="-128"/>
                <a:ea typeface="ＭＳ ゴシック" pitchFamily="49" charset="-128"/>
              </a:rPr>
              <a:t>2013</a:t>
            </a:r>
            <a:r>
              <a:rPr lang="ja-JP" altLang="en-US" b="0" u="sng" dirty="0">
                <a:solidFill>
                  <a:schemeClr val="tx1"/>
                </a:solidFill>
                <a:latin typeface="ＭＳ ゴシック" pitchFamily="49" charset="-128"/>
                <a:ea typeface="ＭＳ ゴシック" pitchFamily="49" charset="-128"/>
              </a:rPr>
              <a:t>年</a:t>
            </a:r>
            <a:r>
              <a:rPr lang="en-US" altLang="ja-JP" b="0" u="sng" dirty="0">
                <a:solidFill>
                  <a:schemeClr val="tx1"/>
                </a:solidFill>
                <a:latin typeface="ＭＳ ゴシック" pitchFamily="49" charset="-128"/>
                <a:ea typeface="ＭＳ ゴシック" pitchFamily="49" charset="-128"/>
              </a:rPr>
              <a:t>11</a:t>
            </a:r>
            <a:r>
              <a:rPr lang="ja-JP" altLang="en-US" b="0" u="sng" dirty="0">
                <a:solidFill>
                  <a:schemeClr val="tx1"/>
                </a:solidFill>
                <a:latin typeface="ＭＳ ゴシック" pitchFamily="49" charset="-128"/>
                <a:ea typeface="ＭＳ ゴシック" pitchFamily="49" charset="-128"/>
              </a:rPr>
              <a:t>月末時点）</a:t>
            </a:r>
            <a:endParaRPr lang="en-US" altLang="ja-JP" b="0" u="sng" dirty="0">
              <a:solidFill>
                <a:schemeClr val="tx1"/>
              </a:solidFill>
              <a:latin typeface="ＭＳ ゴシック" pitchFamily="49" charset="-128"/>
              <a:ea typeface="ＭＳ ゴシック" pitchFamily="49" charset="-128"/>
              <a:cs typeface="Times New Roman" pitchFamily="18" charset="0"/>
            </a:endParaRPr>
          </a:p>
          <a:p>
            <a:pPr marL="265113" indent="-265113" defTabSz="912813">
              <a:buFont typeface="Wingdings" pitchFamily="2" charset="2"/>
              <a:buChar char="ü"/>
              <a:tabLst>
                <a:tab pos="1160463" algn="l"/>
              </a:tabLst>
              <a:defRPr/>
            </a:pPr>
            <a:r>
              <a:rPr lang="ja-JP" altLang="en-US" sz="1600" dirty="0">
                <a:solidFill>
                  <a:schemeClr val="tx1"/>
                </a:solidFill>
                <a:latin typeface="ＭＳ ゴシック" pitchFamily="49" charset="-128"/>
                <a:ea typeface="ＭＳ ゴシック" pitchFamily="49" charset="-128"/>
                <a:cs typeface="Times New Roman" pitchFamily="18" charset="0"/>
              </a:rPr>
              <a:t>重点分野（白書、防災・減災、地理空間、人の移動情報、予算・決算・調達）に係るデータ</a:t>
            </a:r>
            <a:endParaRPr lang="en-US" altLang="ja-JP" sz="1600" dirty="0">
              <a:solidFill>
                <a:schemeClr val="tx1"/>
              </a:solidFill>
              <a:latin typeface="ＭＳ ゴシック" pitchFamily="49" charset="-128"/>
              <a:ea typeface="ＭＳ ゴシック" pitchFamily="49" charset="-128"/>
              <a:cs typeface="Times New Roman" pitchFamily="18" charset="0"/>
            </a:endParaRPr>
          </a:p>
          <a:p>
            <a:pPr marL="265113" indent="-265113" defTabSz="912813">
              <a:buFont typeface="Wingdings" pitchFamily="2" charset="2"/>
              <a:buChar char="ü"/>
              <a:tabLst>
                <a:tab pos="1160463" algn="l"/>
              </a:tabLst>
              <a:defRPr/>
            </a:pPr>
            <a:r>
              <a:rPr lang="ja-JP" altLang="en-US" sz="1600" dirty="0">
                <a:solidFill>
                  <a:schemeClr val="tx1"/>
                </a:solidFill>
                <a:latin typeface="ＭＳ ゴシック" pitchFamily="49" charset="-128"/>
                <a:ea typeface="ＭＳ ゴシック" pitchFamily="49" charset="-128"/>
                <a:cs typeface="Times New Roman" pitchFamily="18" charset="0"/>
              </a:rPr>
              <a:t>主な統計情報（工業統計調査、商業統計調査等）　など</a:t>
            </a:r>
            <a:endParaRPr lang="en-US" altLang="ja-JP" sz="1600" dirty="0">
              <a:solidFill>
                <a:schemeClr val="tx1"/>
              </a:solidFill>
              <a:latin typeface="ＭＳ ゴシック" pitchFamily="49" charset="-128"/>
              <a:ea typeface="ＭＳ ゴシック" pitchFamily="49" charset="-128"/>
              <a:cs typeface="Times New Roman" pitchFamily="18" charset="0"/>
            </a:endParaRPr>
          </a:p>
        </p:txBody>
      </p:sp>
      <p:pic>
        <p:nvPicPr>
          <p:cNvPr id="28682" name="Picture 37" descr="R:\【省内共有】職員共有ファイル限定（担当者・所属を記載のこと）\経済産業省ロゴマーク（安齋＠広報室）\jpgファイル\3欧文oubun_logo_jpg\(1)本省honsyo\oubun_b_logo_color_small.jpg">
            <a:extLst>
              <a:ext uri="{FF2B5EF4-FFF2-40B4-BE49-F238E27FC236}">
                <a16:creationId xmlns:a16="http://schemas.microsoft.com/office/drawing/2014/main" id="{76EF96BB-BBC5-91C5-7BF6-DE13C2EA3ED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08988" y="14288"/>
            <a:ext cx="1439862"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タイトル 1">
            <a:extLst>
              <a:ext uri="{FF2B5EF4-FFF2-40B4-BE49-F238E27FC236}">
                <a16:creationId xmlns:a16="http://schemas.microsoft.com/office/drawing/2014/main" id="{79C31041-97C4-14F9-038D-6BB26E044444}"/>
              </a:ext>
            </a:extLst>
          </p:cNvPr>
          <p:cNvSpPr>
            <a:spLocks noGrp="1"/>
          </p:cNvSpPr>
          <p:nvPr>
            <p:ph type="title"/>
          </p:nvPr>
        </p:nvSpPr>
        <p:spPr>
          <a:xfrm>
            <a:off x="200025" y="115888"/>
            <a:ext cx="8353425" cy="433387"/>
          </a:xfrm>
        </p:spPr>
        <p:txBody>
          <a:bodyPr/>
          <a:lstStyle/>
          <a:p>
            <a:r>
              <a:rPr lang="en-US" altLang="ja-JP">
                <a:latin typeface="ＭＳ ゴシック" panose="020B0609070205080204" pitchFamily="49" charset="-128"/>
                <a:ea typeface="ＭＳ ゴシック" panose="020B0609070205080204" pitchFamily="49" charset="-128"/>
              </a:rPr>
              <a:t>Open DATA METI</a:t>
            </a:r>
            <a:r>
              <a:rPr lang="ja-JP" altLang="en-US">
                <a:latin typeface="ＭＳ ゴシック" panose="020B0609070205080204" pitchFamily="49" charset="-128"/>
                <a:ea typeface="ＭＳ ゴシック" panose="020B0609070205080204" pitchFamily="49" charset="-128"/>
              </a:rPr>
              <a:t>アプリケーションプロファイルの公開</a:t>
            </a:r>
            <a:endParaRPr kumimoji="1" lang="ja-JP" altLang="en-US">
              <a:latin typeface="ＭＳ ゴシック" panose="020B0609070205080204" pitchFamily="49" charset="-128"/>
              <a:ea typeface="ＭＳ ゴシック" panose="020B0609070205080204" pitchFamily="49" charset="-128"/>
            </a:endParaRPr>
          </a:p>
        </p:txBody>
      </p:sp>
      <p:sp>
        <p:nvSpPr>
          <p:cNvPr id="29699" name="スライド番号プレースホルダー 3">
            <a:extLst>
              <a:ext uri="{FF2B5EF4-FFF2-40B4-BE49-F238E27FC236}">
                <a16:creationId xmlns:a16="http://schemas.microsoft.com/office/drawing/2014/main" id="{FB9507D9-E7E4-4D8B-C657-C27E5FCBB5EB}"/>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fld id="{C129CE4B-8947-45D9-B734-A3E60A64DF92}" type="slidenum">
              <a:rPr lang="en-US" altLang="ja-JP" sz="1400" b="1">
                <a:solidFill>
                  <a:srgbClr val="000000"/>
                </a:solidFill>
                <a:latin typeface="ＭＳ ゴシック" panose="020B0609070205080204" pitchFamily="49" charset="-128"/>
                <a:ea typeface="ＭＳ ゴシック" panose="020B0609070205080204" pitchFamily="49" charset="-128"/>
              </a:rPr>
              <a:pPr eaLnBrk="1" hangingPunct="1">
                <a:spcBef>
                  <a:spcPct val="0"/>
                </a:spcBef>
                <a:buFontTx/>
                <a:buNone/>
              </a:pPr>
              <a:t>4</a:t>
            </a:fld>
            <a:endParaRPr lang="en-US" altLang="ja-JP" sz="1400" b="1">
              <a:solidFill>
                <a:srgbClr val="000000"/>
              </a:solidFill>
              <a:latin typeface="ＭＳ ゴシック" panose="020B0609070205080204" pitchFamily="49" charset="-128"/>
              <a:ea typeface="ＭＳ ゴシック" panose="020B0609070205080204" pitchFamily="49" charset="-128"/>
            </a:endParaRPr>
          </a:p>
        </p:txBody>
      </p:sp>
      <p:sp>
        <p:nvSpPr>
          <p:cNvPr id="29700" name="コンテンツ プレースホルダー 2">
            <a:extLst>
              <a:ext uri="{FF2B5EF4-FFF2-40B4-BE49-F238E27FC236}">
                <a16:creationId xmlns:a16="http://schemas.microsoft.com/office/drawing/2014/main" id="{C29B8CD6-E959-288A-C9B7-09AAF098F34C}"/>
              </a:ext>
            </a:extLst>
          </p:cNvPr>
          <p:cNvSpPr txBox="1">
            <a:spLocks/>
          </p:cNvSpPr>
          <p:nvPr/>
        </p:nvSpPr>
        <p:spPr bwMode="auto">
          <a:xfrm>
            <a:off x="273050" y="660400"/>
            <a:ext cx="9363075" cy="1203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80" tIns="45690" rIns="91380" bIns="45690"/>
          <a:lstStyle>
            <a:lvl1pPr marL="341313" indent="-341313"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r>
              <a:rPr lang="ja-JP" altLang="en-US" sz="1600">
                <a:solidFill>
                  <a:srgbClr val="000000"/>
                </a:solidFill>
                <a:latin typeface="ＭＳ ゴシック" panose="020B0609070205080204" pitchFamily="49" charset="-128"/>
                <a:ea typeface="ＭＳ ゴシック" panose="020B0609070205080204" pitchFamily="49" charset="-128"/>
              </a:rPr>
              <a:t>メタデータの記述にどのような語彙を使用し、その語彙を用いてどのような形式で記述するかを定義したメタデータの記述規則</a:t>
            </a:r>
            <a:r>
              <a:rPr lang="en-US" altLang="ja-JP" sz="1600">
                <a:solidFill>
                  <a:srgbClr val="000000"/>
                </a:solidFill>
                <a:latin typeface="ＭＳ ゴシック" panose="020B0609070205080204" pitchFamily="49" charset="-128"/>
                <a:ea typeface="ＭＳ ゴシック" panose="020B0609070205080204" pitchFamily="49" charset="-128"/>
              </a:rPr>
              <a:t>(</a:t>
            </a:r>
            <a:r>
              <a:rPr lang="ja-JP" altLang="en-US" sz="1600">
                <a:solidFill>
                  <a:srgbClr val="000000"/>
                </a:solidFill>
                <a:latin typeface="ＭＳ ゴシック" panose="020B0609070205080204" pitchFamily="49" charset="-128"/>
                <a:ea typeface="ＭＳ ゴシック" panose="020B0609070205080204" pitchFamily="49" charset="-128"/>
              </a:rPr>
              <a:t>アプリケーションプロファイル</a:t>
            </a:r>
            <a:r>
              <a:rPr lang="en-US" altLang="ja-JP" sz="1600">
                <a:solidFill>
                  <a:srgbClr val="000000"/>
                </a:solidFill>
                <a:latin typeface="ＭＳ ゴシック" panose="020B0609070205080204" pitchFamily="49" charset="-128"/>
                <a:ea typeface="ＭＳ ゴシック" panose="020B0609070205080204" pitchFamily="49" charset="-128"/>
              </a:rPr>
              <a:t>)</a:t>
            </a:r>
            <a:r>
              <a:rPr lang="ja-JP" altLang="en-US" sz="1600">
                <a:solidFill>
                  <a:srgbClr val="000000"/>
                </a:solidFill>
                <a:latin typeface="ＭＳ ゴシック" panose="020B0609070205080204" pitchFamily="49" charset="-128"/>
                <a:ea typeface="ＭＳ ゴシック" panose="020B0609070205080204" pitchFamily="49" charset="-128"/>
              </a:rPr>
              <a:t>を公開。</a:t>
            </a:r>
            <a:endParaRPr lang="en-US" altLang="ja-JP" sz="1600">
              <a:solidFill>
                <a:srgbClr val="000000"/>
              </a:solidFill>
              <a:latin typeface="ＭＳ ゴシック" panose="020B0609070205080204" pitchFamily="49" charset="-128"/>
              <a:ea typeface="ＭＳ ゴシック" panose="020B0609070205080204" pitchFamily="49" charset="-128"/>
            </a:endParaRPr>
          </a:p>
          <a:p>
            <a:r>
              <a:rPr lang="ja-JP" altLang="en-US" sz="1600">
                <a:solidFill>
                  <a:srgbClr val="000000"/>
                </a:solidFill>
                <a:latin typeface="ＭＳ ゴシック" panose="020B0609070205080204" pitchFamily="49" charset="-128"/>
                <a:ea typeface="ＭＳ ゴシック" panose="020B0609070205080204" pitchFamily="49" charset="-128"/>
              </a:rPr>
              <a:t>データカタログの情報の構成を明確にし、データの活用を容易にすることを目的として作成。</a:t>
            </a:r>
            <a:endParaRPr lang="en-US" altLang="ja-JP" sz="1600">
              <a:solidFill>
                <a:srgbClr val="000000"/>
              </a:solidFill>
              <a:latin typeface="ＭＳ ゴシック" panose="020B0609070205080204" pitchFamily="49" charset="-128"/>
              <a:ea typeface="ＭＳ ゴシック" panose="020B0609070205080204" pitchFamily="49" charset="-128"/>
            </a:endParaRPr>
          </a:p>
          <a:p>
            <a:r>
              <a:rPr lang="ja-JP" altLang="en-US" sz="1600">
                <a:solidFill>
                  <a:srgbClr val="000000"/>
                </a:solidFill>
                <a:latin typeface="ＭＳ ゴシック" panose="020B0609070205080204" pitchFamily="49" charset="-128"/>
                <a:ea typeface="ＭＳ ゴシック" panose="020B0609070205080204" pitchFamily="49" charset="-128"/>
              </a:rPr>
              <a:t>最小コストでの国内の主要体系との連携やグローバルな互換性、その他業務との互換性等の実現を目指す。</a:t>
            </a:r>
          </a:p>
          <a:p>
            <a:endParaRPr lang="en-US" altLang="ja-JP" sz="1600">
              <a:solidFill>
                <a:srgbClr val="000000"/>
              </a:solidFill>
              <a:latin typeface="ＭＳ ゴシック" panose="020B0609070205080204" pitchFamily="49" charset="-128"/>
              <a:ea typeface="ＭＳ ゴシック" panose="020B0609070205080204" pitchFamily="49" charset="-128"/>
            </a:endParaRPr>
          </a:p>
          <a:p>
            <a:endParaRPr lang="en-US" altLang="ja-JP" sz="1600">
              <a:solidFill>
                <a:srgbClr val="000000"/>
              </a:solidFill>
              <a:latin typeface="ＭＳ ゴシック" panose="020B0609070205080204" pitchFamily="49" charset="-128"/>
              <a:ea typeface="ＭＳ ゴシック" panose="020B0609070205080204" pitchFamily="49" charset="-128"/>
            </a:endParaRPr>
          </a:p>
        </p:txBody>
      </p:sp>
      <p:pic>
        <p:nvPicPr>
          <p:cNvPr id="29701" name="Picture 37" descr="R:\【省内共有】職員共有ファイル限定（担当者・所属を記載のこと）\経済産業省ロゴマーク（安齋＠広報室）\jpgファイル\3欧文oubun_logo_jpg\(1)本省honsyo\oubun_b_logo_color_small.jpg">
            <a:extLst>
              <a:ext uri="{FF2B5EF4-FFF2-40B4-BE49-F238E27FC236}">
                <a16:creationId xmlns:a16="http://schemas.microsoft.com/office/drawing/2014/main" id="{D61C58F4-AE32-7874-93B7-06D398D818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08988" y="14288"/>
            <a:ext cx="1439862"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テキスト ボックス 6">
            <a:extLst>
              <a:ext uri="{FF2B5EF4-FFF2-40B4-BE49-F238E27FC236}">
                <a16:creationId xmlns:a16="http://schemas.microsoft.com/office/drawing/2014/main" id="{4FB05E08-59F8-20F9-F30B-84251457C61B}"/>
              </a:ext>
            </a:extLst>
          </p:cNvPr>
          <p:cNvSpPr txBox="1"/>
          <p:nvPr/>
        </p:nvSpPr>
        <p:spPr>
          <a:xfrm>
            <a:off x="4056063" y="2633663"/>
            <a:ext cx="1873250" cy="338137"/>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defRPr/>
            </a:pPr>
            <a:r>
              <a:rPr lang="en-US" altLang="ja-JP" sz="1600" dirty="0">
                <a:solidFill>
                  <a:prstClr val="black"/>
                </a:solidFill>
                <a:latin typeface="ＭＳ ゴシック" pitchFamily="49" charset="-128"/>
                <a:ea typeface="ＭＳ ゴシック" pitchFamily="49" charset="-128"/>
              </a:rPr>
              <a:t>Open DATA METI</a:t>
            </a:r>
          </a:p>
        </p:txBody>
      </p:sp>
      <p:sp>
        <p:nvSpPr>
          <p:cNvPr id="8" name="テキスト ボックス 7">
            <a:extLst>
              <a:ext uri="{FF2B5EF4-FFF2-40B4-BE49-F238E27FC236}">
                <a16:creationId xmlns:a16="http://schemas.microsoft.com/office/drawing/2014/main" id="{21030FC6-1E68-6536-6E4B-CED6D031D329}"/>
              </a:ext>
            </a:extLst>
          </p:cNvPr>
          <p:cNvSpPr txBox="1"/>
          <p:nvPr/>
        </p:nvSpPr>
        <p:spPr>
          <a:xfrm>
            <a:off x="642938" y="2673350"/>
            <a:ext cx="850900" cy="338138"/>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defRPr/>
            </a:pPr>
            <a:r>
              <a:rPr lang="en-US" altLang="ja-JP" sz="1600" dirty="0">
                <a:solidFill>
                  <a:prstClr val="black"/>
                </a:solidFill>
                <a:latin typeface="ＭＳ ゴシック" pitchFamily="49" charset="-128"/>
                <a:ea typeface="ＭＳ ゴシック" pitchFamily="49" charset="-128"/>
              </a:rPr>
              <a:t>DCAT</a:t>
            </a:r>
            <a:endParaRPr lang="ja-JP" altLang="en-US" sz="1600" dirty="0">
              <a:solidFill>
                <a:prstClr val="black"/>
              </a:solidFill>
              <a:latin typeface="ＭＳ ゴシック" pitchFamily="49" charset="-128"/>
              <a:ea typeface="ＭＳ ゴシック" pitchFamily="49" charset="-128"/>
            </a:endParaRPr>
          </a:p>
        </p:txBody>
      </p:sp>
      <p:sp>
        <p:nvSpPr>
          <p:cNvPr id="9" name="テキスト ボックス 8">
            <a:extLst>
              <a:ext uri="{FF2B5EF4-FFF2-40B4-BE49-F238E27FC236}">
                <a16:creationId xmlns:a16="http://schemas.microsoft.com/office/drawing/2014/main" id="{0483414C-EF7D-5E89-5C25-267A41D3E950}"/>
              </a:ext>
            </a:extLst>
          </p:cNvPr>
          <p:cNvSpPr txBox="1"/>
          <p:nvPr/>
        </p:nvSpPr>
        <p:spPr>
          <a:xfrm>
            <a:off x="7367588" y="2457450"/>
            <a:ext cx="2087562" cy="584200"/>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defRPr/>
            </a:pPr>
            <a:r>
              <a:rPr lang="ja-JP" altLang="en-US" sz="1600" dirty="0">
                <a:solidFill>
                  <a:prstClr val="black"/>
                </a:solidFill>
                <a:latin typeface="ＭＳ ゴシック" pitchFamily="49" charset="-128"/>
                <a:ea typeface="ＭＳ ゴシック" pitchFamily="49" charset="-128"/>
              </a:rPr>
              <a:t>試行版データカタログサイト</a:t>
            </a:r>
            <a:endParaRPr lang="en-US" altLang="ja-JP" sz="1600" dirty="0">
              <a:solidFill>
                <a:prstClr val="black"/>
              </a:solidFill>
              <a:latin typeface="ＭＳ ゴシック" pitchFamily="49" charset="-128"/>
              <a:ea typeface="ＭＳ ゴシック" pitchFamily="49" charset="-128"/>
            </a:endParaRPr>
          </a:p>
        </p:txBody>
      </p:sp>
      <p:sp>
        <p:nvSpPr>
          <p:cNvPr id="10" name="テキスト ボックス 9">
            <a:extLst>
              <a:ext uri="{FF2B5EF4-FFF2-40B4-BE49-F238E27FC236}">
                <a16:creationId xmlns:a16="http://schemas.microsoft.com/office/drawing/2014/main" id="{A2052329-B939-3273-68E9-4006E0E009BF}"/>
              </a:ext>
            </a:extLst>
          </p:cNvPr>
          <p:cNvSpPr txBox="1"/>
          <p:nvPr/>
        </p:nvSpPr>
        <p:spPr>
          <a:xfrm>
            <a:off x="635000" y="3095625"/>
            <a:ext cx="1476375" cy="338138"/>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defRPr/>
            </a:pPr>
            <a:r>
              <a:rPr lang="en-US" altLang="ja-JP" sz="1600" dirty="0">
                <a:solidFill>
                  <a:prstClr val="black"/>
                </a:solidFill>
                <a:latin typeface="ＭＳ ゴシック" pitchFamily="49" charset="-128"/>
                <a:ea typeface="ＭＳ ゴシック" pitchFamily="49" charset="-128"/>
              </a:rPr>
              <a:t>Schema.org</a:t>
            </a:r>
          </a:p>
        </p:txBody>
      </p:sp>
      <p:sp>
        <p:nvSpPr>
          <p:cNvPr id="29706" name="テキスト ボックス 8">
            <a:extLst>
              <a:ext uri="{FF2B5EF4-FFF2-40B4-BE49-F238E27FC236}">
                <a16:creationId xmlns:a16="http://schemas.microsoft.com/office/drawing/2014/main" id="{3B523404-87BB-6911-4D70-6F28966F5C58}"/>
              </a:ext>
            </a:extLst>
          </p:cNvPr>
          <p:cNvSpPr txBox="1">
            <a:spLocks noChangeArrowheads="1"/>
          </p:cNvSpPr>
          <p:nvPr/>
        </p:nvSpPr>
        <p:spPr bwMode="auto">
          <a:xfrm>
            <a:off x="247650" y="3506788"/>
            <a:ext cx="448945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800">
                <a:solidFill>
                  <a:srgbClr val="000066"/>
                </a:solidFill>
                <a:latin typeface="ＭＳ ゴシック" panose="020B0609070205080204" pitchFamily="49" charset="-128"/>
                <a:ea typeface="ＭＳ ゴシック" panose="020B0609070205080204" pitchFamily="49" charset="-128"/>
              </a:rPr>
              <a:t>＜互換性の例（データセットレベル）＞</a:t>
            </a:r>
          </a:p>
        </p:txBody>
      </p:sp>
      <p:graphicFrame>
        <p:nvGraphicFramePr>
          <p:cNvPr id="12" name="表 11">
            <a:extLst>
              <a:ext uri="{FF2B5EF4-FFF2-40B4-BE49-F238E27FC236}">
                <a16:creationId xmlns:a16="http://schemas.microsoft.com/office/drawing/2014/main" id="{6FFB757F-07EA-8D7D-2130-7F7804C6BB5C}"/>
              </a:ext>
            </a:extLst>
          </p:cNvPr>
          <p:cNvGraphicFramePr>
            <a:graphicFrameLocks noGrp="1"/>
          </p:cNvGraphicFramePr>
          <p:nvPr/>
        </p:nvGraphicFramePr>
        <p:xfrm>
          <a:off x="3729038" y="3898900"/>
          <a:ext cx="2605087" cy="2786063"/>
        </p:xfrm>
        <a:graphic>
          <a:graphicData uri="http://schemas.openxmlformats.org/drawingml/2006/table">
            <a:tbl>
              <a:tblPr firstRow="1" bandRow="1">
                <a:tableStyleId>{5C22544A-7EE6-4342-B048-85BDC9FD1C3A}</a:tableStyleId>
              </a:tblPr>
              <a:tblGrid>
                <a:gridCol w="1302544">
                  <a:extLst>
                    <a:ext uri="{9D8B030D-6E8A-4147-A177-3AD203B41FA5}">
                      <a16:colId xmlns:a16="http://schemas.microsoft.com/office/drawing/2014/main" val="20000"/>
                    </a:ext>
                  </a:extLst>
                </a:gridCol>
                <a:gridCol w="1302544">
                  <a:extLst>
                    <a:ext uri="{9D8B030D-6E8A-4147-A177-3AD203B41FA5}">
                      <a16:colId xmlns:a16="http://schemas.microsoft.com/office/drawing/2014/main" val="20001"/>
                    </a:ext>
                  </a:extLst>
                </a:gridCol>
              </a:tblGrid>
              <a:tr h="365693">
                <a:tc gridSpan="2">
                  <a:txBody>
                    <a:bodyPr/>
                    <a:lstStyle/>
                    <a:p>
                      <a:pPr algn="ctr"/>
                      <a:r>
                        <a:rPr kumimoji="1" lang="en-US" altLang="ja-JP" sz="1800" b="1" dirty="0">
                          <a:latin typeface="ＭＳ ゴシック" pitchFamily="49" charset="-128"/>
                          <a:ea typeface="ＭＳ ゴシック" pitchFamily="49" charset="-128"/>
                        </a:rPr>
                        <a:t>Open DATA METI</a:t>
                      </a:r>
                      <a:endParaRPr kumimoji="1" lang="ja-JP" altLang="en-US" sz="1800" b="1" dirty="0">
                        <a:latin typeface="ＭＳ ゴシック" pitchFamily="49" charset="-128"/>
                        <a:ea typeface="ＭＳ ゴシック" pitchFamily="49" charset="-128"/>
                      </a:endParaRPr>
                    </a:p>
                  </a:txBody>
                  <a:tcPr marL="91439" marR="91439" marT="45673" marB="45673"/>
                </a:tc>
                <a:tc hMerge="1">
                  <a:txBody>
                    <a:bodyPr/>
                    <a:lstStyle/>
                    <a:p>
                      <a:endParaRPr kumimoji="1" lang="ja-JP" altLang="en-US" sz="1800" dirty="0"/>
                    </a:p>
                  </a:txBody>
                  <a:tcPr marL="91439" marR="91439" marT="45726" marB="45726"/>
                </a:tc>
                <a:extLst>
                  <a:ext uri="{0D108BD9-81ED-4DB2-BD59-A6C34878D82A}">
                    <a16:rowId xmlns:a16="http://schemas.microsoft.com/office/drawing/2014/main" val="10000"/>
                  </a:ext>
                </a:extLst>
              </a:tr>
              <a:tr h="335210">
                <a:tc>
                  <a:txBody>
                    <a:bodyPr/>
                    <a:lstStyle/>
                    <a:p>
                      <a:r>
                        <a:rPr kumimoji="1" lang="en-US" altLang="ja-JP" sz="1600" b="1" dirty="0">
                          <a:latin typeface="ＭＳ ゴシック" pitchFamily="49" charset="-128"/>
                          <a:ea typeface="ＭＳ ゴシック" pitchFamily="49" charset="-128"/>
                        </a:rPr>
                        <a:t>publisher</a:t>
                      </a:r>
                      <a:endParaRPr kumimoji="1" lang="ja-JP" altLang="en-US" sz="1600" b="1" dirty="0">
                        <a:latin typeface="ＭＳ ゴシック" pitchFamily="49" charset="-128"/>
                        <a:ea typeface="ＭＳ ゴシック" pitchFamily="49" charset="-128"/>
                      </a:endParaRPr>
                    </a:p>
                  </a:txBody>
                  <a:tcPr marL="91439" marR="91439" marT="45673" marB="45673"/>
                </a:tc>
                <a:tc>
                  <a:txBody>
                    <a:bodyPr/>
                    <a:lstStyle/>
                    <a:p>
                      <a:r>
                        <a:rPr kumimoji="1" lang="ja-JP" altLang="en-US" sz="1600" b="1" dirty="0">
                          <a:latin typeface="ＭＳ ゴシック" pitchFamily="49" charset="-128"/>
                          <a:ea typeface="ＭＳ ゴシック" pitchFamily="49" charset="-128"/>
                        </a:rPr>
                        <a:t>発行組織名</a:t>
                      </a:r>
                    </a:p>
                  </a:txBody>
                  <a:tcPr marL="91439" marR="91439" marT="45673" marB="45673"/>
                </a:tc>
                <a:extLst>
                  <a:ext uri="{0D108BD9-81ED-4DB2-BD59-A6C34878D82A}">
                    <a16:rowId xmlns:a16="http://schemas.microsoft.com/office/drawing/2014/main" val="10001"/>
                  </a:ext>
                </a:extLst>
              </a:tr>
              <a:tr h="579073">
                <a:tc>
                  <a:txBody>
                    <a:bodyPr/>
                    <a:lstStyle/>
                    <a:p>
                      <a:pPr marL="0" marR="0" indent="0" algn="l" defTabSz="913815" rtl="0" eaLnBrk="1" fontAlgn="auto" latinLnBrk="0" hangingPunct="1">
                        <a:lnSpc>
                          <a:spcPct val="100000"/>
                        </a:lnSpc>
                        <a:spcBef>
                          <a:spcPts val="0"/>
                        </a:spcBef>
                        <a:spcAft>
                          <a:spcPts val="0"/>
                        </a:spcAft>
                        <a:buClrTx/>
                        <a:buSzTx/>
                        <a:buFontTx/>
                        <a:buNone/>
                        <a:tabLst/>
                        <a:defRPr/>
                      </a:pPr>
                      <a:r>
                        <a:rPr kumimoji="1" lang="en-US" altLang="ja-JP" sz="1600" b="1" dirty="0" err="1">
                          <a:latin typeface="ＭＳ ゴシック" pitchFamily="49" charset="-128"/>
                          <a:ea typeface="ＭＳ ゴシック" pitchFamily="49" charset="-128"/>
                        </a:rPr>
                        <a:t>contact_point</a:t>
                      </a:r>
                      <a:endParaRPr kumimoji="1" lang="ja-JP" altLang="en-US" sz="1600" b="1" dirty="0">
                        <a:latin typeface="ＭＳ ゴシック" pitchFamily="49" charset="-128"/>
                        <a:ea typeface="ＭＳ ゴシック" pitchFamily="49" charset="-128"/>
                      </a:endParaRPr>
                    </a:p>
                  </a:txBody>
                  <a:tcPr marL="91439" marR="91439" marT="45673" marB="45673"/>
                </a:tc>
                <a:tc>
                  <a:txBody>
                    <a:bodyPr/>
                    <a:lstStyle/>
                    <a:p>
                      <a:r>
                        <a:rPr kumimoji="1" lang="ja-JP" altLang="en-US" sz="1600" b="1" dirty="0">
                          <a:latin typeface="ＭＳ ゴシック" pitchFamily="49" charset="-128"/>
                          <a:ea typeface="ＭＳ ゴシック" pitchFamily="49" charset="-128"/>
                        </a:rPr>
                        <a:t>部局名</a:t>
                      </a:r>
                    </a:p>
                  </a:txBody>
                  <a:tcPr marL="91439" marR="91439" marT="45673" marB="45673"/>
                </a:tc>
                <a:extLst>
                  <a:ext uri="{0D108BD9-81ED-4DB2-BD59-A6C34878D82A}">
                    <a16:rowId xmlns:a16="http://schemas.microsoft.com/office/drawing/2014/main" val="10002"/>
                  </a:ext>
                </a:extLst>
              </a:tr>
              <a:tr h="335210">
                <a:tc>
                  <a:txBody>
                    <a:bodyPr/>
                    <a:lstStyle/>
                    <a:p>
                      <a:r>
                        <a:rPr kumimoji="1" lang="en-US" altLang="ja-JP" sz="1600" b="1" dirty="0" err="1">
                          <a:latin typeface="ＭＳ ゴシック" pitchFamily="49" charset="-128"/>
                          <a:ea typeface="ＭＳ ゴシック" pitchFamily="49" charset="-128"/>
                        </a:rPr>
                        <a:t>creater</a:t>
                      </a:r>
                      <a:endParaRPr kumimoji="1" lang="ja-JP" altLang="en-US" sz="1600" b="1" dirty="0">
                        <a:latin typeface="ＭＳ ゴシック" pitchFamily="49" charset="-128"/>
                        <a:ea typeface="ＭＳ ゴシック" pitchFamily="49" charset="-128"/>
                      </a:endParaRPr>
                    </a:p>
                  </a:txBody>
                  <a:tcPr marL="91439" marR="91439" marT="45673" marB="45673"/>
                </a:tc>
                <a:tc>
                  <a:txBody>
                    <a:bodyPr/>
                    <a:lstStyle/>
                    <a:p>
                      <a:r>
                        <a:rPr kumimoji="1" lang="ja-JP" altLang="en-US" sz="1600" b="1" dirty="0">
                          <a:latin typeface="ＭＳ ゴシック" pitchFamily="49" charset="-128"/>
                          <a:ea typeface="ＭＳ ゴシック" pitchFamily="49" charset="-128"/>
                        </a:rPr>
                        <a:t>作成者</a:t>
                      </a:r>
                    </a:p>
                  </a:txBody>
                  <a:tcPr marL="91439" marR="91439" marT="45673" marB="45673"/>
                </a:tc>
                <a:extLst>
                  <a:ext uri="{0D108BD9-81ED-4DB2-BD59-A6C34878D82A}">
                    <a16:rowId xmlns:a16="http://schemas.microsoft.com/office/drawing/2014/main" val="10003"/>
                  </a:ext>
                </a:extLst>
              </a:tr>
              <a:tr h="500459">
                <a:tc>
                  <a:txBody>
                    <a:bodyPr/>
                    <a:lstStyle/>
                    <a:p>
                      <a:r>
                        <a:rPr kumimoji="1" lang="en-US" altLang="ja-JP" sz="1600" b="1" dirty="0">
                          <a:latin typeface="ＭＳ ゴシック" pitchFamily="49" charset="-128"/>
                          <a:ea typeface="ＭＳ ゴシック" pitchFamily="49" charset="-128"/>
                        </a:rPr>
                        <a:t>frequency</a:t>
                      </a:r>
                    </a:p>
                  </a:txBody>
                  <a:tcPr marL="91439" marR="91439" marT="45673" marB="45673"/>
                </a:tc>
                <a:tc>
                  <a:txBody>
                    <a:bodyPr/>
                    <a:lstStyle/>
                    <a:p>
                      <a:r>
                        <a:rPr kumimoji="1" lang="ja-JP" altLang="en-US" sz="1600" b="1" dirty="0">
                          <a:latin typeface="ＭＳ ゴシック" pitchFamily="49" charset="-128"/>
                          <a:ea typeface="ＭＳ ゴシック" pitchFamily="49" charset="-128"/>
                        </a:rPr>
                        <a:t>作成頻度</a:t>
                      </a:r>
                    </a:p>
                  </a:txBody>
                  <a:tcPr marL="91439" marR="91439" marT="45673" marB="45673"/>
                </a:tc>
                <a:extLst>
                  <a:ext uri="{0D108BD9-81ED-4DB2-BD59-A6C34878D82A}">
                    <a16:rowId xmlns:a16="http://schemas.microsoft.com/office/drawing/2014/main" val="10004"/>
                  </a:ext>
                </a:extLst>
              </a:tr>
              <a:tr h="335210">
                <a:tc>
                  <a:txBody>
                    <a:bodyPr/>
                    <a:lstStyle/>
                    <a:p>
                      <a:r>
                        <a:rPr kumimoji="1" lang="en-US" altLang="ja-JP" sz="1600" b="1" dirty="0">
                          <a:latin typeface="ＭＳ ゴシック" pitchFamily="49" charset="-128"/>
                          <a:ea typeface="ＭＳ ゴシック" pitchFamily="49" charset="-128"/>
                        </a:rPr>
                        <a:t>notes</a:t>
                      </a:r>
                      <a:endParaRPr kumimoji="1" lang="ja-JP" altLang="en-US" sz="1600" b="1" dirty="0">
                        <a:latin typeface="ＭＳ ゴシック" pitchFamily="49" charset="-128"/>
                        <a:ea typeface="ＭＳ ゴシック" pitchFamily="49" charset="-128"/>
                      </a:endParaRPr>
                    </a:p>
                  </a:txBody>
                  <a:tcPr marL="91439" marR="91439" marT="45673" marB="45673"/>
                </a:tc>
                <a:tc>
                  <a:txBody>
                    <a:bodyPr/>
                    <a:lstStyle/>
                    <a:p>
                      <a:r>
                        <a:rPr kumimoji="1" lang="ja-JP" altLang="en-US" sz="1600" b="1" dirty="0">
                          <a:latin typeface="ＭＳ ゴシック" pitchFamily="49" charset="-128"/>
                          <a:ea typeface="ＭＳ ゴシック" pitchFamily="49" charset="-128"/>
                        </a:rPr>
                        <a:t>説明</a:t>
                      </a:r>
                    </a:p>
                  </a:txBody>
                  <a:tcPr marL="91439" marR="91439" marT="45673" marB="45673"/>
                </a:tc>
                <a:extLst>
                  <a:ext uri="{0D108BD9-81ED-4DB2-BD59-A6C34878D82A}">
                    <a16:rowId xmlns:a16="http://schemas.microsoft.com/office/drawing/2014/main" val="10005"/>
                  </a:ext>
                </a:extLst>
              </a:tr>
              <a:tr h="335210">
                <a:tc>
                  <a:txBody>
                    <a:bodyPr/>
                    <a:lstStyle/>
                    <a:p>
                      <a:r>
                        <a:rPr kumimoji="1" lang="en-US" altLang="ja-JP" sz="1600" b="1" dirty="0">
                          <a:latin typeface="ＭＳ ゴシック" pitchFamily="49" charset="-128"/>
                          <a:ea typeface="ＭＳ ゴシック" pitchFamily="49" charset="-128"/>
                        </a:rPr>
                        <a:t>version</a:t>
                      </a:r>
                      <a:endParaRPr kumimoji="1" lang="ja-JP" altLang="en-US" sz="1600" b="1" dirty="0">
                        <a:latin typeface="ＭＳ ゴシック" pitchFamily="49" charset="-128"/>
                        <a:ea typeface="ＭＳ ゴシック" pitchFamily="49" charset="-128"/>
                      </a:endParaRPr>
                    </a:p>
                  </a:txBody>
                  <a:tcPr marL="91439" marR="91439" marT="45673" marB="45673"/>
                </a:tc>
                <a:tc>
                  <a:txBody>
                    <a:bodyPr/>
                    <a:lstStyle/>
                    <a:p>
                      <a:r>
                        <a:rPr kumimoji="1" lang="ja-JP" altLang="en-US" sz="1600" b="1" dirty="0">
                          <a:latin typeface="ＭＳ ゴシック" pitchFamily="49" charset="-128"/>
                          <a:ea typeface="ＭＳ ゴシック" pitchFamily="49" charset="-128"/>
                        </a:rPr>
                        <a:t>バージョン</a:t>
                      </a:r>
                    </a:p>
                  </a:txBody>
                  <a:tcPr marL="91439" marR="91439" marT="45673" marB="45673"/>
                </a:tc>
                <a:extLst>
                  <a:ext uri="{0D108BD9-81ED-4DB2-BD59-A6C34878D82A}">
                    <a16:rowId xmlns:a16="http://schemas.microsoft.com/office/drawing/2014/main" val="10006"/>
                  </a:ext>
                </a:extLst>
              </a:tr>
            </a:tbl>
          </a:graphicData>
        </a:graphic>
      </p:graphicFrame>
      <p:graphicFrame>
        <p:nvGraphicFramePr>
          <p:cNvPr id="13" name="表 12">
            <a:extLst>
              <a:ext uri="{FF2B5EF4-FFF2-40B4-BE49-F238E27FC236}">
                <a16:creationId xmlns:a16="http://schemas.microsoft.com/office/drawing/2014/main" id="{BF2C7AD3-5DBF-1F62-F6FA-4BBD24FDF1F1}"/>
              </a:ext>
            </a:extLst>
          </p:cNvPr>
          <p:cNvGraphicFramePr>
            <a:graphicFrameLocks noGrp="1"/>
          </p:cNvGraphicFramePr>
          <p:nvPr/>
        </p:nvGraphicFramePr>
        <p:xfrm>
          <a:off x="344488" y="3879850"/>
          <a:ext cx="2605087" cy="2820988"/>
        </p:xfrm>
        <a:graphic>
          <a:graphicData uri="http://schemas.openxmlformats.org/drawingml/2006/table">
            <a:tbl>
              <a:tblPr firstRow="1" bandRow="1">
                <a:tableStyleId>{F5AB1C69-6EDB-4FF4-983F-18BD219EF322}</a:tableStyleId>
              </a:tblPr>
              <a:tblGrid>
                <a:gridCol w="2605087">
                  <a:extLst>
                    <a:ext uri="{9D8B030D-6E8A-4147-A177-3AD203B41FA5}">
                      <a16:colId xmlns:a16="http://schemas.microsoft.com/office/drawing/2014/main" val="20000"/>
                    </a:ext>
                  </a:extLst>
                </a:gridCol>
              </a:tblGrid>
              <a:tr h="396188">
                <a:tc>
                  <a:txBody>
                    <a:bodyPr/>
                    <a:lstStyle/>
                    <a:p>
                      <a:pPr algn="ctr"/>
                      <a:r>
                        <a:rPr kumimoji="1" lang="en-US" altLang="ja-JP" sz="2000" b="1" dirty="0">
                          <a:latin typeface="ＭＳ ゴシック" pitchFamily="49" charset="-128"/>
                          <a:ea typeface="ＭＳ ゴシック" pitchFamily="49" charset="-128"/>
                        </a:rPr>
                        <a:t>DCAT</a:t>
                      </a:r>
                      <a:endParaRPr kumimoji="1" lang="ja-JP" altLang="en-US" sz="2000" b="1" dirty="0">
                        <a:latin typeface="ＭＳ ゴシック" pitchFamily="49" charset="-128"/>
                        <a:ea typeface="ＭＳ ゴシック" pitchFamily="49" charset="-128"/>
                      </a:endParaRPr>
                    </a:p>
                  </a:txBody>
                  <a:tcPr marL="91439" marR="91439" marT="45694" marB="45694"/>
                </a:tc>
                <a:extLst>
                  <a:ext uri="{0D108BD9-81ED-4DB2-BD59-A6C34878D82A}">
                    <a16:rowId xmlns:a16="http://schemas.microsoft.com/office/drawing/2014/main" val="10000"/>
                  </a:ext>
                </a:extLst>
              </a:tr>
              <a:tr h="365708">
                <a:tc>
                  <a:txBody>
                    <a:bodyPr/>
                    <a:lstStyle/>
                    <a:p>
                      <a:pPr algn="ctr"/>
                      <a:r>
                        <a:rPr kumimoji="1" lang="en-US" altLang="ja-JP" sz="1800" b="1" dirty="0">
                          <a:latin typeface="ＭＳ ゴシック" pitchFamily="49" charset="-128"/>
                          <a:ea typeface="ＭＳ ゴシック" pitchFamily="49" charset="-128"/>
                        </a:rPr>
                        <a:t>publisher</a:t>
                      </a:r>
                      <a:endParaRPr kumimoji="1" lang="ja-JP" altLang="en-US" sz="1800" b="1" dirty="0">
                        <a:latin typeface="ＭＳ ゴシック" pitchFamily="49" charset="-128"/>
                        <a:ea typeface="ＭＳ ゴシック" pitchFamily="49" charset="-128"/>
                      </a:endParaRPr>
                    </a:p>
                  </a:txBody>
                  <a:tcPr marL="91439" marR="91439" marT="45694" marB="45694" anchor="ctr"/>
                </a:tc>
                <a:extLst>
                  <a:ext uri="{0D108BD9-81ED-4DB2-BD59-A6C34878D82A}">
                    <a16:rowId xmlns:a16="http://schemas.microsoft.com/office/drawing/2014/main" val="10001"/>
                  </a:ext>
                </a:extLst>
              </a:tr>
              <a:tr h="478541">
                <a:tc>
                  <a:txBody>
                    <a:bodyPr/>
                    <a:lstStyle/>
                    <a:p>
                      <a:pPr algn="ctr"/>
                      <a:r>
                        <a:rPr kumimoji="1" lang="en-US" altLang="ja-JP" sz="1800" b="1" dirty="0" err="1">
                          <a:latin typeface="ＭＳ ゴシック" pitchFamily="49" charset="-128"/>
                          <a:ea typeface="ＭＳ ゴシック" pitchFamily="49" charset="-128"/>
                        </a:rPr>
                        <a:t>contact_point</a:t>
                      </a:r>
                      <a:endParaRPr kumimoji="1" lang="en-US" altLang="ja-JP" sz="1800" b="1" dirty="0">
                        <a:latin typeface="ＭＳ ゴシック" pitchFamily="49" charset="-128"/>
                        <a:ea typeface="ＭＳ ゴシック" pitchFamily="49" charset="-128"/>
                      </a:endParaRPr>
                    </a:p>
                  </a:txBody>
                  <a:tcPr marL="91439" marR="91439" marT="45694" marB="45694" anchor="ctr"/>
                </a:tc>
                <a:extLst>
                  <a:ext uri="{0D108BD9-81ED-4DB2-BD59-A6C34878D82A}">
                    <a16:rowId xmlns:a16="http://schemas.microsoft.com/office/drawing/2014/main" val="10002"/>
                  </a:ext>
                </a:extLst>
              </a:tr>
              <a:tr h="365708">
                <a:tc>
                  <a:txBody>
                    <a:bodyPr/>
                    <a:lstStyle/>
                    <a:p>
                      <a:pPr algn="ctr"/>
                      <a:r>
                        <a:rPr kumimoji="1" lang="ja-JP" altLang="en-US" sz="1800" b="1" dirty="0">
                          <a:latin typeface="ＭＳ ゴシック" pitchFamily="49" charset="-128"/>
                          <a:ea typeface="ＭＳ ゴシック" pitchFamily="49" charset="-128"/>
                        </a:rPr>
                        <a:t>対応なし</a:t>
                      </a:r>
                    </a:p>
                  </a:txBody>
                  <a:tcPr marL="91439" marR="91439" marT="45694" marB="45694" anchor="ctr">
                    <a:lnBlToTr w="12700" cap="flat" cmpd="sng" algn="ctr">
                      <a:noFill/>
                      <a:prstDash val="solid"/>
                      <a:round/>
                      <a:headEnd type="none" w="med" len="med"/>
                      <a:tailEnd type="none" w="med" len="med"/>
                    </a:lnBlToTr>
                  </a:tcPr>
                </a:tc>
                <a:extLst>
                  <a:ext uri="{0D108BD9-81ED-4DB2-BD59-A6C34878D82A}">
                    <a16:rowId xmlns:a16="http://schemas.microsoft.com/office/drawing/2014/main" val="10003"/>
                  </a:ext>
                </a:extLst>
              </a:tr>
              <a:tr h="483429">
                <a:tc>
                  <a:txBody>
                    <a:bodyPr/>
                    <a:lstStyle/>
                    <a:p>
                      <a:pPr algn="ctr"/>
                      <a:r>
                        <a:rPr kumimoji="1" lang="en-US" altLang="ja-JP" sz="1800" b="1" dirty="0">
                          <a:latin typeface="ＭＳ ゴシック" pitchFamily="49" charset="-128"/>
                          <a:ea typeface="ＭＳ ゴシック" pitchFamily="49" charset="-128"/>
                        </a:rPr>
                        <a:t>frequency</a:t>
                      </a:r>
                    </a:p>
                  </a:txBody>
                  <a:tcPr marL="91439" marR="91439" marT="45694" marB="45694" anchor="ctr"/>
                </a:tc>
                <a:extLst>
                  <a:ext uri="{0D108BD9-81ED-4DB2-BD59-A6C34878D82A}">
                    <a16:rowId xmlns:a16="http://schemas.microsoft.com/office/drawing/2014/main" val="10004"/>
                  </a:ext>
                </a:extLst>
              </a:tr>
              <a:tr h="365708">
                <a:tc>
                  <a:txBody>
                    <a:bodyPr/>
                    <a:lstStyle/>
                    <a:p>
                      <a:pPr algn="ctr"/>
                      <a:r>
                        <a:rPr kumimoji="1" lang="en-US" altLang="ja-JP" sz="1800" b="1" dirty="0" err="1">
                          <a:latin typeface="ＭＳ ゴシック" pitchFamily="49" charset="-128"/>
                          <a:ea typeface="ＭＳ ゴシック" pitchFamily="49" charset="-128"/>
                        </a:rPr>
                        <a:t>discription</a:t>
                      </a:r>
                      <a:endParaRPr kumimoji="1" lang="ja-JP" altLang="en-US" sz="1800" b="1" dirty="0">
                        <a:latin typeface="ＭＳ ゴシック" pitchFamily="49" charset="-128"/>
                        <a:ea typeface="ＭＳ ゴシック" pitchFamily="49" charset="-128"/>
                      </a:endParaRPr>
                    </a:p>
                  </a:txBody>
                  <a:tcPr marL="91439" marR="91439" marT="45694" marB="45694" anchor="ctr"/>
                </a:tc>
                <a:extLst>
                  <a:ext uri="{0D108BD9-81ED-4DB2-BD59-A6C34878D82A}">
                    <a16:rowId xmlns:a16="http://schemas.microsoft.com/office/drawing/2014/main" val="10005"/>
                  </a:ext>
                </a:extLst>
              </a:tr>
              <a:tr h="365708">
                <a:tc>
                  <a:txBody>
                    <a:bodyPr/>
                    <a:lstStyle/>
                    <a:p>
                      <a:pPr algn="ctr"/>
                      <a:r>
                        <a:rPr kumimoji="1" lang="en-US" altLang="ja-JP" sz="1800" b="1" dirty="0">
                          <a:latin typeface="ＭＳ ゴシック" pitchFamily="49" charset="-128"/>
                          <a:ea typeface="ＭＳ ゴシック" pitchFamily="49" charset="-128"/>
                        </a:rPr>
                        <a:t>version</a:t>
                      </a:r>
                      <a:endParaRPr kumimoji="1" lang="ja-JP" altLang="en-US" sz="1800" b="1" dirty="0">
                        <a:latin typeface="ＭＳ ゴシック" pitchFamily="49" charset="-128"/>
                        <a:ea typeface="ＭＳ ゴシック" pitchFamily="49" charset="-128"/>
                      </a:endParaRPr>
                    </a:p>
                  </a:txBody>
                  <a:tcPr marL="91439" marR="91439" marT="45694" marB="45694" anchor="ctr"/>
                </a:tc>
                <a:extLst>
                  <a:ext uri="{0D108BD9-81ED-4DB2-BD59-A6C34878D82A}">
                    <a16:rowId xmlns:a16="http://schemas.microsoft.com/office/drawing/2014/main" val="10006"/>
                  </a:ext>
                </a:extLst>
              </a:tr>
            </a:tbl>
          </a:graphicData>
        </a:graphic>
      </p:graphicFrame>
      <p:graphicFrame>
        <p:nvGraphicFramePr>
          <p:cNvPr id="14" name="表 13">
            <a:extLst>
              <a:ext uri="{FF2B5EF4-FFF2-40B4-BE49-F238E27FC236}">
                <a16:creationId xmlns:a16="http://schemas.microsoft.com/office/drawing/2014/main" id="{C6B8877B-65C7-AF21-6B4B-A7DB86EBA197}"/>
              </a:ext>
            </a:extLst>
          </p:cNvPr>
          <p:cNvGraphicFramePr>
            <a:graphicFrameLocks noGrp="1"/>
          </p:cNvGraphicFramePr>
          <p:nvPr/>
        </p:nvGraphicFramePr>
        <p:xfrm>
          <a:off x="7088188" y="3894138"/>
          <a:ext cx="2605087" cy="2805112"/>
        </p:xfrm>
        <a:graphic>
          <a:graphicData uri="http://schemas.openxmlformats.org/drawingml/2006/table">
            <a:tbl>
              <a:tblPr firstRow="1" bandRow="1">
                <a:tableStyleId>{93296810-A885-4BE3-A3E7-6D5BEEA58F35}</a:tableStyleId>
              </a:tblPr>
              <a:tblGrid>
                <a:gridCol w="1302544">
                  <a:extLst>
                    <a:ext uri="{9D8B030D-6E8A-4147-A177-3AD203B41FA5}">
                      <a16:colId xmlns:a16="http://schemas.microsoft.com/office/drawing/2014/main" val="20000"/>
                    </a:ext>
                  </a:extLst>
                </a:gridCol>
                <a:gridCol w="1302544">
                  <a:extLst>
                    <a:ext uri="{9D8B030D-6E8A-4147-A177-3AD203B41FA5}">
                      <a16:colId xmlns:a16="http://schemas.microsoft.com/office/drawing/2014/main" val="20001"/>
                    </a:ext>
                  </a:extLst>
                </a:gridCol>
              </a:tblGrid>
              <a:tr h="306015">
                <a:tc gridSpan="2">
                  <a:txBody>
                    <a:bodyPr/>
                    <a:lstStyle/>
                    <a:p>
                      <a:pPr algn="ctr"/>
                      <a:r>
                        <a:rPr kumimoji="1" lang="ja-JP" altLang="en-US" sz="1400" b="1" dirty="0">
                          <a:latin typeface="ＭＳ ゴシック" pitchFamily="49" charset="-128"/>
                          <a:ea typeface="ＭＳ ゴシック" pitchFamily="49" charset="-128"/>
                        </a:rPr>
                        <a:t>試行版データカタログサイト</a:t>
                      </a:r>
                    </a:p>
                  </a:txBody>
                  <a:tcPr marL="91439" marR="91439" marT="45687" marB="45687"/>
                </a:tc>
                <a:tc hMerge="1">
                  <a:txBody>
                    <a:bodyPr/>
                    <a:lstStyle/>
                    <a:p>
                      <a:endParaRPr kumimoji="1" lang="ja-JP" altLang="en-US" sz="1800" dirty="0"/>
                    </a:p>
                  </a:txBody>
                  <a:tcPr marL="91439" marR="91439" marT="45726" marB="45726"/>
                </a:tc>
                <a:extLst>
                  <a:ext uri="{0D108BD9-81ED-4DB2-BD59-A6C34878D82A}">
                    <a16:rowId xmlns:a16="http://schemas.microsoft.com/office/drawing/2014/main" val="10000"/>
                  </a:ext>
                </a:extLst>
              </a:tr>
              <a:tr h="335231">
                <a:tc>
                  <a:txBody>
                    <a:bodyPr/>
                    <a:lstStyle/>
                    <a:p>
                      <a:r>
                        <a:rPr kumimoji="1" lang="en-US" altLang="ja-JP" sz="1600" b="1" dirty="0" err="1">
                          <a:latin typeface="ＭＳ ゴシック" pitchFamily="49" charset="-128"/>
                          <a:ea typeface="ＭＳ ゴシック" pitchFamily="49" charset="-128"/>
                        </a:rPr>
                        <a:t>owner_org</a:t>
                      </a:r>
                      <a:endParaRPr kumimoji="1" lang="ja-JP" altLang="en-US" sz="1600" b="1" dirty="0">
                        <a:latin typeface="ＭＳ ゴシック" pitchFamily="49" charset="-128"/>
                        <a:ea typeface="ＭＳ ゴシック" pitchFamily="49" charset="-128"/>
                      </a:endParaRPr>
                    </a:p>
                  </a:txBody>
                  <a:tcPr marL="91439" marR="91439" marT="45687" marB="45687"/>
                </a:tc>
                <a:tc>
                  <a:txBody>
                    <a:bodyPr/>
                    <a:lstStyle/>
                    <a:p>
                      <a:r>
                        <a:rPr kumimoji="1" lang="ja-JP" altLang="en-US" sz="1600" b="1" dirty="0">
                          <a:latin typeface="ＭＳ ゴシック" pitchFamily="49" charset="-128"/>
                          <a:ea typeface="ＭＳ ゴシック" pitchFamily="49" charset="-128"/>
                        </a:rPr>
                        <a:t>組織名</a:t>
                      </a:r>
                    </a:p>
                  </a:txBody>
                  <a:tcPr marL="91439" marR="91439" marT="45687" marB="45687"/>
                </a:tc>
                <a:extLst>
                  <a:ext uri="{0D108BD9-81ED-4DB2-BD59-A6C34878D82A}">
                    <a16:rowId xmlns:a16="http://schemas.microsoft.com/office/drawing/2014/main" val="10001"/>
                  </a:ext>
                </a:extLst>
              </a:tr>
              <a:tr h="579087">
                <a:tc>
                  <a:txBody>
                    <a:bodyPr/>
                    <a:lstStyle/>
                    <a:p>
                      <a:r>
                        <a:rPr kumimoji="1" lang="en-US" altLang="ja-JP" sz="1600" b="1" dirty="0">
                          <a:latin typeface="ＭＳ ゴシック" pitchFamily="49" charset="-128"/>
                          <a:ea typeface="ＭＳ ゴシック" pitchFamily="49" charset="-128"/>
                        </a:rPr>
                        <a:t>publisher</a:t>
                      </a:r>
                      <a:endParaRPr kumimoji="1" lang="ja-JP" altLang="en-US" sz="1600" b="1" dirty="0">
                        <a:latin typeface="ＭＳ ゴシック" pitchFamily="49" charset="-128"/>
                        <a:ea typeface="ＭＳ ゴシック" pitchFamily="49" charset="-128"/>
                      </a:endParaRPr>
                    </a:p>
                  </a:txBody>
                  <a:tcPr marL="91439" marR="91439" marT="45687" marB="45687"/>
                </a:tc>
                <a:tc>
                  <a:txBody>
                    <a:bodyPr/>
                    <a:lstStyle/>
                    <a:p>
                      <a:r>
                        <a:rPr kumimoji="1" lang="ja-JP" altLang="en-US" sz="1600" b="1" dirty="0">
                          <a:latin typeface="ＭＳ ゴシック" pitchFamily="49" charset="-128"/>
                          <a:ea typeface="ＭＳ ゴシック" pitchFamily="49" charset="-128"/>
                        </a:rPr>
                        <a:t>公表者</a:t>
                      </a:r>
                      <a:endParaRPr kumimoji="1" lang="en-US" altLang="ja-JP" sz="1600" b="1" dirty="0">
                        <a:latin typeface="ＭＳ ゴシック" pitchFamily="49" charset="-128"/>
                        <a:ea typeface="ＭＳ ゴシック" pitchFamily="49" charset="-128"/>
                      </a:endParaRPr>
                    </a:p>
                    <a:p>
                      <a:r>
                        <a:rPr kumimoji="1" lang="ja-JP" altLang="en-US" sz="1600" b="1" dirty="0">
                          <a:latin typeface="ＭＳ ゴシック" pitchFamily="49" charset="-128"/>
                          <a:ea typeface="ＭＳ ゴシック" pitchFamily="49" charset="-128"/>
                        </a:rPr>
                        <a:t>（部局）</a:t>
                      </a:r>
                    </a:p>
                  </a:txBody>
                  <a:tcPr marL="91439" marR="91439" marT="45687" marB="45687"/>
                </a:tc>
                <a:extLst>
                  <a:ext uri="{0D108BD9-81ED-4DB2-BD59-A6C34878D82A}">
                    <a16:rowId xmlns:a16="http://schemas.microsoft.com/office/drawing/2014/main" val="10002"/>
                  </a:ext>
                </a:extLst>
              </a:tr>
              <a:tr h="335231">
                <a:tc>
                  <a:txBody>
                    <a:bodyPr/>
                    <a:lstStyle/>
                    <a:p>
                      <a:r>
                        <a:rPr kumimoji="1" lang="en-US" altLang="ja-JP" sz="1600" b="1" dirty="0">
                          <a:latin typeface="ＭＳ ゴシック" pitchFamily="49" charset="-128"/>
                          <a:ea typeface="ＭＳ ゴシック" pitchFamily="49" charset="-128"/>
                        </a:rPr>
                        <a:t>author</a:t>
                      </a:r>
                      <a:endParaRPr kumimoji="1" lang="ja-JP" altLang="en-US" sz="1600" b="1" dirty="0">
                        <a:latin typeface="ＭＳ ゴシック" pitchFamily="49" charset="-128"/>
                        <a:ea typeface="ＭＳ ゴシック" pitchFamily="49" charset="-128"/>
                      </a:endParaRPr>
                    </a:p>
                  </a:txBody>
                  <a:tcPr marL="91439" marR="91439" marT="45687" marB="45687"/>
                </a:tc>
                <a:tc>
                  <a:txBody>
                    <a:bodyPr/>
                    <a:lstStyle/>
                    <a:p>
                      <a:r>
                        <a:rPr kumimoji="1" lang="ja-JP" altLang="en-US" sz="1600" b="1" dirty="0">
                          <a:latin typeface="ＭＳ ゴシック" pitchFamily="49" charset="-128"/>
                          <a:ea typeface="ＭＳ ゴシック" pitchFamily="49" charset="-128"/>
                        </a:rPr>
                        <a:t>作成者</a:t>
                      </a:r>
                    </a:p>
                  </a:txBody>
                  <a:tcPr marL="91439" marR="91439" marT="45687" marB="45687"/>
                </a:tc>
                <a:extLst>
                  <a:ext uri="{0D108BD9-81ED-4DB2-BD59-A6C34878D82A}">
                    <a16:rowId xmlns:a16="http://schemas.microsoft.com/office/drawing/2014/main" val="10003"/>
                  </a:ext>
                </a:extLst>
              </a:tr>
              <a:tr h="579087">
                <a:tc>
                  <a:txBody>
                    <a:bodyPr/>
                    <a:lstStyle/>
                    <a:p>
                      <a:r>
                        <a:rPr kumimoji="1" lang="en-US" altLang="ja-JP" sz="1600" b="1" dirty="0">
                          <a:latin typeface="ＭＳ ゴシック" pitchFamily="49" charset="-128"/>
                          <a:ea typeface="ＭＳ ゴシック" pitchFamily="49" charset="-128"/>
                        </a:rPr>
                        <a:t>Frequency</a:t>
                      </a:r>
                      <a:r>
                        <a:rPr kumimoji="1" lang="en-US" altLang="ja-JP" sz="1600" b="1" baseline="0" dirty="0">
                          <a:latin typeface="ＭＳ ゴシック" pitchFamily="49" charset="-128"/>
                          <a:ea typeface="ＭＳ ゴシック" pitchFamily="49" charset="-128"/>
                        </a:rPr>
                        <a:t> of Update</a:t>
                      </a:r>
                      <a:endParaRPr kumimoji="1" lang="ja-JP" altLang="en-US" sz="1600" b="1" dirty="0">
                        <a:latin typeface="ＭＳ ゴシック" pitchFamily="49" charset="-128"/>
                        <a:ea typeface="ＭＳ ゴシック" pitchFamily="49" charset="-128"/>
                      </a:endParaRPr>
                    </a:p>
                  </a:txBody>
                  <a:tcPr marL="91439" marR="91439" marT="45687" marB="45687"/>
                </a:tc>
                <a:tc>
                  <a:txBody>
                    <a:bodyPr/>
                    <a:lstStyle/>
                    <a:p>
                      <a:r>
                        <a:rPr kumimoji="1" lang="ja-JP" altLang="en-US" sz="1600" b="1" dirty="0">
                          <a:latin typeface="ＭＳ ゴシック" pitchFamily="49" charset="-128"/>
                          <a:ea typeface="ＭＳ ゴシック" pitchFamily="49" charset="-128"/>
                        </a:rPr>
                        <a:t>作成頻度</a:t>
                      </a:r>
                    </a:p>
                  </a:txBody>
                  <a:tcPr marL="91439" marR="91439" marT="45687" marB="45687"/>
                </a:tc>
                <a:extLst>
                  <a:ext uri="{0D108BD9-81ED-4DB2-BD59-A6C34878D82A}">
                    <a16:rowId xmlns:a16="http://schemas.microsoft.com/office/drawing/2014/main" val="10004"/>
                  </a:ext>
                </a:extLst>
              </a:tr>
              <a:tr h="335231">
                <a:tc>
                  <a:txBody>
                    <a:bodyPr/>
                    <a:lstStyle/>
                    <a:p>
                      <a:r>
                        <a:rPr kumimoji="1" lang="en-US" altLang="ja-JP" sz="1600" b="1" dirty="0">
                          <a:latin typeface="ＭＳ ゴシック" pitchFamily="49" charset="-128"/>
                          <a:ea typeface="ＭＳ ゴシック" pitchFamily="49" charset="-128"/>
                        </a:rPr>
                        <a:t>notes</a:t>
                      </a:r>
                      <a:endParaRPr kumimoji="1" lang="ja-JP" altLang="en-US" sz="1600" b="1" dirty="0">
                        <a:latin typeface="ＭＳ ゴシック" pitchFamily="49" charset="-128"/>
                        <a:ea typeface="ＭＳ ゴシック" pitchFamily="49" charset="-128"/>
                      </a:endParaRPr>
                    </a:p>
                  </a:txBody>
                  <a:tcPr marL="91439" marR="91439" marT="45687" marB="45687"/>
                </a:tc>
                <a:tc>
                  <a:txBody>
                    <a:bodyPr/>
                    <a:lstStyle/>
                    <a:p>
                      <a:r>
                        <a:rPr kumimoji="1" lang="ja-JP" altLang="en-US" sz="1600" b="1" dirty="0">
                          <a:latin typeface="ＭＳ ゴシック" pitchFamily="49" charset="-128"/>
                          <a:ea typeface="ＭＳ ゴシック" pitchFamily="49" charset="-128"/>
                        </a:rPr>
                        <a:t>説明</a:t>
                      </a:r>
                    </a:p>
                  </a:txBody>
                  <a:tcPr marL="91439" marR="91439" marT="45687" marB="45687"/>
                </a:tc>
                <a:extLst>
                  <a:ext uri="{0D108BD9-81ED-4DB2-BD59-A6C34878D82A}">
                    <a16:rowId xmlns:a16="http://schemas.microsoft.com/office/drawing/2014/main" val="10005"/>
                  </a:ext>
                </a:extLst>
              </a:tr>
              <a:tr h="335231">
                <a:tc gridSpan="2">
                  <a:txBody>
                    <a:bodyPr/>
                    <a:lstStyle/>
                    <a:p>
                      <a:pPr algn="ctr"/>
                      <a:r>
                        <a:rPr kumimoji="1" lang="ja-JP" altLang="en-US" sz="1600" b="1" dirty="0">
                          <a:latin typeface="ＭＳ ゴシック" pitchFamily="49" charset="-128"/>
                          <a:ea typeface="ＭＳ ゴシック" pitchFamily="49" charset="-128"/>
                        </a:rPr>
                        <a:t>対応なし</a:t>
                      </a:r>
                    </a:p>
                  </a:txBody>
                  <a:tcPr marL="91439" marR="91439" marT="45687" marB="45687" anchor="ctr">
                    <a:lnBlToTr w="12700" cap="flat" cmpd="sng" algn="ctr">
                      <a:noFill/>
                      <a:prstDash val="solid"/>
                      <a:round/>
                      <a:headEnd type="none" w="med" len="med"/>
                      <a:tailEnd type="none" w="med" len="med"/>
                    </a:lnBlToTr>
                  </a:tcPr>
                </a:tc>
                <a:tc hMerge="1">
                  <a:txBody>
                    <a:bodyPr/>
                    <a:lstStyle/>
                    <a:p>
                      <a:endParaRPr kumimoji="1" lang="ja-JP" altLang="en-US" sz="1600" dirty="0"/>
                    </a:p>
                  </a:txBody>
                  <a:tcPr marL="91439" marR="91439" marT="45726" marB="45726">
                    <a:lnBlToTr w="12700" cap="flat" cmpd="sng" algn="ctr">
                      <a:solidFill>
                        <a:schemeClr val="tx1"/>
                      </a:solidFill>
                      <a:prstDash val="solid"/>
                      <a:round/>
                      <a:headEnd type="none" w="med" len="med"/>
                      <a:tailEnd type="none" w="med" len="med"/>
                    </a:lnBlToTr>
                  </a:tcPr>
                </a:tc>
                <a:extLst>
                  <a:ext uri="{0D108BD9-81ED-4DB2-BD59-A6C34878D82A}">
                    <a16:rowId xmlns:a16="http://schemas.microsoft.com/office/drawing/2014/main" val="10006"/>
                  </a:ext>
                </a:extLst>
              </a:tr>
            </a:tbl>
          </a:graphicData>
        </a:graphic>
      </p:graphicFrame>
      <p:sp>
        <p:nvSpPr>
          <p:cNvPr id="15" name="左右矢印 14">
            <a:extLst>
              <a:ext uri="{FF2B5EF4-FFF2-40B4-BE49-F238E27FC236}">
                <a16:creationId xmlns:a16="http://schemas.microsoft.com/office/drawing/2014/main" id="{0D21002B-C246-3D4D-08C8-18334AEE4AC3}"/>
              </a:ext>
            </a:extLst>
          </p:cNvPr>
          <p:cNvSpPr/>
          <p:nvPr/>
        </p:nvSpPr>
        <p:spPr>
          <a:xfrm>
            <a:off x="3008313" y="5035550"/>
            <a:ext cx="649287" cy="338138"/>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solidFill>
                <a:prstClr val="white"/>
              </a:solidFill>
              <a:latin typeface="ＭＳ ゴシック" pitchFamily="49" charset="-128"/>
              <a:ea typeface="ＭＳ ゴシック" pitchFamily="49" charset="-128"/>
            </a:endParaRPr>
          </a:p>
        </p:txBody>
      </p:sp>
      <p:sp>
        <p:nvSpPr>
          <p:cNvPr id="16" name="左右矢印 15">
            <a:extLst>
              <a:ext uri="{FF2B5EF4-FFF2-40B4-BE49-F238E27FC236}">
                <a16:creationId xmlns:a16="http://schemas.microsoft.com/office/drawing/2014/main" id="{1A485EEE-74B3-F6E2-A273-DF3010E3E9B7}"/>
              </a:ext>
            </a:extLst>
          </p:cNvPr>
          <p:cNvSpPr/>
          <p:nvPr/>
        </p:nvSpPr>
        <p:spPr>
          <a:xfrm>
            <a:off x="6392863" y="5076825"/>
            <a:ext cx="647700" cy="338138"/>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solidFill>
                <a:prstClr val="white"/>
              </a:solidFill>
              <a:latin typeface="ＭＳ ゴシック" pitchFamily="49" charset="-128"/>
              <a:ea typeface="ＭＳ ゴシック" pitchFamily="49" charset="-128"/>
            </a:endParaRPr>
          </a:p>
        </p:txBody>
      </p:sp>
      <p:sp>
        <p:nvSpPr>
          <p:cNvPr id="17" name="左右矢印 16">
            <a:extLst>
              <a:ext uri="{FF2B5EF4-FFF2-40B4-BE49-F238E27FC236}">
                <a16:creationId xmlns:a16="http://schemas.microsoft.com/office/drawing/2014/main" id="{5AE1F85C-5CE2-3A7C-396C-DEEF6EDC7836}"/>
              </a:ext>
            </a:extLst>
          </p:cNvPr>
          <p:cNvSpPr/>
          <p:nvPr/>
        </p:nvSpPr>
        <p:spPr>
          <a:xfrm>
            <a:off x="6359525" y="2754313"/>
            <a:ext cx="647700" cy="36036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solidFill>
                <a:prstClr val="white"/>
              </a:solidFill>
              <a:latin typeface="ＭＳ ゴシック" pitchFamily="49" charset="-128"/>
              <a:ea typeface="ＭＳ ゴシック" pitchFamily="49" charset="-128"/>
            </a:endParaRPr>
          </a:p>
        </p:txBody>
      </p:sp>
      <p:sp>
        <p:nvSpPr>
          <p:cNvPr id="18" name="左右矢印 17">
            <a:extLst>
              <a:ext uri="{FF2B5EF4-FFF2-40B4-BE49-F238E27FC236}">
                <a16:creationId xmlns:a16="http://schemas.microsoft.com/office/drawing/2014/main" id="{729CED0A-6E60-EEC1-014B-6DBA4075F2FA}"/>
              </a:ext>
            </a:extLst>
          </p:cNvPr>
          <p:cNvSpPr/>
          <p:nvPr/>
        </p:nvSpPr>
        <p:spPr>
          <a:xfrm>
            <a:off x="2903538" y="2725738"/>
            <a:ext cx="647700" cy="360362"/>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solidFill>
                <a:prstClr val="white"/>
              </a:solidFill>
              <a:latin typeface="ＭＳ ゴシック" pitchFamily="49" charset="-128"/>
              <a:ea typeface="ＭＳ ゴシック" pitchFamily="49" charset="-128"/>
            </a:endParaRPr>
          </a:p>
        </p:txBody>
      </p:sp>
      <p:sp>
        <p:nvSpPr>
          <p:cNvPr id="19" name="角丸四角形 18">
            <a:extLst>
              <a:ext uri="{FF2B5EF4-FFF2-40B4-BE49-F238E27FC236}">
                <a16:creationId xmlns:a16="http://schemas.microsoft.com/office/drawing/2014/main" id="{308C6295-8793-3518-7C50-F4969B53C050}"/>
              </a:ext>
            </a:extLst>
          </p:cNvPr>
          <p:cNvSpPr/>
          <p:nvPr/>
        </p:nvSpPr>
        <p:spPr>
          <a:xfrm>
            <a:off x="166688" y="2263775"/>
            <a:ext cx="2663825" cy="1231900"/>
          </a:xfrm>
          <a:prstGeom prst="round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solidFill>
                <a:prstClr val="white"/>
              </a:solidFill>
              <a:latin typeface="ＭＳ ゴシック" pitchFamily="49" charset="-128"/>
              <a:ea typeface="ＭＳ ゴシック" pitchFamily="49" charset="-128"/>
            </a:endParaRPr>
          </a:p>
        </p:txBody>
      </p:sp>
      <p:sp>
        <p:nvSpPr>
          <p:cNvPr id="29779" name="テキスト ボックス 1">
            <a:extLst>
              <a:ext uri="{FF2B5EF4-FFF2-40B4-BE49-F238E27FC236}">
                <a16:creationId xmlns:a16="http://schemas.microsoft.com/office/drawing/2014/main" id="{7213F954-FDD6-4817-A742-11AAA2FA9815}"/>
              </a:ext>
            </a:extLst>
          </p:cNvPr>
          <p:cNvSpPr txBox="1">
            <a:spLocks noChangeArrowheads="1"/>
          </p:cNvSpPr>
          <p:nvPr/>
        </p:nvSpPr>
        <p:spPr bwMode="auto">
          <a:xfrm>
            <a:off x="311150" y="2085975"/>
            <a:ext cx="2411413" cy="523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400">
                <a:solidFill>
                  <a:srgbClr val="000066"/>
                </a:solidFill>
                <a:latin typeface="ＭＳ ゴシック" panose="020B0609070205080204" pitchFamily="49" charset="-128"/>
                <a:ea typeface="ＭＳ ゴシック" panose="020B0609070205080204" pitchFamily="49" charset="-128"/>
              </a:rPr>
              <a:t>国際的なメタデータ体系・語彙体系</a:t>
            </a:r>
          </a:p>
        </p:txBody>
      </p:sp>
      <p:sp>
        <p:nvSpPr>
          <p:cNvPr id="21" name="角丸四角形 20">
            <a:extLst>
              <a:ext uri="{FF2B5EF4-FFF2-40B4-BE49-F238E27FC236}">
                <a16:creationId xmlns:a16="http://schemas.microsoft.com/office/drawing/2014/main" id="{58482D0D-BF4C-2D7F-B7D8-DE82CDA59123}"/>
              </a:ext>
            </a:extLst>
          </p:cNvPr>
          <p:cNvSpPr/>
          <p:nvPr/>
        </p:nvSpPr>
        <p:spPr>
          <a:xfrm>
            <a:off x="3660775" y="2305050"/>
            <a:ext cx="2663825" cy="1192213"/>
          </a:xfrm>
          <a:prstGeom prst="roundRect">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solidFill>
                <a:prstClr val="white"/>
              </a:solidFill>
              <a:latin typeface="ＭＳ ゴシック" pitchFamily="49" charset="-128"/>
              <a:ea typeface="ＭＳ ゴシック" pitchFamily="49" charset="-128"/>
            </a:endParaRPr>
          </a:p>
        </p:txBody>
      </p:sp>
      <p:sp>
        <p:nvSpPr>
          <p:cNvPr id="29781" name="テキスト ボックス 21">
            <a:extLst>
              <a:ext uri="{FF2B5EF4-FFF2-40B4-BE49-F238E27FC236}">
                <a16:creationId xmlns:a16="http://schemas.microsoft.com/office/drawing/2014/main" id="{A2F66A49-B2EE-9901-6238-0E4B5CB0346C}"/>
              </a:ext>
            </a:extLst>
          </p:cNvPr>
          <p:cNvSpPr txBox="1">
            <a:spLocks noChangeArrowheads="1"/>
          </p:cNvSpPr>
          <p:nvPr/>
        </p:nvSpPr>
        <p:spPr bwMode="auto">
          <a:xfrm>
            <a:off x="3838575" y="2141538"/>
            <a:ext cx="1298575" cy="307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400">
                <a:solidFill>
                  <a:srgbClr val="000066"/>
                </a:solidFill>
                <a:latin typeface="ＭＳ ゴシック" panose="020B0609070205080204" pitchFamily="49" charset="-128"/>
                <a:ea typeface="ＭＳ ゴシック" panose="020B0609070205080204" pitchFamily="49" charset="-128"/>
              </a:rPr>
              <a:t>経済産業省</a:t>
            </a:r>
          </a:p>
        </p:txBody>
      </p:sp>
      <p:sp>
        <p:nvSpPr>
          <p:cNvPr id="23" name="角丸四角形 22">
            <a:extLst>
              <a:ext uri="{FF2B5EF4-FFF2-40B4-BE49-F238E27FC236}">
                <a16:creationId xmlns:a16="http://schemas.microsoft.com/office/drawing/2014/main" id="{9FB99BC3-8813-C5CF-CAF5-BA867D088AC8}"/>
              </a:ext>
            </a:extLst>
          </p:cNvPr>
          <p:cNvSpPr/>
          <p:nvPr/>
        </p:nvSpPr>
        <p:spPr>
          <a:xfrm>
            <a:off x="7078663" y="2295525"/>
            <a:ext cx="2663825" cy="1200150"/>
          </a:xfrm>
          <a:prstGeom prst="roundRect">
            <a:avLst/>
          </a:prstGeom>
          <a:no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solidFill>
                <a:prstClr val="white"/>
              </a:solidFill>
              <a:latin typeface="ＭＳ ゴシック" pitchFamily="49" charset="-128"/>
              <a:ea typeface="ＭＳ ゴシック" pitchFamily="49" charset="-128"/>
            </a:endParaRPr>
          </a:p>
        </p:txBody>
      </p:sp>
      <p:sp>
        <p:nvSpPr>
          <p:cNvPr id="29783" name="テキスト ボックス 22">
            <a:extLst>
              <a:ext uri="{FF2B5EF4-FFF2-40B4-BE49-F238E27FC236}">
                <a16:creationId xmlns:a16="http://schemas.microsoft.com/office/drawing/2014/main" id="{271E2E96-DE95-BFB5-7F0A-4EB7D00918C6}"/>
              </a:ext>
            </a:extLst>
          </p:cNvPr>
          <p:cNvSpPr txBox="1">
            <a:spLocks noChangeArrowheads="1"/>
          </p:cNvSpPr>
          <p:nvPr/>
        </p:nvSpPr>
        <p:spPr bwMode="auto">
          <a:xfrm>
            <a:off x="7366000" y="2136775"/>
            <a:ext cx="649288" cy="307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400">
                <a:solidFill>
                  <a:srgbClr val="000066"/>
                </a:solidFill>
                <a:latin typeface="ＭＳ ゴシック" panose="020B0609070205080204" pitchFamily="49" charset="-128"/>
                <a:ea typeface="ＭＳ ゴシック" panose="020B0609070205080204" pitchFamily="49" charset="-128"/>
              </a:rPr>
              <a:t>政府</a:t>
            </a:r>
          </a:p>
        </p:txBody>
      </p:sp>
      <p:sp>
        <p:nvSpPr>
          <p:cNvPr id="29784" name="テキスト ボックス 3">
            <a:extLst>
              <a:ext uri="{FF2B5EF4-FFF2-40B4-BE49-F238E27FC236}">
                <a16:creationId xmlns:a16="http://schemas.microsoft.com/office/drawing/2014/main" id="{764C3EA2-8096-150C-8402-AE37C1B880F0}"/>
              </a:ext>
            </a:extLst>
          </p:cNvPr>
          <p:cNvSpPr txBox="1">
            <a:spLocks noChangeArrowheads="1"/>
          </p:cNvSpPr>
          <p:nvPr/>
        </p:nvSpPr>
        <p:spPr bwMode="auto">
          <a:xfrm>
            <a:off x="2860675" y="2438400"/>
            <a:ext cx="7905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400">
                <a:solidFill>
                  <a:srgbClr val="000066"/>
                </a:solidFill>
                <a:latin typeface="ＭＳ ゴシック" panose="020B0609070205080204" pitchFamily="49" charset="-128"/>
                <a:ea typeface="ＭＳ ゴシック" panose="020B0609070205080204" pitchFamily="49" charset="-128"/>
              </a:rPr>
              <a:t>互換性</a:t>
            </a:r>
          </a:p>
        </p:txBody>
      </p:sp>
      <p:sp>
        <p:nvSpPr>
          <p:cNvPr id="29785" name="テキスト ボックス 25">
            <a:extLst>
              <a:ext uri="{FF2B5EF4-FFF2-40B4-BE49-F238E27FC236}">
                <a16:creationId xmlns:a16="http://schemas.microsoft.com/office/drawing/2014/main" id="{E8E03015-260C-EA9C-6306-3BA4A3FC7D09}"/>
              </a:ext>
            </a:extLst>
          </p:cNvPr>
          <p:cNvSpPr txBox="1">
            <a:spLocks noChangeArrowheads="1"/>
          </p:cNvSpPr>
          <p:nvPr/>
        </p:nvSpPr>
        <p:spPr bwMode="auto">
          <a:xfrm>
            <a:off x="6286500" y="2444750"/>
            <a:ext cx="79216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400">
                <a:solidFill>
                  <a:srgbClr val="000066"/>
                </a:solidFill>
                <a:latin typeface="ＭＳ ゴシック" panose="020B0609070205080204" pitchFamily="49" charset="-128"/>
                <a:ea typeface="ＭＳ ゴシック" panose="020B0609070205080204" pitchFamily="49" charset="-128"/>
              </a:rPr>
              <a:t>互換性</a:t>
            </a:r>
          </a:p>
        </p:txBody>
      </p:sp>
      <p:sp>
        <p:nvSpPr>
          <p:cNvPr id="27" name="テキスト ボックス 26">
            <a:extLst>
              <a:ext uri="{FF2B5EF4-FFF2-40B4-BE49-F238E27FC236}">
                <a16:creationId xmlns:a16="http://schemas.microsoft.com/office/drawing/2014/main" id="{7264BAF0-DC50-6C30-7B0B-5DAE0D186393}"/>
              </a:ext>
            </a:extLst>
          </p:cNvPr>
          <p:cNvSpPr txBox="1"/>
          <p:nvPr/>
        </p:nvSpPr>
        <p:spPr>
          <a:xfrm>
            <a:off x="3838575" y="3041650"/>
            <a:ext cx="2305050" cy="338138"/>
          </a:xfrm>
          <a:prstGeom prst="rect">
            <a:avLst/>
          </a:prstGeom>
        </p:spPr>
        <p:style>
          <a:lnRef idx="2">
            <a:schemeClr val="dk1"/>
          </a:lnRef>
          <a:fillRef idx="1">
            <a:schemeClr val="lt1"/>
          </a:fillRef>
          <a:effectRef idx="0">
            <a:schemeClr val="dk1"/>
          </a:effectRef>
          <a:fontRef idx="minor">
            <a:schemeClr val="dk1"/>
          </a:fontRef>
        </p:style>
        <p:txBody>
          <a:bodyPr lIns="36000" rIns="36000">
            <a:spAutoFit/>
          </a:bodyPr>
          <a:lstStyle/>
          <a:p>
            <a:pPr algn="ctr">
              <a:defRPr/>
            </a:pPr>
            <a:r>
              <a:rPr lang="ja-JP" altLang="en-US" sz="1600" dirty="0">
                <a:solidFill>
                  <a:prstClr val="black"/>
                </a:solidFill>
                <a:latin typeface="ＭＳ ゴシック" pitchFamily="49" charset="-128"/>
                <a:ea typeface="ＭＳ ゴシック" pitchFamily="49" charset="-128"/>
              </a:rPr>
              <a:t>共通語彙基盤（</a:t>
            </a:r>
            <a:r>
              <a:rPr lang="en-US" altLang="ja-JP" sz="1600" dirty="0">
                <a:solidFill>
                  <a:prstClr val="black"/>
                </a:solidFill>
                <a:latin typeface="ＭＳ ゴシック" pitchFamily="49" charset="-128"/>
                <a:ea typeface="ＭＳ ゴシック" pitchFamily="49" charset="-128"/>
              </a:rPr>
              <a:t>IMI</a:t>
            </a:r>
            <a:r>
              <a:rPr lang="ja-JP" altLang="en-US" sz="1600" dirty="0">
                <a:solidFill>
                  <a:prstClr val="black"/>
                </a:solidFill>
                <a:latin typeface="ＭＳ ゴシック" pitchFamily="49" charset="-128"/>
                <a:ea typeface="ＭＳ ゴシック" pitchFamily="49" charset="-128"/>
              </a:rPr>
              <a:t>）</a:t>
            </a:r>
            <a:endParaRPr lang="en-US" altLang="ja-JP" sz="1600" dirty="0">
              <a:solidFill>
                <a:prstClr val="black"/>
              </a:solidFill>
              <a:latin typeface="ＭＳ ゴシック" pitchFamily="49" charset="-128"/>
              <a:ea typeface="ＭＳ ゴシック" pitchFamily="49" charset="-128"/>
            </a:endParaRPr>
          </a:p>
        </p:txBody>
      </p:sp>
      <p:sp>
        <p:nvSpPr>
          <p:cNvPr id="28" name="テキスト ボックス 27">
            <a:extLst>
              <a:ext uri="{FF2B5EF4-FFF2-40B4-BE49-F238E27FC236}">
                <a16:creationId xmlns:a16="http://schemas.microsoft.com/office/drawing/2014/main" id="{F9EE3F1E-BE24-B229-A884-612EF6D20245}"/>
              </a:ext>
            </a:extLst>
          </p:cNvPr>
          <p:cNvSpPr txBox="1"/>
          <p:nvPr/>
        </p:nvSpPr>
        <p:spPr>
          <a:xfrm>
            <a:off x="8007350" y="3089275"/>
            <a:ext cx="973138" cy="338138"/>
          </a:xfrm>
          <a:prstGeom prst="rect">
            <a:avLst/>
          </a:prstGeom>
        </p:spPr>
        <p:style>
          <a:lnRef idx="2">
            <a:schemeClr val="dk1"/>
          </a:lnRef>
          <a:fillRef idx="1">
            <a:schemeClr val="lt1"/>
          </a:fillRef>
          <a:effectRef idx="0">
            <a:schemeClr val="dk1"/>
          </a:effectRef>
          <a:fontRef idx="minor">
            <a:schemeClr val="dk1"/>
          </a:fontRef>
        </p:style>
        <p:txBody>
          <a:bodyPr>
            <a:spAutoFit/>
          </a:bodyPr>
          <a:lstStyle/>
          <a:p>
            <a:pPr>
              <a:defRPr/>
            </a:pPr>
            <a:r>
              <a:rPr lang="en-US" altLang="ja-JP" sz="1600" dirty="0">
                <a:solidFill>
                  <a:prstClr val="black"/>
                </a:solidFill>
                <a:latin typeface="ＭＳ ゴシック" pitchFamily="49" charset="-128"/>
                <a:ea typeface="ＭＳ ゴシック" pitchFamily="49" charset="-128"/>
              </a:rPr>
              <a:t>DC-NDL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タイトル 1">
            <a:extLst>
              <a:ext uri="{FF2B5EF4-FFF2-40B4-BE49-F238E27FC236}">
                <a16:creationId xmlns:a16="http://schemas.microsoft.com/office/drawing/2014/main" id="{16C58F77-0FEE-2629-D42C-B0F336DCD32C}"/>
              </a:ext>
            </a:extLst>
          </p:cNvPr>
          <p:cNvSpPr>
            <a:spLocks noGrp="1"/>
          </p:cNvSpPr>
          <p:nvPr>
            <p:ph type="title"/>
          </p:nvPr>
        </p:nvSpPr>
        <p:spPr>
          <a:xfrm>
            <a:off x="0" y="115888"/>
            <a:ext cx="8482013" cy="433387"/>
          </a:xfrm>
        </p:spPr>
        <p:txBody>
          <a:bodyPr/>
          <a:lstStyle/>
          <a:p>
            <a:r>
              <a:rPr kumimoji="1" lang="ja-JP" altLang="en-US">
                <a:latin typeface="ＭＳ ゴシック" panose="020B0609070205080204" pitchFamily="49" charset="-128"/>
                <a:ea typeface="ＭＳ ゴシック" panose="020B0609070205080204" pitchFamily="49" charset="-128"/>
              </a:rPr>
              <a:t>共通語彙基盤</a:t>
            </a:r>
            <a:r>
              <a:rPr kumimoji="1" lang="ja-JP" altLang="en-US" sz="1400">
                <a:latin typeface="ＭＳ ゴシック" panose="020B0609070205080204" pitchFamily="49" charset="-128"/>
                <a:ea typeface="ＭＳ ゴシック" panose="020B0609070205080204" pitchFamily="49" charset="-128"/>
              </a:rPr>
              <a:t>（</a:t>
            </a:r>
            <a:r>
              <a:rPr kumimoji="1" lang="en-US" altLang="ja-JP" sz="1400">
                <a:latin typeface="ＭＳ ゴシック" panose="020B0609070205080204" pitchFamily="49" charset="-128"/>
                <a:ea typeface="ＭＳ ゴシック" panose="020B0609070205080204" pitchFamily="49" charset="-128"/>
              </a:rPr>
              <a:t>IMI</a:t>
            </a:r>
            <a:r>
              <a:rPr lang="ja-JP" altLang="en-US" sz="1400">
                <a:latin typeface="ＭＳ ゴシック" panose="020B0609070205080204" pitchFamily="49" charset="-128"/>
                <a:ea typeface="ＭＳ ゴシック" panose="020B0609070205080204" pitchFamily="49" charset="-128"/>
              </a:rPr>
              <a:t>：</a:t>
            </a:r>
            <a:r>
              <a:rPr lang="en-US" altLang="ja-JP" sz="1400">
                <a:latin typeface="ＭＳ ゴシック" panose="020B0609070205080204" pitchFamily="49" charset="-128"/>
                <a:ea typeface="ＭＳ ゴシック" panose="020B0609070205080204" pitchFamily="49" charset="-128"/>
              </a:rPr>
              <a:t>Infrastructure for Multi-layer Interoperability)</a:t>
            </a:r>
            <a:r>
              <a:rPr kumimoji="1" lang="ja-JP" altLang="en-US" sz="1400">
                <a:latin typeface="ＭＳ ゴシック" panose="020B0609070205080204" pitchFamily="49" charset="-128"/>
                <a:ea typeface="ＭＳ ゴシック" panose="020B0609070205080204" pitchFamily="49" charset="-128"/>
              </a:rPr>
              <a:t>）</a:t>
            </a:r>
            <a:r>
              <a:rPr kumimoji="1" lang="ja-JP" altLang="en-US">
                <a:latin typeface="ＭＳ ゴシック" panose="020B0609070205080204" pitchFamily="49" charset="-128"/>
                <a:ea typeface="ＭＳ ゴシック" panose="020B0609070205080204" pitchFamily="49" charset="-128"/>
              </a:rPr>
              <a:t>の概要</a:t>
            </a:r>
          </a:p>
        </p:txBody>
      </p:sp>
      <p:sp>
        <p:nvSpPr>
          <p:cNvPr id="30723" name="コンテンツ プレースホルダ 3">
            <a:extLst>
              <a:ext uri="{FF2B5EF4-FFF2-40B4-BE49-F238E27FC236}">
                <a16:creationId xmlns:a16="http://schemas.microsoft.com/office/drawing/2014/main" id="{F5527FEB-2A1F-2C2E-FC4A-E9BF3E1C2B7B}"/>
              </a:ext>
            </a:extLst>
          </p:cNvPr>
          <p:cNvSpPr>
            <a:spLocks noGrp="1"/>
          </p:cNvSpPr>
          <p:nvPr>
            <p:ph idx="1"/>
          </p:nvPr>
        </p:nvSpPr>
        <p:spPr>
          <a:xfrm>
            <a:off x="200025" y="638175"/>
            <a:ext cx="9505950" cy="1782763"/>
          </a:xfrm>
        </p:spPr>
        <p:txBody>
          <a:bodyPr/>
          <a:lstStyle/>
          <a:p>
            <a:r>
              <a:rPr lang="ja-JP" altLang="en-US">
                <a:latin typeface="ＭＳ ゴシック" panose="020B0609070205080204" pitchFamily="49" charset="-128"/>
                <a:ea typeface="ＭＳ ゴシック" panose="020B0609070205080204" pitchFamily="49" charset="-128"/>
              </a:rPr>
              <a:t>共通語彙基盤とは、用語の参照辞書を整備することで、各種データの同一性の確認を容易にし、その結果として、システム間の連携やオープンデータの活用を容易にできるようにする仕組み。</a:t>
            </a:r>
            <a:endParaRPr lang="en-US" altLang="ja-JP">
              <a:latin typeface="ＭＳ ゴシック" panose="020B0609070205080204" pitchFamily="49" charset="-128"/>
              <a:ea typeface="ＭＳ ゴシック" panose="020B0609070205080204" pitchFamily="49" charset="-128"/>
            </a:endParaRPr>
          </a:p>
          <a:p>
            <a:r>
              <a:rPr lang="ja-JP" altLang="en-US" u="sng">
                <a:solidFill>
                  <a:srgbClr val="FF0000"/>
                </a:solidFill>
                <a:latin typeface="ＭＳ ゴシック" panose="020B0609070205080204" pitchFamily="49" charset="-128"/>
                <a:ea typeface="ＭＳ ゴシック" panose="020B0609070205080204" pitchFamily="49" charset="-128"/>
              </a:rPr>
              <a:t>複数組織間</a:t>
            </a:r>
            <a:r>
              <a:rPr lang="ja-JP" altLang="en-US">
                <a:latin typeface="ＭＳ ゴシック" panose="020B0609070205080204" pitchFamily="49" charset="-128"/>
                <a:ea typeface="ＭＳ ゴシック" panose="020B0609070205080204" pitchFamily="49" charset="-128"/>
              </a:rPr>
              <a:t>でデータを再利用するためには、このような仕組みが必須。</a:t>
            </a:r>
            <a:endParaRPr lang="en-US" altLang="ja-JP">
              <a:latin typeface="ＭＳ ゴシック" panose="020B0609070205080204" pitchFamily="49" charset="-128"/>
              <a:ea typeface="ＭＳ ゴシック" panose="020B0609070205080204" pitchFamily="49" charset="-128"/>
            </a:endParaRPr>
          </a:p>
          <a:p>
            <a:r>
              <a:rPr lang="ja-JP" altLang="en-US" u="sng">
                <a:solidFill>
                  <a:srgbClr val="FF0000"/>
                </a:solidFill>
                <a:latin typeface="ＭＳ ゴシック" panose="020B0609070205080204" pitchFamily="49" charset="-128"/>
                <a:ea typeface="ＭＳ ゴシック" panose="020B0609070205080204" pitchFamily="49" charset="-128"/>
              </a:rPr>
              <a:t>世界最先端</a:t>
            </a:r>
            <a:r>
              <a:rPr lang="en-US" altLang="ja-JP" u="sng">
                <a:solidFill>
                  <a:srgbClr val="FF0000"/>
                </a:solidFill>
                <a:latin typeface="ＭＳ ゴシック" panose="020B0609070205080204" pitchFamily="49" charset="-128"/>
                <a:ea typeface="ＭＳ ゴシック" panose="020B0609070205080204" pitchFamily="49" charset="-128"/>
              </a:rPr>
              <a:t>IT</a:t>
            </a:r>
            <a:r>
              <a:rPr lang="ja-JP" altLang="en-US" u="sng">
                <a:solidFill>
                  <a:srgbClr val="FF0000"/>
                </a:solidFill>
                <a:latin typeface="ＭＳ ゴシック" panose="020B0609070205080204" pitchFamily="49" charset="-128"/>
                <a:ea typeface="ＭＳ ゴシック" panose="020B0609070205080204" pitchFamily="49" charset="-128"/>
              </a:rPr>
              <a:t>国家創造宣言</a:t>
            </a:r>
            <a:r>
              <a:rPr lang="ja-JP" altLang="en-US">
                <a:latin typeface="ＭＳ ゴシック" panose="020B0609070205080204" pitchFamily="49" charset="-128"/>
                <a:ea typeface="ＭＳ ゴシック" panose="020B0609070205080204" pitchFamily="49" charset="-128"/>
              </a:rPr>
              <a:t>で、整備の重要性を明記。</a:t>
            </a:r>
          </a:p>
        </p:txBody>
      </p:sp>
      <p:sp>
        <p:nvSpPr>
          <p:cNvPr id="5" name="円/楕円 4">
            <a:extLst>
              <a:ext uri="{FF2B5EF4-FFF2-40B4-BE49-F238E27FC236}">
                <a16:creationId xmlns:a16="http://schemas.microsoft.com/office/drawing/2014/main" id="{5990D127-9776-BE5D-2195-3E7F5974BED7}"/>
              </a:ext>
            </a:extLst>
          </p:cNvPr>
          <p:cNvSpPr/>
          <p:nvPr/>
        </p:nvSpPr>
        <p:spPr bwMode="auto">
          <a:xfrm>
            <a:off x="3080792" y="2785852"/>
            <a:ext cx="3672409" cy="3622104"/>
          </a:xfrm>
          <a:prstGeom prst="ellipse">
            <a:avLst/>
          </a:prstGeom>
          <a:ln/>
        </p:spPr>
        <p:style>
          <a:lnRef idx="0">
            <a:schemeClr val="accent5"/>
          </a:lnRef>
          <a:fillRef idx="3">
            <a:schemeClr val="accent5"/>
          </a:fillRef>
          <a:effectRef idx="3">
            <a:schemeClr val="accent5"/>
          </a:effectRef>
          <a:fontRef idx="minor">
            <a:schemeClr val="lt1"/>
          </a:fontRef>
        </p:style>
        <p:txBody>
          <a:bodyPr anchor="b"/>
          <a:lstStyle/>
          <a:p>
            <a:pPr algn="ctr">
              <a:defRPr/>
            </a:pPr>
            <a:endParaRPr lang="en-US" altLang="ja-JP" dirty="0">
              <a:solidFill>
                <a:schemeClr val="tx1"/>
              </a:solidFill>
              <a:latin typeface="ＭＳ ゴシック" pitchFamily="49" charset="-128"/>
              <a:ea typeface="ＭＳ ゴシック" pitchFamily="49" charset="-128"/>
            </a:endParaRPr>
          </a:p>
        </p:txBody>
      </p:sp>
      <p:graphicFrame>
        <p:nvGraphicFramePr>
          <p:cNvPr id="6" name="グラフ 5">
            <a:extLst>
              <a:ext uri="{FF2B5EF4-FFF2-40B4-BE49-F238E27FC236}">
                <a16:creationId xmlns:a16="http://schemas.microsoft.com/office/drawing/2014/main" id="{41985389-51B3-AB06-C295-791704AEEDAB}"/>
              </a:ext>
            </a:extLst>
          </p:cNvPr>
          <p:cNvGraphicFramePr/>
          <p:nvPr/>
        </p:nvGraphicFramePr>
        <p:xfrm>
          <a:off x="1364601" y="2564904"/>
          <a:ext cx="7154333" cy="4064000"/>
        </p:xfrm>
        <a:graphic>
          <a:graphicData uri="http://schemas.openxmlformats.org/drawingml/2006/chart">
            <c:chart xmlns:c="http://schemas.openxmlformats.org/drawingml/2006/chart" xmlns:r="http://schemas.openxmlformats.org/officeDocument/2006/relationships" r:id="rId2"/>
          </a:graphicData>
        </a:graphic>
      </p:graphicFrame>
      <p:sp>
        <p:nvSpPr>
          <p:cNvPr id="7" name="円/楕円 6">
            <a:extLst>
              <a:ext uri="{FF2B5EF4-FFF2-40B4-BE49-F238E27FC236}">
                <a16:creationId xmlns:a16="http://schemas.microsoft.com/office/drawing/2014/main" id="{333F4755-2A20-0E94-A02F-344D0B83036B}"/>
              </a:ext>
            </a:extLst>
          </p:cNvPr>
          <p:cNvSpPr/>
          <p:nvPr/>
        </p:nvSpPr>
        <p:spPr bwMode="auto">
          <a:xfrm>
            <a:off x="4232924" y="3887676"/>
            <a:ext cx="1440161" cy="1418456"/>
          </a:xfrm>
          <a:prstGeom prst="ellipse">
            <a:avLst/>
          </a:prstGeom>
          <a:ln/>
        </p:spPr>
        <p:style>
          <a:lnRef idx="0">
            <a:schemeClr val="accent5"/>
          </a:lnRef>
          <a:fillRef idx="3">
            <a:schemeClr val="accent5"/>
          </a:fillRef>
          <a:effectRef idx="3">
            <a:schemeClr val="accent5"/>
          </a:effectRef>
          <a:fontRef idx="minor">
            <a:schemeClr val="lt1"/>
          </a:fontRef>
        </p:style>
        <p:txBody>
          <a:bodyPr wrap="none" lIns="72000" rIns="72000" anchor="ctr"/>
          <a:lstStyle/>
          <a:p>
            <a:pPr algn="ctr">
              <a:defRPr/>
            </a:pPr>
            <a:r>
              <a:rPr lang="ja-JP" altLang="en-US" dirty="0">
                <a:solidFill>
                  <a:schemeClr val="tx1"/>
                </a:solidFill>
                <a:latin typeface="ＭＳ ゴシック" pitchFamily="49" charset="-128"/>
                <a:ea typeface="ＭＳ ゴシック" pitchFamily="49" charset="-128"/>
              </a:rPr>
              <a:t>コア</a:t>
            </a:r>
            <a:endParaRPr lang="en-US" altLang="ja-JP" dirty="0">
              <a:solidFill>
                <a:schemeClr val="tx1"/>
              </a:solidFill>
              <a:latin typeface="ＭＳ ゴシック" pitchFamily="49" charset="-128"/>
              <a:ea typeface="ＭＳ ゴシック" pitchFamily="49" charset="-128"/>
            </a:endParaRPr>
          </a:p>
          <a:p>
            <a:pPr algn="ctr">
              <a:defRPr/>
            </a:pPr>
            <a:r>
              <a:rPr lang="ja-JP" altLang="en-US" dirty="0">
                <a:solidFill>
                  <a:schemeClr val="tx1"/>
                </a:solidFill>
                <a:latin typeface="ＭＳ ゴシック" pitchFamily="49" charset="-128"/>
                <a:ea typeface="ＭＳ ゴシック" pitchFamily="49" charset="-128"/>
              </a:rPr>
              <a:t>ボキャブラリ</a:t>
            </a:r>
            <a:endParaRPr lang="en-US" altLang="ja-JP" dirty="0">
              <a:solidFill>
                <a:schemeClr val="tx1"/>
              </a:solidFill>
              <a:latin typeface="ＭＳ ゴシック" pitchFamily="49" charset="-128"/>
              <a:ea typeface="ＭＳ ゴシック" pitchFamily="49" charset="-128"/>
            </a:endParaRPr>
          </a:p>
          <a:p>
            <a:pPr algn="ctr">
              <a:defRPr/>
            </a:pPr>
            <a:endParaRPr lang="en-US" altLang="ja-JP" dirty="0">
              <a:solidFill>
                <a:schemeClr val="tx1"/>
              </a:solidFill>
              <a:latin typeface="ＭＳ ゴシック" pitchFamily="49" charset="-128"/>
              <a:ea typeface="ＭＳ ゴシック" pitchFamily="49" charset="-128"/>
            </a:endParaRPr>
          </a:p>
          <a:p>
            <a:pPr algn="ctr">
              <a:defRPr/>
            </a:pPr>
            <a:endParaRPr lang="ja-JP" altLang="en-US" dirty="0">
              <a:solidFill>
                <a:schemeClr val="tx1"/>
              </a:solidFill>
              <a:latin typeface="ＭＳ ゴシック" pitchFamily="49" charset="-128"/>
              <a:ea typeface="ＭＳ ゴシック" pitchFamily="49" charset="-128"/>
            </a:endParaRPr>
          </a:p>
        </p:txBody>
      </p:sp>
      <p:sp>
        <p:nvSpPr>
          <p:cNvPr id="30731" name="テキスト ボックス 10">
            <a:extLst>
              <a:ext uri="{FF2B5EF4-FFF2-40B4-BE49-F238E27FC236}">
                <a16:creationId xmlns:a16="http://schemas.microsoft.com/office/drawing/2014/main" id="{440089FF-077B-D87F-3AB3-F5CAFC12E232}"/>
              </a:ext>
            </a:extLst>
          </p:cNvPr>
          <p:cNvSpPr txBox="1">
            <a:spLocks noChangeArrowheads="1"/>
          </p:cNvSpPr>
          <p:nvPr/>
        </p:nvSpPr>
        <p:spPr bwMode="auto">
          <a:xfrm>
            <a:off x="4714875" y="6159500"/>
            <a:ext cx="4540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en-US" altLang="ja-JP" sz="1400">
                <a:solidFill>
                  <a:srgbClr val="000066"/>
                </a:solidFill>
                <a:latin typeface="ＭＳ ゴシック" panose="020B0609070205080204" pitchFamily="49" charset="-128"/>
                <a:ea typeface="ＭＳ ゴシック" panose="020B0609070205080204" pitchFamily="49" charset="-128"/>
              </a:rPr>
              <a:t>API</a:t>
            </a:r>
            <a:endParaRPr lang="ja-JP" altLang="en-US" sz="1400">
              <a:solidFill>
                <a:srgbClr val="000066"/>
              </a:solidFill>
              <a:latin typeface="ＭＳ ゴシック" panose="020B0609070205080204" pitchFamily="49" charset="-128"/>
              <a:ea typeface="ＭＳ ゴシック" panose="020B0609070205080204" pitchFamily="49" charset="-128"/>
            </a:endParaRPr>
          </a:p>
        </p:txBody>
      </p:sp>
      <p:sp>
        <p:nvSpPr>
          <p:cNvPr id="30732" name="テキスト ボックス 21">
            <a:extLst>
              <a:ext uri="{FF2B5EF4-FFF2-40B4-BE49-F238E27FC236}">
                <a16:creationId xmlns:a16="http://schemas.microsoft.com/office/drawing/2014/main" id="{31A21369-A76D-5185-6F4C-DCB6B3CB828A}"/>
              </a:ext>
            </a:extLst>
          </p:cNvPr>
          <p:cNvSpPr txBox="1">
            <a:spLocks noChangeArrowheads="1"/>
          </p:cNvSpPr>
          <p:nvPr/>
        </p:nvSpPr>
        <p:spPr bwMode="auto">
          <a:xfrm>
            <a:off x="4710113" y="2693988"/>
            <a:ext cx="4540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en-US" altLang="ja-JP" sz="1400">
                <a:solidFill>
                  <a:srgbClr val="000066"/>
                </a:solidFill>
                <a:latin typeface="ＭＳ ゴシック" panose="020B0609070205080204" pitchFamily="49" charset="-128"/>
                <a:ea typeface="ＭＳ ゴシック" panose="020B0609070205080204" pitchFamily="49" charset="-128"/>
              </a:rPr>
              <a:t>API</a:t>
            </a:r>
            <a:endParaRPr lang="ja-JP" altLang="en-US" sz="1400">
              <a:solidFill>
                <a:srgbClr val="000066"/>
              </a:solidFill>
              <a:latin typeface="ＭＳ ゴシック" panose="020B0609070205080204" pitchFamily="49" charset="-128"/>
              <a:ea typeface="ＭＳ ゴシック" panose="020B0609070205080204" pitchFamily="49" charset="-128"/>
            </a:endParaRPr>
          </a:p>
        </p:txBody>
      </p:sp>
      <p:sp>
        <p:nvSpPr>
          <p:cNvPr id="10" name="円弧 9">
            <a:extLst>
              <a:ext uri="{FF2B5EF4-FFF2-40B4-BE49-F238E27FC236}">
                <a16:creationId xmlns:a16="http://schemas.microsoft.com/office/drawing/2014/main" id="{260ABD27-8F0B-70DC-BB69-F1FE0E37CACA}"/>
              </a:ext>
            </a:extLst>
          </p:cNvPr>
          <p:cNvSpPr/>
          <p:nvPr/>
        </p:nvSpPr>
        <p:spPr>
          <a:xfrm>
            <a:off x="2846388" y="2609850"/>
            <a:ext cx="4122737" cy="3960813"/>
          </a:xfrm>
          <a:prstGeom prst="arc">
            <a:avLst>
              <a:gd name="adj1" fmla="val 16200000"/>
              <a:gd name="adj2" fmla="val 3468559"/>
            </a:avLst>
          </a:prstGeom>
          <a:ln>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ja-JP" altLang="en-US">
              <a:latin typeface="ＭＳ ゴシック" pitchFamily="49" charset="-128"/>
              <a:ea typeface="ＭＳ ゴシック" pitchFamily="49" charset="-128"/>
            </a:endParaRPr>
          </a:p>
        </p:txBody>
      </p:sp>
      <p:sp>
        <p:nvSpPr>
          <p:cNvPr id="11" name="テキスト ボックス 10">
            <a:extLst>
              <a:ext uri="{FF2B5EF4-FFF2-40B4-BE49-F238E27FC236}">
                <a16:creationId xmlns:a16="http://schemas.microsoft.com/office/drawing/2014/main" id="{E585C818-755E-EEF6-1A70-98E53BBE1DC7}"/>
              </a:ext>
            </a:extLst>
          </p:cNvPr>
          <p:cNvSpPr txBox="1"/>
          <p:nvPr/>
        </p:nvSpPr>
        <p:spPr bwMode="auto">
          <a:xfrm>
            <a:off x="6969125" y="3629025"/>
            <a:ext cx="2936875" cy="1816100"/>
          </a:xfrm>
          <a:prstGeom prst="rect">
            <a:avLst/>
          </a:prstGeom>
          <a:noFill/>
          <a:ln w="9525" algn="ctr">
            <a:noFill/>
            <a:miter lim="800000"/>
            <a:headEnd/>
            <a:tailEnd/>
          </a:ln>
          <a:effectLst/>
        </p:spPr>
        <p:txBody>
          <a:bodyPr lIns="91406" tIns="45704" rIns="91406" bIns="45704">
            <a:spAutoFit/>
          </a:bodyPr>
          <a:lstStyle/>
          <a:p>
            <a:pPr>
              <a:defRPr/>
            </a:pPr>
            <a:r>
              <a:rPr lang="ja-JP" altLang="en-US" b="0" dirty="0">
                <a:latin typeface="ＭＳ ゴシック" pitchFamily="49" charset="-128"/>
                <a:ea typeface="ＭＳ ゴシック" pitchFamily="49" charset="-128"/>
              </a:rPr>
              <a:t>分野横断で情報交換するには、</a:t>
            </a:r>
            <a:endParaRPr lang="en-US" altLang="ja-JP" b="0" dirty="0">
              <a:latin typeface="ＭＳ ゴシック" pitchFamily="49" charset="-128"/>
              <a:ea typeface="ＭＳ ゴシック" pitchFamily="49" charset="-128"/>
            </a:endParaRPr>
          </a:p>
          <a:p>
            <a:pPr marL="261938" indent="-87313">
              <a:defRPr/>
            </a:pPr>
            <a:r>
              <a:rPr lang="ja-JP" altLang="en-US" b="0" i="1" dirty="0">
                <a:latin typeface="ＭＳ ゴシック" pitchFamily="49" charset="-128"/>
                <a:ea typeface="ＭＳ ゴシック" pitchFamily="49" charset="-128"/>
              </a:rPr>
              <a:t>・基本的なフォーマットの統一</a:t>
            </a:r>
            <a:endParaRPr lang="en-US" altLang="ja-JP" b="0" i="1" dirty="0">
              <a:latin typeface="ＭＳ ゴシック" pitchFamily="49" charset="-128"/>
              <a:ea typeface="ＭＳ ゴシック" pitchFamily="49" charset="-128"/>
            </a:endParaRPr>
          </a:p>
          <a:p>
            <a:pPr marL="261938" indent="-87313">
              <a:defRPr/>
            </a:pPr>
            <a:r>
              <a:rPr lang="ja-JP" altLang="en-US" b="0" i="1" dirty="0">
                <a:latin typeface="ＭＳ ゴシック" pitchFamily="49" charset="-128"/>
                <a:ea typeface="ＭＳ ゴシック" pitchFamily="49" charset="-128"/>
              </a:rPr>
              <a:t>・異なる言葉で表現していても、同じことであれば同じ意味としてとらえること</a:t>
            </a:r>
            <a:endParaRPr lang="en-US" altLang="ja-JP" b="0" i="1" dirty="0">
              <a:latin typeface="ＭＳ ゴシック" pitchFamily="49" charset="-128"/>
              <a:ea typeface="ＭＳ ゴシック" pitchFamily="49" charset="-128"/>
            </a:endParaRPr>
          </a:p>
          <a:p>
            <a:pPr marL="261938" indent="-87313">
              <a:defRPr/>
            </a:pPr>
            <a:r>
              <a:rPr lang="ja-JP" altLang="en-US" b="0" i="1" dirty="0">
                <a:latin typeface="ＭＳ ゴシック" pitchFamily="49" charset="-128"/>
                <a:ea typeface="ＭＳ ゴシック" pitchFamily="49" charset="-128"/>
              </a:rPr>
              <a:t>・同じ言葉でも違う意味の言葉の明確化</a:t>
            </a:r>
            <a:endParaRPr lang="en-US" altLang="ja-JP" b="0" i="1" dirty="0">
              <a:latin typeface="ＭＳ ゴシック" pitchFamily="49" charset="-128"/>
              <a:ea typeface="ＭＳ ゴシック" pitchFamily="49" charset="-128"/>
            </a:endParaRPr>
          </a:p>
          <a:p>
            <a:pPr marL="95250" indent="-95250">
              <a:defRPr/>
            </a:pPr>
            <a:r>
              <a:rPr lang="ja-JP" altLang="en-US" b="0" dirty="0">
                <a:latin typeface="ＭＳ ゴシック" pitchFamily="49" charset="-128"/>
                <a:ea typeface="ＭＳ ゴシック" pitchFamily="49" charset="-128"/>
              </a:rPr>
              <a:t>が必要。</a:t>
            </a:r>
            <a:endParaRPr lang="en-US" altLang="ja-JP" b="0" dirty="0">
              <a:latin typeface="ＭＳ ゴシック" pitchFamily="49" charset="-128"/>
              <a:ea typeface="ＭＳ ゴシック" pitchFamily="49" charset="-128"/>
            </a:endParaRPr>
          </a:p>
        </p:txBody>
      </p:sp>
      <p:pic>
        <p:nvPicPr>
          <p:cNvPr id="30735" name="Picture 15">
            <a:extLst>
              <a:ext uri="{FF2B5EF4-FFF2-40B4-BE49-F238E27FC236}">
                <a16:creationId xmlns:a16="http://schemas.microsoft.com/office/drawing/2014/main" id="{332EE356-E209-8CB8-3807-E76478D350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0025" y="2925763"/>
            <a:ext cx="2900363"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36" name="Picture 16">
            <a:extLst>
              <a:ext uri="{FF2B5EF4-FFF2-40B4-BE49-F238E27FC236}">
                <a16:creationId xmlns:a16="http://schemas.microsoft.com/office/drawing/2014/main" id="{4EAC2EBA-40FB-7693-AEBA-FFED355E7B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4850" y="4581525"/>
            <a:ext cx="1655763" cy="179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37" name="テキスト ボックス 14">
            <a:extLst>
              <a:ext uri="{FF2B5EF4-FFF2-40B4-BE49-F238E27FC236}">
                <a16:creationId xmlns:a16="http://schemas.microsoft.com/office/drawing/2014/main" id="{DE97C2B2-77AC-3C97-9308-26C3176C279F}"/>
              </a:ext>
            </a:extLst>
          </p:cNvPr>
          <p:cNvSpPr txBox="1">
            <a:spLocks noChangeArrowheads="1"/>
          </p:cNvSpPr>
          <p:nvPr/>
        </p:nvSpPr>
        <p:spPr bwMode="auto">
          <a:xfrm>
            <a:off x="849313" y="2636838"/>
            <a:ext cx="197961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400">
                <a:solidFill>
                  <a:srgbClr val="000066"/>
                </a:solidFill>
                <a:latin typeface="ＭＳ ゴシック" panose="020B0609070205080204" pitchFamily="49" charset="-128"/>
                <a:ea typeface="ＭＳ ゴシック" panose="020B0609070205080204" pitchFamily="49" charset="-128"/>
              </a:rPr>
              <a:t>語彙（ボキャブラリ）</a:t>
            </a:r>
          </a:p>
        </p:txBody>
      </p:sp>
      <p:sp>
        <p:nvSpPr>
          <p:cNvPr id="16" name="右矢印 15">
            <a:extLst>
              <a:ext uri="{FF2B5EF4-FFF2-40B4-BE49-F238E27FC236}">
                <a16:creationId xmlns:a16="http://schemas.microsoft.com/office/drawing/2014/main" id="{25C8AF65-50C3-A7DC-C7AF-03836F93E701}"/>
              </a:ext>
            </a:extLst>
          </p:cNvPr>
          <p:cNvSpPr/>
          <p:nvPr/>
        </p:nvSpPr>
        <p:spPr>
          <a:xfrm rot="12587630">
            <a:off x="3097213" y="3471863"/>
            <a:ext cx="287337" cy="433387"/>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latin typeface="ＭＳ ゴシック" pitchFamily="49" charset="-128"/>
              <a:ea typeface="ＭＳ ゴシック" pitchFamily="49" charset="-128"/>
            </a:endParaRPr>
          </a:p>
        </p:txBody>
      </p:sp>
      <p:sp>
        <p:nvSpPr>
          <p:cNvPr id="17" name="右矢印 16">
            <a:extLst>
              <a:ext uri="{FF2B5EF4-FFF2-40B4-BE49-F238E27FC236}">
                <a16:creationId xmlns:a16="http://schemas.microsoft.com/office/drawing/2014/main" id="{8F6F4193-EF88-555E-8BDC-38BE3FC1C495}"/>
              </a:ext>
            </a:extLst>
          </p:cNvPr>
          <p:cNvSpPr/>
          <p:nvPr/>
        </p:nvSpPr>
        <p:spPr>
          <a:xfrm rot="5400000">
            <a:off x="1297781" y="3904457"/>
            <a:ext cx="287337" cy="4318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ja-JP" altLang="en-US">
              <a:latin typeface="ＭＳ ゴシック" pitchFamily="49" charset="-128"/>
              <a:ea typeface="ＭＳ ゴシック" pitchFamily="49" charset="-128"/>
            </a:endParaRPr>
          </a:p>
        </p:txBody>
      </p:sp>
      <p:sp>
        <p:nvSpPr>
          <p:cNvPr id="30740" name="テキスト ボックス 17">
            <a:extLst>
              <a:ext uri="{FF2B5EF4-FFF2-40B4-BE49-F238E27FC236}">
                <a16:creationId xmlns:a16="http://schemas.microsoft.com/office/drawing/2014/main" id="{6FD592F8-34B1-0B24-EC97-F3434BFFFE3F}"/>
              </a:ext>
            </a:extLst>
          </p:cNvPr>
          <p:cNvSpPr txBox="1">
            <a:spLocks noChangeArrowheads="1"/>
          </p:cNvSpPr>
          <p:nvPr/>
        </p:nvSpPr>
        <p:spPr bwMode="auto">
          <a:xfrm>
            <a:off x="419100" y="4294188"/>
            <a:ext cx="23383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400">
                <a:solidFill>
                  <a:srgbClr val="000066"/>
                </a:solidFill>
                <a:latin typeface="ＭＳ ゴシック" panose="020B0609070205080204" pitchFamily="49" charset="-128"/>
                <a:ea typeface="ＭＳ ゴシック" panose="020B0609070205080204" pitchFamily="49" charset="-128"/>
              </a:rPr>
              <a:t>情報交換パッケージ（</a:t>
            </a:r>
            <a:r>
              <a:rPr lang="en-US" altLang="ja-JP" sz="1400">
                <a:solidFill>
                  <a:srgbClr val="000066"/>
                </a:solidFill>
                <a:latin typeface="ＭＳ ゴシック" panose="020B0609070205080204" pitchFamily="49" charset="-128"/>
                <a:ea typeface="ＭＳ ゴシック" panose="020B0609070205080204" pitchFamily="49" charset="-128"/>
              </a:rPr>
              <a:t>IEP)</a:t>
            </a:r>
            <a:endParaRPr lang="ja-JP" altLang="en-US" sz="1400">
              <a:solidFill>
                <a:srgbClr val="000066"/>
              </a:solidFill>
              <a:latin typeface="ＭＳ ゴシック" panose="020B0609070205080204" pitchFamily="49" charset="-128"/>
              <a:ea typeface="ＭＳ ゴシック" panose="020B0609070205080204" pitchFamily="49" charset="-128"/>
            </a:endParaRPr>
          </a:p>
        </p:txBody>
      </p:sp>
      <p:sp>
        <p:nvSpPr>
          <p:cNvPr id="30741" name="スライド番号プレースホルダー 3">
            <a:extLst>
              <a:ext uri="{FF2B5EF4-FFF2-40B4-BE49-F238E27FC236}">
                <a16:creationId xmlns:a16="http://schemas.microsoft.com/office/drawing/2014/main" id="{65C0AFF5-F74C-6F52-EBA3-C149D7F3F8E9}"/>
              </a:ext>
            </a:extLst>
          </p:cNvPr>
          <p:cNvSpPr>
            <a:spLocks noGrp="1"/>
          </p:cNvSpPr>
          <p:nvPr>
            <p:ph type="sldNum" sz="quarter" idx="10"/>
          </p:nvPr>
        </p:nvSpPr>
        <p:spPr>
          <a:xfrm>
            <a:off x="8740775" y="6524625"/>
            <a:ext cx="1181100" cy="287338"/>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fld id="{E5AB25CA-CA5E-4C24-BEAE-E761CEE2F0E4}" type="slidenum">
              <a:rPr lang="ja-JP" altLang="en-US" sz="1400" b="1">
                <a:solidFill>
                  <a:srgbClr val="000000"/>
                </a:solidFill>
                <a:latin typeface="ＭＳ ゴシック" panose="020B0609070205080204" pitchFamily="49" charset="-128"/>
                <a:ea typeface="ＭＳ ゴシック" panose="020B0609070205080204" pitchFamily="49" charset="-128"/>
              </a:rPr>
              <a:pPr eaLnBrk="1" hangingPunct="1">
                <a:spcBef>
                  <a:spcPct val="0"/>
                </a:spcBef>
                <a:buFontTx/>
                <a:buNone/>
              </a:pPr>
              <a:t>5</a:t>
            </a:fld>
            <a:endParaRPr lang="ja-JP" altLang="en-US" sz="1400" b="1">
              <a:solidFill>
                <a:srgbClr val="000000"/>
              </a:solidFill>
              <a:latin typeface="ＭＳ ゴシック" panose="020B0609070205080204" pitchFamily="49" charset="-128"/>
              <a:ea typeface="ＭＳ ゴシック" panose="020B0609070205080204" pitchFamily="49" charset="-128"/>
            </a:endParaRPr>
          </a:p>
        </p:txBody>
      </p:sp>
      <p:pic>
        <p:nvPicPr>
          <p:cNvPr id="30742" name="Picture 37" descr="R:\【省内共有】職員共有ファイル限定（担当者・所属を記載のこと）\経済産業省ロゴマーク（安齋＠広報室）\jpgファイル\3欧文oubun_logo_jpg\(1)本省honsyo\oubun_b_logo_color_small.jpg">
            <a:extLst>
              <a:ext uri="{FF2B5EF4-FFF2-40B4-BE49-F238E27FC236}">
                <a16:creationId xmlns:a16="http://schemas.microsoft.com/office/drawing/2014/main" id="{F33B39DB-617D-1FAD-A64A-113950FAF21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08988" y="14288"/>
            <a:ext cx="1439862"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3" name="テキスト ボックス 1">
            <a:extLst>
              <a:ext uri="{FF2B5EF4-FFF2-40B4-BE49-F238E27FC236}">
                <a16:creationId xmlns:a16="http://schemas.microsoft.com/office/drawing/2014/main" id="{7ED190A3-B657-CDF1-22AA-7A862DB83442}"/>
              </a:ext>
            </a:extLst>
          </p:cNvPr>
          <p:cNvSpPr txBox="1">
            <a:spLocks noChangeArrowheads="1"/>
          </p:cNvSpPr>
          <p:nvPr/>
        </p:nvSpPr>
        <p:spPr bwMode="auto">
          <a:xfrm rot="812941">
            <a:off x="4416425" y="4652963"/>
            <a:ext cx="466725"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100" b="0">
                <a:solidFill>
                  <a:srgbClr val="000066"/>
                </a:solidFill>
                <a:latin typeface="Arial" panose="020B0604020202020204" pitchFamily="34" charset="0"/>
                <a:ea typeface="ＭＳ Ｐゴシック" panose="020B0600070205080204" pitchFamily="50" charset="-128"/>
              </a:rPr>
              <a:t>氏名</a:t>
            </a:r>
          </a:p>
        </p:txBody>
      </p:sp>
      <p:sp>
        <p:nvSpPr>
          <p:cNvPr id="30744" name="テキスト ボックス 19">
            <a:extLst>
              <a:ext uri="{FF2B5EF4-FFF2-40B4-BE49-F238E27FC236}">
                <a16:creationId xmlns:a16="http://schemas.microsoft.com/office/drawing/2014/main" id="{1638D88C-95FF-1283-BF86-5685A19ABFFB}"/>
              </a:ext>
            </a:extLst>
          </p:cNvPr>
          <p:cNvSpPr txBox="1">
            <a:spLocks noChangeArrowheads="1"/>
          </p:cNvSpPr>
          <p:nvPr/>
        </p:nvSpPr>
        <p:spPr bwMode="auto">
          <a:xfrm rot="-259562">
            <a:off x="4962525" y="4686300"/>
            <a:ext cx="466725"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100" b="0">
                <a:solidFill>
                  <a:srgbClr val="000066"/>
                </a:solidFill>
                <a:latin typeface="Arial" panose="020B0604020202020204" pitchFamily="34" charset="0"/>
                <a:ea typeface="ＭＳ Ｐゴシック" panose="020B0600070205080204" pitchFamily="50" charset="-128"/>
              </a:rPr>
              <a:t>住所</a:t>
            </a:r>
          </a:p>
        </p:txBody>
      </p:sp>
      <p:sp>
        <p:nvSpPr>
          <p:cNvPr id="30745" name="テキスト ボックス 20">
            <a:extLst>
              <a:ext uri="{FF2B5EF4-FFF2-40B4-BE49-F238E27FC236}">
                <a16:creationId xmlns:a16="http://schemas.microsoft.com/office/drawing/2014/main" id="{DEA159B3-77A6-2B1C-F208-5274F1E5F7E3}"/>
              </a:ext>
            </a:extLst>
          </p:cNvPr>
          <p:cNvSpPr txBox="1">
            <a:spLocks noChangeArrowheads="1"/>
          </p:cNvSpPr>
          <p:nvPr/>
        </p:nvSpPr>
        <p:spPr bwMode="auto">
          <a:xfrm rot="812941">
            <a:off x="4733925" y="4895850"/>
            <a:ext cx="466725" cy="260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100" b="0">
                <a:solidFill>
                  <a:srgbClr val="000066"/>
                </a:solidFill>
                <a:latin typeface="Arial" panose="020B0604020202020204" pitchFamily="34" charset="0"/>
                <a:ea typeface="ＭＳ Ｐゴシック" panose="020B0600070205080204" pitchFamily="50" charset="-128"/>
              </a:rPr>
              <a:t>組織</a:t>
            </a:r>
          </a:p>
        </p:txBody>
      </p:sp>
      <p:sp>
        <p:nvSpPr>
          <p:cNvPr id="30746" name="正方形/長方形 2">
            <a:extLst>
              <a:ext uri="{FF2B5EF4-FFF2-40B4-BE49-F238E27FC236}">
                <a16:creationId xmlns:a16="http://schemas.microsoft.com/office/drawing/2014/main" id="{0E0FE433-4A56-F0C9-2A8B-8D53E4D2A74D}"/>
              </a:ext>
            </a:extLst>
          </p:cNvPr>
          <p:cNvSpPr>
            <a:spLocks noChangeArrowheads="1"/>
          </p:cNvSpPr>
          <p:nvPr/>
        </p:nvSpPr>
        <p:spPr bwMode="auto">
          <a:xfrm>
            <a:off x="5634038" y="6550025"/>
            <a:ext cx="38147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400" b="0">
                <a:solidFill>
                  <a:srgbClr val="000066"/>
                </a:solidFill>
                <a:latin typeface="Arial" panose="020B0604020202020204" pitchFamily="34" charset="0"/>
                <a:ea typeface="ＭＳ Ｐゴシック" panose="020B0600070205080204" pitchFamily="50" charset="-128"/>
              </a:rPr>
              <a:t>出典：</a:t>
            </a:r>
            <a:r>
              <a:rPr lang="en-US" altLang="ja-JP" sz="1400" b="0">
                <a:solidFill>
                  <a:srgbClr val="000066"/>
                </a:solidFill>
                <a:latin typeface="Arial" panose="020B0604020202020204" pitchFamily="34" charset="0"/>
                <a:ea typeface="ＭＳ Ｐゴシック" panose="020B0600070205080204" pitchFamily="50" charset="-128"/>
              </a:rPr>
              <a:t>http://goikiban.ipa.go.jp/node/20130925/</a:t>
            </a:r>
            <a:endParaRPr lang="ja-JP" altLang="en-US" sz="1400" b="0">
              <a:solidFill>
                <a:srgbClr val="000066"/>
              </a:solidFill>
              <a:latin typeface="Arial" panose="020B0604020202020204" pitchFamily="34" charset="0"/>
              <a:ea typeface="ＭＳ Ｐゴシック" panose="020B0600070205080204" pitchFamily="50" charset="-128"/>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タイトル 1">
            <a:extLst>
              <a:ext uri="{FF2B5EF4-FFF2-40B4-BE49-F238E27FC236}">
                <a16:creationId xmlns:a16="http://schemas.microsoft.com/office/drawing/2014/main" id="{5A874F0F-662E-287C-FAE8-F2E0BFA8C02C}"/>
              </a:ext>
            </a:extLst>
          </p:cNvPr>
          <p:cNvSpPr txBox="1">
            <a:spLocks/>
          </p:cNvSpPr>
          <p:nvPr/>
        </p:nvSpPr>
        <p:spPr bwMode="auto">
          <a:xfrm>
            <a:off x="200025" y="115888"/>
            <a:ext cx="8885238"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80" tIns="45690" rIns="91380" bIns="45690" anchor="ct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a:spcBef>
                <a:spcPct val="0"/>
              </a:spcBef>
              <a:buFontTx/>
              <a:buNone/>
            </a:pPr>
            <a:r>
              <a:rPr lang="ja-JP" altLang="en-US" sz="2800">
                <a:solidFill>
                  <a:srgbClr val="3333FF"/>
                </a:solidFill>
                <a:latin typeface="ＭＳ ゴシック" panose="020B0609070205080204" pitchFamily="49" charset="-128"/>
                <a:ea typeface="ＭＳ ゴシック" panose="020B0609070205080204" pitchFamily="49" charset="-128"/>
              </a:rPr>
              <a:t>文字情報基盤の概要</a:t>
            </a:r>
          </a:p>
        </p:txBody>
      </p:sp>
      <p:pic>
        <p:nvPicPr>
          <p:cNvPr id="31747" name="Picture 37" descr="R:\【省内共有】職員共有ファイル限定（担当者・所属を記載のこと）\経済産業省ロゴマーク（安齋＠広報室）\jpgファイル\3欧文oubun_logo_jpg\(1)本省honsyo\oubun_b_logo_color_small.jpg">
            <a:extLst>
              <a:ext uri="{FF2B5EF4-FFF2-40B4-BE49-F238E27FC236}">
                <a16:creationId xmlns:a16="http://schemas.microsoft.com/office/drawing/2014/main" id="{283BCE00-F162-69BC-F990-4B6C5615D1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08988" y="14288"/>
            <a:ext cx="1439862"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コンテンツ プレースホルダー 2">
            <a:extLst>
              <a:ext uri="{FF2B5EF4-FFF2-40B4-BE49-F238E27FC236}">
                <a16:creationId xmlns:a16="http://schemas.microsoft.com/office/drawing/2014/main" id="{A395A848-F45F-A535-FABB-56D4B7A5D7A5}"/>
              </a:ext>
            </a:extLst>
          </p:cNvPr>
          <p:cNvSpPr txBox="1">
            <a:spLocks/>
          </p:cNvSpPr>
          <p:nvPr/>
        </p:nvSpPr>
        <p:spPr bwMode="auto">
          <a:xfrm>
            <a:off x="271463" y="620713"/>
            <a:ext cx="9363075" cy="136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3756" tIns="41878" rIns="83756" bIns="41878"/>
          <a:lstStyle>
            <a:lvl1pPr marL="341313" indent="-341313"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68580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r>
              <a:rPr lang="ja-JP" altLang="en-US" sz="2400" b="0">
                <a:latin typeface="ＭＳ ゴシック" panose="020B0609070205080204" pitchFamily="49" charset="-128"/>
                <a:ea typeface="ＭＳ ゴシック" panose="020B0609070205080204" pitchFamily="49" charset="-128"/>
              </a:rPr>
              <a:t>行政の実務で必要とされる約</a:t>
            </a:r>
            <a:r>
              <a:rPr lang="en-US" altLang="ja-JP" sz="2400" b="0">
                <a:latin typeface="ＭＳ ゴシック" panose="020B0609070205080204" pitchFamily="49" charset="-128"/>
                <a:ea typeface="ＭＳ ゴシック" panose="020B0609070205080204" pitchFamily="49" charset="-128"/>
              </a:rPr>
              <a:t>6</a:t>
            </a:r>
            <a:r>
              <a:rPr lang="ja-JP" altLang="en-US" sz="2400" b="0">
                <a:latin typeface="ＭＳ ゴシック" panose="020B0609070205080204" pitchFamily="49" charset="-128"/>
                <a:ea typeface="ＭＳ ゴシック" panose="020B0609070205080204" pitchFamily="49" charset="-128"/>
              </a:rPr>
              <a:t>万文字を、オープンに無償で提供</a:t>
            </a:r>
            <a:endParaRPr lang="en-US" altLang="ja-JP" sz="2400" b="0">
              <a:latin typeface="ＭＳ ゴシック" panose="020B0609070205080204" pitchFamily="49" charset="-128"/>
              <a:ea typeface="ＭＳ ゴシック" panose="020B0609070205080204" pitchFamily="49" charset="-128"/>
            </a:endParaRPr>
          </a:p>
          <a:p>
            <a:pPr lvl="1">
              <a:buFont typeface="Wingdings" panose="05000000000000000000" pitchFamily="2" charset="2"/>
              <a:buChar char="n"/>
            </a:pPr>
            <a:r>
              <a:rPr lang="en-US" altLang="ja-JP" sz="2000" b="0">
                <a:latin typeface="ＭＳ ゴシック" panose="020B0609070205080204" pitchFamily="49" charset="-128"/>
                <a:ea typeface="ＭＳ ゴシック" panose="020B0609070205080204" pitchFamily="49" charset="-128"/>
              </a:rPr>
              <a:t>IPAmj</a:t>
            </a:r>
            <a:r>
              <a:rPr lang="ja-JP" altLang="en-US" sz="2000" b="0">
                <a:latin typeface="ＭＳ ゴシック" panose="020B0609070205080204" pitchFamily="49" charset="-128"/>
                <a:ea typeface="ＭＳ ゴシック" panose="020B0609070205080204" pitchFamily="49" charset="-128"/>
              </a:rPr>
              <a:t>明朝フォント　：　約</a:t>
            </a:r>
            <a:r>
              <a:rPr lang="en-US" altLang="ja-JP" sz="2000" b="0">
                <a:latin typeface="ＭＳ ゴシック" panose="020B0609070205080204" pitchFamily="49" charset="-128"/>
                <a:ea typeface="ＭＳ ゴシック" panose="020B0609070205080204" pitchFamily="49" charset="-128"/>
              </a:rPr>
              <a:t>6</a:t>
            </a:r>
            <a:r>
              <a:rPr lang="ja-JP" altLang="en-US" sz="2000" b="0">
                <a:latin typeface="ＭＳ ゴシック" panose="020B0609070205080204" pitchFamily="49" charset="-128"/>
                <a:ea typeface="ＭＳ ゴシック" panose="020B0609070205080204" pitchFamily="49" charset="-128"/>
              </a:rPr>
              <a:t>万文字を国際標準に準拠して実装</a:t>
            </a:r>
            <a:endParaRPr lang="en-US" altLang="ja-JP" sz="2000" b="0">
              <a:latin typeface="ＭＳ ゴシック" panose="020B0609070205080204" pitchFamily="49" charset="-128"/>
              <a:ea typeface="ＭＳ ゴシック" panose="020B0609070205080204" pitchFamily="49" charset="-128"/>
            </a:endParaRPr>
          </a:p>
          <a:p>
            <a:pPr lvl="1">
              <a:buFont typeface="Wingdings" panose="05000000000000000000" pitchFamily="2" charset="2"/>
              <a:buChar char="n"/>
            </a:pPr>
            <a:r>
              <a:rPr lang="ja-JP" altLang="en-US" sz="2000" b="0">
                <a:latin typeface="ＭＳ ゴシック" panose="020B0609070205080204" pitchFamily="49" charset="-128"/>
                <a:ea typeface="ＭＳ ゴシック" panose="020B0609070205080204" pitchFamily="49" charset="-128"/>
              </a:rPr>
              <a:t>文字情報一覧表　：　他の体系の文字との対応関係などの情報を提供</a:t>
            </a:r>
          </a:p>
        </p:txBody>
      </p:sp>
      <p:sp>
        <p:nvSpPr>
          <p:cNvPr id="31749" name="正方形/長方形 3">
            <a:extLst>
              <a:ext uri="{FF2B5EF4-FFF2-40B4-BE49-F238E27FC236}">
                <a16:creationId xmlns:a16="http://schemas.microsoft.com/office/drawing/2014/main" id="{B75C29B1-7E62-9E5A-4599-92176F4DBE87}"/>
              </a:ext>
            </a:extLst>
          </p:cNvPr>
          <p:cNvSpPr>
            <a:spLocks noChangeArrowheads="1"/>
          </p:cNvSpPr>
          <p:nvPr/>
        </p:nvSpPr>
        <p:spPr bwMode="auto">
          <a:xfrm>
            <a:off x="6681788" y="6577013"/>
            <a:ext cx="27971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400">
                <a:solidFill>
                  <a:srgbClr val="000066"/>
                </a:solidFill>
                <a:latin typeface="Arial" panose="020B0604020202020204" pitchFamily="34" charset="0"/>
                <a:ea typeface="ＭＳ Ｐゴシック" panose="020B0600070205080204" pitchFamily="50" charset="-128"/>
              </a:rPr>
              <a:t>出典：</a:t>
            </a:r>
            <a:r>
              <a:rPr lang="en-US" altLang="ja-JP" sz="1400">
                <a:solidFill>
                  <a:srgbClr val="000066"/>
                </a:solidFill>
                <a:latin typeface="Arial" panose="020B0604020202020204" pitchFamily="34" charset="0"/>
                <a:ea typeface="ＭＳ Ｐゴシック" panose="020B0600070205080204" pitchFamily="50" charset="-128"/>
              </a:rPr>
              <a:t>http://mojikiban.ipa.go.jp/</a:t>
            </a:r>
            <a:endParaRPr lang="ja-JP" altLang="en-US" sz="1400">
              <a:solidFill>
                <a:srgbClr val="000066"/>
              </a:solidFill>
              <a:latin typeface="Arial" panose="020B0604020202020204" pitchFamily="34" charset="0"/>
              <a:ea typeface="ＭＳ Ｐゴシック" panose="020B0600070205080204" pitchFamily="50" charset="-128"/>
            </a:endParaRPr>
          </a:p>
        </p:txBody>
      </p:sp>
      <p:sp>
        <p:nvSpPr>
          <p:cNvPr id="2" name="角丸四角形 1">
            <a:extLst>
              <a:ext uri="{FF2B5EF4-FFF2-40B4-BE49-F238E27FC236}">
                <a16:creationId xmlns:a16="http://schemas.microsoft.com/office/drawing/2014/main" id="{0DA19B20-5A6B-C425-6F06-F01AA1D7AF56}"/>
              </a:ext>
            </a:extLst>
          </p:cNvPr>
          <p:cNvSpPr/>
          <p:nvPr/>
        </p:nvSpPr>
        <p:spPr>
          <a:xfrm>
            <a:off x="344488" y="2133600"/>
            <a:ext cx="9432925" cy="4467225"/>
          </a:xfrm>
          <a:prstGeom prst="roundRect">
            <a:avLst/>
          </a:prstGeom>
        </p:spPr>
        <p:style>
          <a:lnRef idx="2">
            <a:schemeClr val="accent2"/>
          </a:lnRef>
          <a:fillRef idx="1">
            <a:schemeClr val="lt1"/>
          </a:fillRef>
          <a:effectRef idx="0">
            <a:schemeClr val="accent2"/>
          </a:effectRef>
          <a:fontRef idx="minor">
            <a:schemeClr val="dk1"/>
          </a:fontRef>
        </p:style>
        <p:txBody>
          <a:bodyPr anchor="ctr"/>
          <a:lstStyle/>
          <a:p>
            <a:pPr algn="ctr">
              <a:defRPr/>
            </a:pPr>
            <a:endParaRPr lang="ja-JP" altLang="en-US"/>
          </a:p>
        </p:txBody>
      </p:sp>
      <p:sp>
        <p:nvSpPr>
          <p:cNvPr id="3" name="角丸四角形 2">
            <a:extLst>
              <a:ext uri="{FF2B5EF4-FFF2-40B4-BE49-F238E27FC236}">
                <a16:creationId xmlns:a16="http://schemas.microsoft.com/office/drawing/2014/main" id="{3EFC367D-C7B8-F319-7E65-846942E2D2D7}"/>
              </a:ext>
            </a:extLst>
          </p:cNvPr>
          <p:cNvSpPr/>
          <p:nvPr/>
        </p:nvSpPr>
        <p:spPr>
          <a:xfrm>
            <a:off x="560388" y="2692400"/>
            <a:ext cx="8137525" cy="3832225"/>
          </a:xfrm>
          <a:prstGeom prst="roundRect">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ja-JP" altLang="en-US"/>
          </a:p>
        </p:txBody>
      </p:sp>
      <p:sp>
        <p:nvSpPr>
          <p:cNvPr id="31752" name="テキスト ボックス 3">
            <a:extLst>
              <a:ext uri="{FF2B5EF4-FFF2-40B4-BE49-F238E27FC236}">
                <a16:creationId xmlns:a16="http://schemas.microsoft.com/office/drawing/2014/main" id="{4167A8BF-1C17-C05C-A483-3FEA44F56F53}"/>
              </a:ext>
            </a:extLst>
          </p:cNvPr>
          <p:cNvSpPr txBox="1">
            <a:spLocks noChangeArrowheads="1"/>
          </p:cNvSpPr>
          <p:nvPr/>
        </p:nvSpPr>
        <p:spPr bwMode="auto">
          <a:xfrm>
            <a:off x="1208088" y="1916113"/>
            <a:ext cx="6048375" cy="400050"/>
          </a:xfrm>
          <a:prstGeom prst="rect">
            <a:avLst/>
          </a:prstGeom>
          <a:solidFill>
            <a:schemeClr val="bg1"/>
          </a:solidFill>
          <a:ln w="9525">
            <a:solidFill>
              <a:srgbClr val="FF0000"/>
            </a:solidFill>
            <a:miter lim="800000"/>
            <a:headEnd/>
            <a:tailEnd/>
          </a:ln>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a:solidFill>
                  <a:srgbClr val="FF0000"/>
                </a:solidFill>
                <a:latin typeface="Arial" panose="020B0604020202020204" pitchFamily="34" charset="0"/>
                <a:ea typeface="ＭＳ Ｐゴシック" panose="020B0600070205080204" pitchFamily="50" charset="-128"/>
              </a:rPr>
              <a:t>文字情報基盤：</a:t>
            </a:r>
            <a:r>
              <a:rPr lang="en-US" altLang="ja-JP">
                <a:solidFill>
                  <a:srgbClr val="FF0000"/>
                </a:solidFill>
                <a:latin typeface="Arial" panose="020B0604020202020204" pitchFamily="34" charset="0"/>
                <a:ea typeface="ＭＳ Ｐゴシック" panose="020B0600070205080204" pitchFamily="50" charset="-128"/>
              </a:rPr>
              <a:t>IPA</a:t>
            </a:r>
            <a:r>
              <a:rPr lang="ja-JP" altLang="en-US">
                <a:solidFill>
                  <a:srgbClr val="FF0000"/>
                </a:solidFill>
                <a:latin typeface="Arial" panose="020B0604020202020204" pitchFamily="34" charset="0"/>
                <a:ea typeface="ＭＳ Ｐゴシック" panose="020B0600070205080204" pitchFamily="50" charset="-128"/>
              </a:rPr>
              <a:t>ｍｊ明朝フォント（漢字</a:t>
            </a:r>
            <a:r>
              <a:rPr lang="en-US" altLang="ja-JP">
                <a:solidFill>
                  <a:srgbClr val="FF0000"/>
                </a:solidFill>
                <a:latin typeface="Arial" panose="020B0604020202020204" pitchFamily="34" charset="0"/>
                <a:ea typeface="ＭＳ Ｐゴシック" panose="020B0600070205080204" pitchFamily="50" charset="-128"/>
              </a:rPr>
              <a:t>58,813</a:t>
            </a:r>
            <a:r>
              <a:rPr lang="ja-JP" altLang="en-US">
                <a:solidFill>
                  <a:srgbClr val="FF0000"/>
                </a:solidFill>
                <a:latin typeface="Arial" panose="020B0604020202020204" pitchFamily="34" charset="0"/>
                <a:ea typeface="ＭＳ Ｐゴシック" panose="020B0600070205080204" pitchFamily="50" charset="-128"/>
              </a:rPr>
              <a:t>文字）</a:t>
            </a:r>
          </a:p>
        </p:txBody>
      </p:sp>
      <p:sp>
        <p:nvSpPr>
          <p:cNvPr id="31753" name="テキスト ボックス 10">
            <a:extLst>
              <a:ext uri="{FF2B5EF4-FFF2-40B4-BE49-F238E27FC236}">
                <a16:creationId xmlns:a16="http://schemas.microsoft.com/office/drawing/2014/main" id="{47AC23E2-FF67-93B9-E095-01367FF75151}"/>
              </a:ext>
            </a:extLst>
          </p:cNvPr>
          <p:cNvSpPr txBox="1">
            <a:spLocks noChangeArrowheads="1"/>
          </p:cNvSpPr>
          <p:nvPr/>
        </p:nvSpPr>
        <p:spPr bwMode="auto">
          <a:xfrm>
            <a:off x="1208088" y="2492375"/>
            <a:ext cx="3852862" cy="400050"/>
          </a:xfrm>
          <a:prstGeom prst="rect">
            <a:avLst/>
          </a:prstGeom>
          <a:solidFill>
            <a:schemeClr val="bg1"/>
          </a:solidFill>
          <a:ln w="9525">
            <a:solidFill>
              <a:srgbClr val="0000FF"/>
            </a:solidFill>
            <a:miter lim="800000"/>
            <a:headEnd/>
            <a:tailEnd/>
          </a:ln>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a:solidFill>
                  <a:srgbClr val="0000FF"/>
                </a:solidFill>
                <a:latin typeface="Arial" panose="020B0604020202020204" pitchFamily="34" charset="0"/>
                <a:ea typeface="ＭＳ Ｐゴシック" panose="020B0600070205080204" pitchFamily="50" charset="-128"/>
              </a:rPr>
              <a:t>戸籍統一文字（漢字</a:t>
            </a:r>
            <a:r>
              <a:rPr lang="en-US" altLang="ja-JP">
                <a:solidFill>
                  <a:srgbClr val="0000FF"/>
                </a:solidFill>
                <a:latin typeface="Arial" panose="020B0604020202020204" pitchFamily="34" charset="0"/>
                <a:ea typeface="ＭＳ Ｐゴシック" panose="020B0600070205080204" pitchFamily="50" charset="-128"/>
              </a:rPr>
              <a:t>55,270</a:t>
            </a:r>
            <a:r>
              <a:rPr lang="ja-JP" altLang="en-US">
                <a:solidFill>
                  <a:srgbClr val="0000FF"/>
                </a:solidFill>
                <a:latin typeface="Arial" panose="020B0604020202020204" pitchFamily="34" charset="0"/>
                <a:ea typeface="ＭＳ Ｐゴシック" panose="020B0600070205080204" pitchFamily="50" charset="-128"/>
              </a:rPr>
              <a:t>文字）</a:t>
            </a:r>
          </a:p>
        </p:txBody>
      </p:sp>
      <p:sp>
        <p:nvSpPr>
          <p:cNvPr id="13" name="角丸四角形 12">
            <a:extLst>
              <a:ext uri="{FF2B5EF4-FFF2-40B4-BE49-F238E27FC236}">
                <a16:creationId xmlns:a16="http://schemas.microsoft.com/office/drawing/2014/main" id="{DB37BB85-C568-2212-05D6-6CFB9875BF17}"/>
              </a:ext>
            </a:extLst>
          </p:cNvPr>
          <p:cNvSpPr/>
          <p:nvPr/>
        </p:nvSpPr>
        <p:spPr>
          <a:xfrm>
            <a:off x="712788" y="3660775"/>
            <a:ext cx="8921750" cy="2720975"/>
          </a:xfrm>
          <a:prstGeom prst="roundRect">
            <a:avLst/>
          </a:prstGeom>
          <a:noFill/>
        </p:spPr>
        <p:style>
          <a:lnRef idx="2">
            <a:schemeClr val="accent6"/>
          </a:lnRef>
          <a:fillRef idx="1">
            <a:schemeClr val="lt1"/>
          </a:fillRef>
          <a:effectRef idx="0">
            <a:schemeClr val="accent6"/>
          </a:effectRef>
          <a:fontRef idx="minor">
            <a:schemeClr val="dk1"/>
          </a:fontRef>
        </p:style>
        <p:txBody>
          <a:bodyPr anchor="ctr"/>
          <a:lstStyle/>
          <a:p>
            <a:pPr algn="ctr">
              <a:defRPr/>
            </a:pPr>
            <a:endParaRPr lang="ja-JP" altLang="en-US"/>
          </a:p>
        </p:txBody>
      </p:sp>
      <p:sp>
        <p:nvSpPr>
          <p:cNvPr id="14" name="テキスト ボックス 13">
            <a:extLst>
              <a:ext uri="{FF2B5EF4-FFF2-40B4-BE49-F238E27FC236}">
                <a16:creationId xmlns:a16="http://schemas.microsoft.com/office/drawing/2014/main" id="{C7E543C3-B536-7D08-4247-242F39A34A52}"/>
              </a:ext>
            </a:extLst>
          </p:cNvPr>
          <p:cNvSpPr txBox="1"/>
          <p:nvPr/>
        </p:nvSpPr>
        <p:spPr>
          <a:xfrm>
            <a:off x="1208088" y="3460750"/>
            <a:ext cx="6985000" cy="400050"/>
          </a:xfrm>
          <a:prstGeom prst="rect">
            <a:avLst/>
          </a:prstGeom>
          <a:solidFill>
            <a:schemeClr val="bg1"/>
          </a:solidFill>
          <a:ln>
            <a:solidFill>
              <a:schemeClr val="accent6">
                <a:lumMod val="75000"/>
              </a:schemeClr>
            </a:solidFill>
          </a:ln>
        </p:spPr>
        <p:txBody>
          <a:bodyPr>
            <a:spAutoFit/>
          </a:bodyPr>
          <a:lstStyle/>
          <a:p>
            <a:pPr>
              <a:defRPr/>
            </a:pPr>
            <a:r>
              <a:rPr lang="ja-JP" altLang="en-US" sz="2000" dirty="0">
                <a:solidFill>
                  <a:schemeClr val="accent6">
                    <a:lumMod val="75000"/>
                  </a:schemeClr>
                </a:solidFill>
                <a:latin typeface="Arial" charset="0"/>
              </a:rPr>
              <a:t>住民基本台帳ネットワークシステム統一文字（漢字</a:t>
            </a:r>
            <a:r>
              <a:rPr lang="en-US" altLang="ja-JP" sz="2000" dirty="0">
                <a:solidFill>
                  <a:schemeClr val="accent6">
                    <a:lumMod val="75000"/>
                  </a:schemeClr>
                </a:solidFill>
                <a:latin typeface="Arial" charset="0"/>
              </a:rPr>
              <a:t>19563</a:t>
            </a:r>
            <a:r>
              <a:rPr lang="ja-JP" altLang="en-US" sz="2000" dirty="0">
                <a:solidFill>
                  <a:schemeClr val="accent6">
                    <a:lumMod val="75000"/>
                  </a:schemeClr>
                </a:solidFill>
                <a:latin typeface="Arial" charset="0"/>
              </a:rPr>
              <a:t>文字）</a:t>
            </a:r>
          </a:p>
        </p:txBody>
      </p:sp>
      <p:sp>
        <p:nvSpPr>
          <p:cNvPr id="15" name="角丸四角形 14">
            <a:extLst>
              <a:ext uri="{FF2B5EF4-FFF2-40B4-BE49-F238E27FC236}">
                <a16:creationId xmlns:a16="http://schemas.microsoft.com/office/drawing/2014/main" id="{B5548543-EC0E-D6D1-1FC1-86B7532D4082}"/>
              </a:ext>
            </a:extLst>
          </p:cNvPr>
          <p:cNvSpPr/>
          <p:nvPr/>
        </p:nvSpPr>
        <p:spPr>
          <a:xfrm>
            <a:off x="857250" y="4237038"/>
            <a:ext cx="5741988" cy="200025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ja-JP" altLang="en-US"/>
          </a:p>
        </p:txBody>
      </p:sp>
      <p:sp>
        <p:nvSpPr>
          <p:cNvPr id="31757" name="テキスト ボックス 15">
            <a:extLst>
              <a:ext uri="{FF2B5EF4-FFF2-40B4-BE49-F238E27FC236}">
                <a16:creationId xmlns:a16="http://schemas.microsoft.com/office/drawing/2014/main" id="{51B2F2B9-897A-41CF-024B-0C9A27911E5A}"/>
              </a:ext>
            </a:extLst>
          </p:cNvPr>
          <p:cNvSpPr txBox="1">
            <a:spLocks noChangeArrowheads="1"/>
          </p:cNvSpPr>
          <p:nvPr/>
        </p:nvSpPr>
        <p:spPr bwMode="auto">
          <a:xfrm>
            <a:off x="1244600" y="4037013"/>
            <a:ext cx="3276600" cy="400050"/>
          </a:xfrm>
          <a:prstGeom prst="rect">
            <a:avLst/>
          </a:prstGeom>
          <a:solidFill>
            <a:schemeClr val="bg1"/>
          </a:solidFill>
          <a:ln w="9525">
            <a:solidFill>
              <a:schemeClr val="tx1"/>
            </a:solidFill>
            <a:miter lim="800000"/>
            <a:headEnd/>
            <a:tailEnd/>
          </a:ln>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en-US" altLang="ja-JP">
                <a:latin typeface="Arial" panose="020B0604020202020204" pitchFamily="34" charset="0"/>
                <a:ea typeface="ＭＳ Ｐゴシック" panose="020B0600070205080204" pitchFamily="50" charset="-128"/>
              </a:rPr>
              <a:t>JIS</a:t>
            </a:r>
            <a:r>
              <a:rPr lang="ja-JP" altLang="en-US">
                <a:latin typeface="Arial" panose="020B0604020202020204" pitchFamily="34" charset="0"/>
                <a:ea typeface="ＭＳ Ｐゴシック" panose="020B0600070205080204" pitchFamily="50" charset="-128"/>
              </a:rPr>
              <a:t>漢字コード（</a:t>
            </a:r>
            <a:r>
              <a:rPr lang="en-US" altLang="ja-JP">
                <a:latin typeface="Arial" panose="020B0604020202020204" pitchFamily="34" charset="0"/>
                <a:ea typeface="ＭＳ Ｐゴシック" panose="020B0600070205080204" pitchFamily="50" charset="-128"/>
              </a:rPr>
              <a:t>10,050</a:t>
            </a:r>
            <a:r>
              <a:rPr lang="ja-JP" altLang="en-US">
                <a:latin typeface="Arial" panose="020B0604020202020204" pitchFamily="34" charset="0"/>
                <a:ea typeface="ＭＳ Ｐゴシック" panose="020B0600070205080204" pitchFamily="50" charset="-128"/>
              </a:rPr>
              <a:t>文字）</a:t>
            </a:r>
          </a:p>
        </p:txBody>
      </p:sp>
      <p:sp>
        <p:nvSpPr>
          <p:cNvPr id="17" name="角丸四角形 16">
            <a:extLst>
              <a:ext uri="{FF2B5EF4-FFF2-40B4-BE49-F238E27FC236}">
                <a16:creationId xmlns:a16="http://schemas.microsoft.com/office/drawing/2014/main" id="{285445DF-26C0-BF9A-A4C9-B0F37FEFB39F}"/>
              </a:ext>
            </a:extLst>
          </p:cNvPr>
          <p:cNvSpPr/>
          <p:nvPr/>
        </p:nvSpPr>
        <p:spPr>
          <a:xfrm>
            <a:off x="1009650" y="4797425"/>
            <a:ext cx="3511550" cy="1295400"/>
          </a:xfrm>
          <a:prstGeom prst="roundRect">
            <a:avLst/>
          </a:prstGeom>
        </p:spPr>
        <p:style>
          <a:lnRef idx="2">
            <a:schemeClr val="dk1"/>
          </a:lnRef>
          <a:fillRef idx="1">
            <a:schemeClr val="lt1"/>
          </a:fillRef>
          <a:effectRef idx="0">
            <a:schemeClr val="dk1"/>
          </a:effectRef>
          <a:fontRef idx="minor">
            <a:schemeClr val="dk1"/>
          </a:fontRef>
        </p:style>
        <p:txBody>
          <a:bodyPr anchor="ctr"/>
          <a:lstStyle/>
          <a:p>
            <a:pPr algn="ctr">
              <a:defRPr/>
            </a:pPr>
            <a:endParaRPr lang="ja-JP" altLang="en-US"/>
          </a:p>
        </p:txBody>
      </p:sp>
      <p:sp>
        <p:nvSpPr>
          <p:cNvPr id="31759" name="テキスト ボックス 17">
            <a:extLst>
              <a:ext uri="{FF2B5EF4-FFF2-40B4-BE49-F238E27FC236}">
                <a16:creationId xmlns:a16="http://schemas.microsoft.com/office/drawing/2014/main" id="{E174C76E-858F-6B4B-41DE-D8711A561B9C}"/>
              </a:ext>
            </a:extLst>
          </p:cNvPr>
          <p:cNvSpPr txBox="1">
            <a:spLocks noChangeArrowheads="1"/>
          </p:cNvSpPr>
          <p:nvPr/>
        </p:nvSpPr>
        <p:spPr bwMode="auto">
          <a:xfrm>
            <a:off x="1208088" y="4581525"/>
            <a:ext cx="2647950" cy="400050"/>
          </a:xfrm>
          <a:prstGeom prst="rect">
            <a:avLst/>
          </a:prstGeom>
          <a:solidFill>
            <a:schemeClr val="bg1"/>
          </a:solidFill>
          <a:ln w="9525">
            <a:solidFill>
              <a:schemeClr val="tx1"/>
            </a:solidFill>
            <a:miter lim="800000"/>
            <a:headEnd/>
            <a:tailEnd/>
          </a:ln>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a:latin typeface="Arial" panose="020B0604020202020204" pitchFamily="34" charset="0"/>
                <a:ea typeface="ＭＳ Ｐゴシック" panose="020B0600070205080204" pitchFamily="50" charset="-128"/>
              </a:rPr>
              <a:t>常用漢字（</a:t>
            </a:r>
            <a:r>
              <a:rPr lang="en-US" altLang="ja-JP">
                <a:latin typeface="Arial" panose="020B0604020202020204" pitchFamily="34" charset="0"/>
                <a:ea typeface="ＭＳ Ｐゴシック" panose="020B0600070205080204" pitchFamily="50" charset="-128"/>
              </a:rPr>
              <a:t>2,136</a:t>
            </a:r>
            <a:r>
              <a:rPr lang="ja-JP" altLang="en-US">
                <a:latin typeface="Arial" panose="020B0604020202020204" pitchFamily="34" charset="0"/>
                <a:ea typeface="ＭＳ Ｐゴシック" panose="020B0600070205080204" pitchFamily="50" charset="-128"/>
              </a:rPr>
              <a:t>文字）</a:t>
            </a:r>
          </a:p>
        </p:txBody>
      </p:sp>
      <p:pic>
        <p:nvPicPr>
          <p:cNvPr id="31760" name="Picture 18" descr="http://kosekimoji.moj.go.jp/kosekimojidb/png?kosekiMjBng=437740&amp;pngSizeKbn=2">
            <a:extLst>
              <a:ext uri="{FF2B5EF4-FFF2-40B4-BE49-F238E27FC236}">
                <a16:creationId xmlns:a16="http://schemas.microsoft.com/office/drawing/2014/main" id="{CD76ACBE-55BC-4F40-5C0A-9B072EB1A3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1238" y="2878138"/>
            <a:ext cx="517525"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61" name="Picture 20" descr="http://kosekimoji.moj.go.jp/kosekimojidb/png?kosekiMjBng=440550&amp;pngSizeKbn=2">
            <a:extLst>
              <a:ext uri="{FF2B5EF4-FFF2-40B4-BE49-F238E27FC236}">
                <a16:creationId xmlns:a16="http://schemas.microsoft.com/office/drawing/2014/main" id="{8EC17B79-D39C-4BE5-B65C-90AB0CB727A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92888" y="2878138"/>
            <a:ext cx="515937"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62" name="Picture 22" descr="http://kosekimoji.moj.go.jp/kosekimojidb/png?kosekiMjBng=440810&amp;pngSizeKbn=2">
            <a:extLst>
              <a:ext uri="{FF2B5EF4-FFF2-40B4-BE49-F238E27FC236}">
                <a16:creationId xmlns:a16="http://schemas.microsoft.com/office/drawing/2014/main" id="{DD76B951-338A-E038-496A-9C4CB3BFBF0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83425" y="2878138"/>
            <a:ext cx="515938"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63" name="Picture 24" descr="http://kosekimoji.moj.go.jp/kosekimojidb/png?kosekiMjBng=441980&amp;pngSizeKbn=2">
            <a:extLst>
              <a:ext uri="{FF2B5EF4-FFF2-40B4-BE49-F238E27FC236}">
                <a16:creationId xmlns:a16="http://schemas.microsoft.com/office/drawing/2014/main" id="{0BF121D2-11C7-426A-2FA7-FF69682B1E4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97463" y="2878138"/>
            <a:ext cx="515937"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64" name="Picture 26" descr="http://kosekimoji.moj.go.jp/kosekimojidb/png?kosekiMjBng=443360&amp;pngSizeKbn=2">
            <a:extLst>
              <a:ext uri="{FF2B5EF4-FFF2-40B4-BE49-F238E27FC236}">
                <a16:creationId xmlns:a16="http://schemas.microsoft.com/office/drawing/2014/main" id="{FBF83960-59DB-B9AA-E750-CD18D43FFAB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86413" y="2878138"/>
            <a:ext cx="517525"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65" name="Picture 34" descr="http://kosekimoji.moj.go.jp/kosekimojidb/png?kosekiMjBng=437730&amp;pngSizeKbn=2">
            <a:extLst>
              <a:ext uri="{FF2B5EF4-FFF2-40B4-BE49-F238E27FC236}">
                <a16:creationId xmlns:a16="http://schemas.microsoft.com/office/drawing/2014/main" id="{5C407902-2144-64FD-A719-C4C09BB2027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86663" y="2878138"/>
            <a:ext cx="519112" cy="47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66" name="Picture 4" descr="http://kosekimoji.moj.go.jp/kosekimojidb/png?kosekiMjBng=437640&amp;pngSizeKbn=2">
            <a:extLst>
              <a:ext uri="{FF2B5EF4-FFF2-40B4-BE49-F238E27FC236}">
                <a16:creationId xmlns:a16="http://schemas.microsoft.com/office/drawing/2014/main" id="{6D13775D-7061-7CD5-C552-1E9F525C415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729038" y="5305425"/>
            <a:ext cx="546100" cy="500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67" name="Picture 14" descr="http://kosekimoji.moj.go.jp/kosekimojidb/png?kosekiMjBng=445000&amp;pngSizeKbn=2">
            <a:extLst>
              <a:ext uri="{FF2B5EF4-FFF2-40B4-BE49-F238E27FC236}">
                <a16:creationId xmlns:a16="http://schemas.microsoft.com/office/drawing/2014/main" id="{8BD2F6A4-D6CA-5091-30AE-B55571B96D60}"/>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589588" y="5407025"/>
            <a:ext cx="587375"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68" name="Picture 30" descr="http://kosekimoji.moj.go.jp/kosekimojidb/png?kosekiMjBng=445400&amp;pngSizeKbn=2">
            <a:extLst>
              <a:ext uri="{FF2B5EF4-FFF2-40B4-BE49-F238E27FC236}">
                <a16:creationId xmlns:a16="http://schemas.microsoft.com/office/drawing/2014/main" id="{2E254068-FCE0-2FE7-9DF3-E2CF96E57C6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965700" y="5407025"/>
            <a:ext cx="584200" cy="542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69" name="Picture 10" descr="http://kosekimoji.moj.go.jp/kosekimojidb/png?kosekiMjBng=443870&amp;pngSizeKbn=2">
            <a:extLst>
              <a:ext uri="{FF2B5EF4-FFF2-40B4-BE49-F238E27FC236}">
                <a16:creationId xmlns:a16="http://schemas.microsoft.com/office/drawing/2014/main" id="{52C248E4-E228-3A47-4F25-BDA8E5CBCC4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897688" y="4581525"/>
            <a:ext cx="533400"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70" name="Picture 12" descr="http://kosekimoji.moj.go.jp/kosekimojidb/png?kosekiMjBng=444580&amp;pngSizeKbn=2">
            <a:extLst>
              <a:ext uri="{FF2B5EF4-FFF2-40B4-BE49-F238E27FC236}">
                <a16:creationId xmlns:a16="http://schemas.microsoft.com/office/drawing/2014/main" id="{E9CB9B97-2E62-0605-669E-6FA1EE252BD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893050" y="4581525"/>
            <a:ext cx="534988"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71" name="Picture 16" descr="http://kosekimoji.moj.go.jp/kosekimojidb/png?kosekiMjBng=445320&amp;pngSizeKbn=2">
            <a:extLst>
              <a:ext uri="{FF2B5EF4-FFF2-40B4-BE49-F238E27FC236}">
                <a16:creationId xmlns:a16="http://schemas.microsoft.com/office/drawing/2014/main" id="{A5D7D6EE-D8C3-E4DC-BE89-4C1A4FC5273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394575" y="4581525"/>
            <a:ext cx="536575"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72" name="Picture 28" descr="http://kosekimoji.moj.go.jp/kosekimojidb/png?kosekiMjBng=445410&amp;pngSizeKbn=2">
            <a:extLst>
              <a:ext uri="{FF2B5EF4-FFF2-40B4-BE49-F238E27FC236}">
                <a16:creationId xmlns:a16="http://schemas.microsoft.com/office/drawing/2014/main" id="{F633DAD0-0E72-41B4-A7C6-07AF46695AD9}"/>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893050" y="5149850"/>
            <a:ext cx="53498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73" name="Picture 32" descr="http://kosekimoji.moj.go.jp/kosekimojidb/png?kosekiMjBng=445330&amp;pngSizeKbn=2">
            <a:extLst>
              <a:ext uri="{FF2B5EF4-FFF2-40B4-BE49-F238E27FC236}">
                <a16:creationId xmlns:a16="http://schemas.microsoft.com/office/drawing/2014/main" id="{CE8C13EC-A262-C84F-EE19-66FEF4740D42}"/>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7394575" y="5149850"/>
            <a:ext cx="536575"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74" name="Picture 36" descr="http://kosekimoji.moj.go.jp/kosekimojidb/png?kosekiMjBng=444550&amp;pngSizeKbn=2">
            <a:extLst>
              <a:ext uri="{FF2B5EF4-FFF2-40B4-BE49-F238E27FC236}">
                <a16:creationId xmlns:a16="http://schemas.microsoft.com/office/drawing/2014/main" id="{C9EE6F8F-8D80-8A48-6935-F6CC899329B9}"/>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897688" y="5164138"/>
            <a:ext cx="53340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75" name="テキスト ボックス 5">
            <a:extLst>
              <a:ext uri="{FF2B5EF4-FFF2-40B4-BE49-F238E27FC236}">
                <a16:creationId xmlns:a16="http://schemas.microsoft.com/office/drawing/2014/main" id="{01484CBC-5B2A-5667-B01A-FCD463109212}"/>
              </a:ext>
            </a:extLst>
          </p:cNvPr>
          <p:cNvSpPr txBox="1">
            <a:spLocks noChangeArrowheads="1"/>
          </p:cNvSpPr>
          <p:nvPr/>
        </p:nvSpPr>
        <p:spPr bwMode="auto">
          <a:xfrm>
            <a:off x="1136650" y="5067300"/>
            <a:ext cx="2544763"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400">
                <a:solidFill>
                  <a:srgbClr val="000066"/>
                </a:solidFill>
                <a:latin typeface="Arial" panose="020B0604020202020204" pitchFamily="34" charset="0"/>
                <a:ea typeface="ＭＳ Ｐゴシック" panose="020B0600070205080204" pitchFamily="50" charset="-128"/>
              </a:rPr>
              <a:t>法令、公用文書、新聞、雑誌、放送等、一般の社会生活において、現代の国語を書き表す場合の漢字使用の目安を示す。</a:t>
            </a:r>
            <a:endParaRPr lang="en-US" altLang="ja-JP" sz="1400">
              <a:solidFill>
                <a:srgbClr val="000066"/>
              </a:solidFill>
              <a:latin typeface="Arial" panose="020B0604020202020204" pitchFamily="34" charset="0"/>
              <a:ea typeface="ＭＳ Ｐゴシック" panose="020B0600070205080204" pitchFamily="50" charset="-128"/>
            </a:endParaRPr>
          </a:p>
        </p:txBody>
      </p:sp>
      <p:sp>
        <p:nvSpPr>
          <p:cNvPr id="31776" name="テキスト ボックス 34">
            <a:extLst>
              <a:ext uri="{FF2B5EF4-FFF2-40B4-BE49-F238E27FC236}">
                <a16:creationId xmlns:a16="http://schemas.microsoft.com/office/drawing/2014/main" id="{C2B9ADBF-6F32-7897-4838-D22B42D40DA7}"/>
              </a:ext>
            </a:extLst>
          </p:cNvPr>
          <p:cNvSpPr txBox="1">
            <a:spLocks noChangeArrowheads="1"/>
          </p:cNvSpPr>
          <p:nvPr/>
        </p:nvSpPr>
        <p:spPr bwMode="auto">
          <a:xfrm>
            <a:off x="4595813" y="4365625"/>
            <a:ext cx="201295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400">
                <a:solidFill>
                  <a:srgbClr val="000066"/>
                </a:solidFill>
                <a:latin typeface="Arial" panose="020B0604020202020204" pitchFamily="34" charset="0"/>
                <a:ea typeface="ＭＳ Ｐゴシック" panose="020B0600070205080204" pitchFamily="50" charset="-128"/>
              </a:rPr>
              <a:t>実用上の情報交換の必要性から、出現頻度等を元に文字を選定（</a:t>
            </a:r>
            <a:r>
              <a:rPr lang="en-US" altLang="ja-JP" sz="1400">
                <a:solidFill>
                  <a:srgbClr val="000066"/>
                </a:solidFill>
                <a:latin typeface="Arial" panose="020B0604020202020204" pitchFamily="34" charset="0"/>
                <a:ea typeface="ＭＳ Ｐゴシック" panose="020B0600070205080204" pitchFamily="50" charset="-128"/>
              </a:rPr>
              <a:t>JISX2013:2004</a:t>
            </a:r>
            <a:r>
              <a:rPr lang="ja-JP" altLang="en-US" sz="1400">
                <a:solidFill>
                  <a:srgbClr val="000066"/>
                </a:solidFill>
                <a:latin typeface="Arial" panose="020B0604020202020204" pitchFamily="34" charset="0"/>
                <a:ea typeface="ＭＳ Ｐゴシック" panose="020B0600070205080204" pitchFamily="50" charset="-128"/>
              </a:rPr>
              <a:t>）</a:t>
            </a:r>
            <a:endParaRPr lang="en-US" altLang="ja-JP" sz="1400">
              <a:solidFill>
                <a:srgbClr val="000066"/>
              </a:solidFill>
              <a:latin typeface="Arial" panose="020B0604020202020204" pitchFamily="34" charset="0"/>
              <a:ea typeface="ＭＳ Ｐゴシック" panose="020B0600070205080204" pitchFamily="50" charset="-128"/>
            </a:endParaRPr>
          </a:p>
        </p:txBody>
      </p:sp>
      <p:sp>
        <p:nvSpPr>
          <p:cNvPr id="31777" name="テキスト ボックス 35">
            <a:extLst>
              <a:ext uri="{FF2B5EF4-FFF2-40B4-BE49-F238E27FC236}">
                <a16:creationId xmlns:a16="http://schemas.microsoft.com/office/drawing/2014/main" id="{FCE54BEB-A68B-5EED-D032-332A8087802F}"/>
              </a:ext>
            </a:extLst>
          </p:cNvPr>
          <p:cNvSpPr txBox="1">
            <a:spLocks noChangeArrowheads="1"/>
          </p:cNvSpPr>
          <p:nvPr/>
        </p:nvSpPr>
        <p:spPr bwMode="auto">
          <a:xfrm>
            <a:off x="1265238" y="2924175"/>
            <a:ext cx="3832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400">
                <a:solidFill>
                  <a:srgbClr val="000066"/>
                </a:solidFill>
                <a:latin typeface="Arial" panose="020B0604020202020204" pitchFamily="34" charset="0"/>
                <a:ea typeface="ＭＳ Ｐゴシック" panose="020B0600070205080204" pitchFamily="50" charset="-128"/>
              </a:rPr>
              <a:t>戸籍のオンライン手続に使用することを目的として整理した文字（辞書をベースに整理）</a:t>
            </a:r>
            <a:endParaRPr lang="en-US" altLang="ja-JP" sz="1400">
              <a:solidFill>
                <a:srgbClr val="000066"/>
              </a:solidFill>
              <a:latin typeface="Arial" panose="020B0604020202020204" pitchFamily="34" charset="0"/>
              <a:ea typeface="ＭＳ Ｐゴシック" panose="020B0600070205080204" pitchFamily="50" charset="-128"/>
            </a:endParaRPr>
          </a:p>
        </p:txBody>
      </p:sp>
      <p:sp>
        <p:nvSpPr>
          <p:cNvPr id="31778" name="テキスト ボックス 36">
            <a:extLst>
              <a:ext uri="{FF2B5EF4-FFF2-40B4-BE49-F238E27FC236}">
                <a16:creationId xmlns:a16="http://schemas.microsoft.com/office/drawing/2014/main" id="{1D8386F6-786A-02C5-3234-3126400ABB63}"/>
              </a:ext>
            </a:extLst>
          </p:cNvPr>
          <p:cNvSpPr txBox="1">
            <a:spLocks noChangeArrowheads="1"/>
          </p:cNvSpPr>
          <p:nvPr/>
        </p:nvSpPr>
        <p:spPr bwMode="auto">
          <a:xfrm>
            <a:off x="6608763" y="3984625"/>
            <a:ext cx="2954337" cy="3079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400">
                <a:solidFill>
                  <a:srgbClr val="000066"/>
                </a:solidFill>
                <a:latin typeface="Arial" panose="020B0604020202020204" pitchFamily="34" charset="0"/>
                <a:ea typeface="ＭＳ Ｐゴシック" panose="020B0600070205080204" pitchFamily="50" charset="-128"/>
              </a:rPr>
              <a:t>多くの住民が氏名に使う文字を整理</a:t>
            </a:r>
            <a:endParaRPr lang="en-US" altLang="ja-JP" sz="1400">
              <a:solidFill>
                <a:srgbClr val="000066"/>
              </a:solidFill>
              <a:latin typeface="Arial" panose="020B0604020202020204" pitchFamily="34" charset="0"/>
              <a:ea typeface="ＭＳ Ｐゴシック" panose="020B0600070205080204" pitchFamily="50" charset="-128"/>
            </a:endParaRPr>
          </a:p>
        </p:txBody>
      </p:sp>
      <p:pic>
        <p:nvPicPr>
          <p:cNvPr id="31779" name="Picture 3">
            <a:extLst>
              <a:ext uri="{FF2B5EF4-FFF2-40B4-BE49-F238E27FC236}">
                <a16:creationId xmlns:a16="http://schemas.microsoft.com/office/drawing/2014/main" id="{956B9730-50C8-E26C-D892-26E34996DDE8}"/>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l="62599" t="36198" r="30928" b="43381"/>
          <a:stretch>
            <a:fillRect/>
          </a:stretch>
        </p:blipFill>
        <p:spPr bwMode="auto">
          <a:xfrm>
            <a:off x="8891588" y="4581525"/>
            <a:ext cx="544512"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80" name="スライド番号プレースホルダー 3">
            <a:extLst>
              <a:ext uri="{FF2B5EF4-FFF2-40B4-BE49-F238E27FC236}">
                <a16:creationId xmlns:a16="http://schemas.microsoft.com/office/drawing/2014/main" id="{083BD021-0B33-9C80-0DA9-3AFF24C8BA25}"/>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fld id="{83EC1384-7A46-4A6C-9463-3C0D73700E4D}" type="slidenum">
              <a:rPr lang="en-US" altLang="ja-JP" sz="1400" b="1">
                <a:latin typeface="ＭＳ ゴシック" panose="020B0609070205080204" pitchFamily="49" charset="-128"/>
                <a:ea typeface="ＭＳ ゴシック" panose="020B0609070205080204" pitchFamily="49" charset="-128"/>
              </a:rPr>
              <a:pPr eaLnBrk="1" hangingPunct="1">
                <a:spcBef>
                  <a:spcPct val="0"/>
                </a:spcBef>
                <a:buFontTx/>
                <a:buNone/>
              </a:pPr>
              <a:t>6</a:t>
            </a:fld>
            <a:endParaRPr lang="en-US" altLang="ja-JP" sz="1400" b="1">
              <a:latin typeface="ＭＳ ゴシック" panose="020B0609070205080204" pitchFamily="49" charset="-128"/>
              <a:ea typeface="ＭＳ ゴシック" panose="020B0609070205080204" pitchFamily="49" charset="-128"/>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スライド番号プレースホルダー 3">
            <a:extLst>
              <a:ext uri="{FF2B5EF4-FFF2-40B4-BE49-F238E27FC236}">
                <a16:creationId xmlns:a16="http://schemas.microsoft.com/office/drawing/2014/main" id="{D7D7CB5A-C1B3-56F8-7E06-4888AE3CC30D}"/>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fld id="{557785F3-61FE-430E-9B28-AE47A686745E}" type="slidenum">
              <a:rPr lang="en-US" altLang="ja-JP" sz="1400" b="1">
                <a:solidFill>
                  <a:srgbClr val="000000"/>
                </a:solidFill>
                <a:latin typeface="ＭＳ ゴシック" panose="020B0609070205080204" pitchFamily="49" charset="-128"/>
                <a:ea typeface="ＭＳ ゴシック" panose="020B0609070205080204" pitchFamily="49" charset="-128"/>
              </a:rPr>
              <a:pPr eaLnBrk="1" hangingPunct="1">
                <a:spcBef>
                  <a:spcPct val="0"/>
                </a:spcBef>
                <a:buFontTx/>
                <a:buNone/>
              </a:pPr>
              <a:t>7</a:t>
            </a:fld>
            <a:endParaRPr lang="en-US" altLang="ja-JP" sz="1400" b="1">
              <a:solidFill>
                <a:srgbClr val="000000"/>
              </a:solidFill>
              <a:latin typeface="ＭＳ ゴシック" panose="020B0609070205080204" pitchFamily="49" charset="-128"/>
              <a:ea typeface="ＭＳ ゴシック" panose="020B0609070205080204" pitchFamily="49" charset="-128"/>
            </a:endParaRPr>
          </a:p>
        </p:txBody>
      </p:sp>
      <p:sp>
        <p:nvSpPr>
          <p:cNvPr id="5" name="コンテンツ プレースホルダ 22">
            <a:extLst>
              <a:ext uri="{FF2B5EF4-FFF2-40B4-BE49-F238E27FC236}">
                <a16:creationId xmlns:a16="http://schemas.microsoft.com/office/drawing/2014/main" id="{05328E97-5CB2-07CE-443C-A11CB679DAE0}"/>
              </a:ext>
            </a:extLst>
          </p:cNvPr>
          <p:cNvSpPr>
            <a:spLocks noGrp="1"/>
          </p:cNvSpPr>
          <p:nvPr>
            <p:ph idx="1"/>
          </p:nvPr>
        </p:nvSpPr>
        <p:spPr>
          <a:xfrm>
            <a:off x="273050" y="692150"/>
            <a:ext cx="9217025" cy="3024188"/>
          </a:xfrm>
          <a:ln w="76200" cmpd="dbl"/>
        </p:spPr>
        <p:txBody>
          <a:bodyPr/>
          <a:lstStyle/>
          <a:p>
            <a:pPr marL="342680" indent="-342680">
              <a:defRPr/>
            </a:pPr>
            <a:r>
              <a:rPr lang="ja-JP" altLang="en-US" sz="1800" b="1" dirty="0">
                <a:solidFill>
                  <a:prstClr val="black"/>
                </a:solidFill>
                <a:latin typeface="ＭＳ ゴシック" pitchFamily="49" charset="-128"/>
                <a:ea typeface="ＭＳ ゴシック" pitchFamily="49" charset="-128"/>
              </a:rPr>
              <a:t>昨年度の実施内容</a:t>
            </a:r>
            <a:endParaRPr lang="en-US" altLang="ja-JP" sz="1800" b="1" dirty="0">
              <a:solidFill>
                <a:prstClr val="black"/>
              </a:solidFill>
              <a:latin typeface="ＭＳ ゴシック" pitchFamily="49" charset="-128"/>
              <a:ea typeface="ＭＳ ゴシック" pitchFamily="49" charset="-128"/>
            </a:endParaRPr>
          </a:p>
          <a:p>
            <a:pPr marL="449263" lvl="1" indent="-361950">
              <a:defRPr/>
            </a:pPr>
            <a:r>
              <a:rPr lang="ja-JP" altLang="en-US" sz="1400" b="1" dirty="0">
                <a:solidFill>
                  <a:prstClr val="black"/>
                </a:solidFill>
                <a:latin typeface="ＭＳ ゴシック" pitchFamily="49" charset="-128"/>
                <a:ea typeface="ＭＳ ゴシック" pitchFamily="49" charset="-128"/>
              </a:rPr>
              <a:t>観光・防災・エリアマーケティング・インフラ整備をテーマに自治体と連携し、データカタログを作成。　</a:t>
            </a:r>
            <a:endParaRPr lang="en-US" altLang="ja-JP" sz="1400" b="1" dirty="0">
              <a:solidFill>
                <a:prstClr val="black"/>
              </a:solidFill>
              <a:latin typeface="ＭＳ ゴシック" pitchFamily="49" charset="-128"/>
              <a:ea typeface="ＭＳ ゴシック" pitchFamily="49" charset="-128"/>
            </a:endParaRPr>
          </a:p>
          <a:p>
            <a:pPr marL="449263" lvl="1" indent="-361950">
              <a:defRPr/>
            </a:pPr>
            <a:r>
              <a:rPr lang="ja-JP" altLang="en-US" sz="1400" b="1" kern="1200" dirty="0">
                <a:solidFill>
                  <a:srgbClr val="000000"/>
                </a:solidFill>
                <a:latin typeface="ＭＳ ゴシック" pitchFamily="49" charset="-128"/>
                <a:ea typeface="ＭＳ ゴシック" pitchFamily="49" charset="-128"/>
                <a:cs typeface="ＭＳ Ｐゴシック" pitchFamily="50" charset="-128"/>
              </a:rPr>
              <a:t>東京都北区が保有している公共データ（観光・防災）の一部を使用して、データ公開に関する作業コストの把握コンテンツ入手、加工コスト圧縮等の観点から、実証実験を実施。</a:t>
            </a:r>
            <a:endParaRPr lang="en-US" altLang="ja-JP" sz="2000" b="1" dirty="0">
              <a:latin typeface="ＭＳ ゴシック" pitchFamily="49" charset="-128"/>
              <a:ea typeface="ＭＳ ゴシック" pitchFamily="49" charset="-128"/>
            </a:endParaRPr>
          </a:p>
          <a:p>
            <a:pPr marL="342680" indent="-342680">
              <a:defRPr/>
            </a:pPr>
            <a:r>
              <a:rPr lang="ja-JP" altLang="en-US" sz="1800" b="1" dirty="0">
                <a:latin typeface="ＭＳ ゴシック" pitchFamily="49" charset="-128"/>
                <a:ea typeface="ＭＳ ゴシック" pitchFamily="49" charset="-128"/>
              </a:rPr>
              <a:t>今年度の実施内容</a:t>
            </a:r>
            <a:endParaRPr lang="en-US" altLang="ja-JP" sz="1800" b="1" dirty="0">
              <a:latin typeface="ＭＳ ゴシック" pitchFamily="49" charset="-128"/>
              <a:ea typeface="ＭＳ ゴシック" pitchFamily="49" charset="-128"/>
            </a:endParaRPr>
          </a:p>
          <a:p>
            <a:pPr marL="449263" lvl="1" indent="-361950">
              <a:defRPr/>
            </a:pPr>
            <a:r>
              <a:rPr lang="ja-JP" altLang="en-US" sz="1400" b="1" dirty="0">
                <a:latin typeface="ＭＳ ゴシック" pitchFamily="49" charset="-128"/>
                <a:ea typeface="ＭＳ ゴシック" pitchFamily="49" charset="-128"/>
              </a:rPr>
              <a:t>公共データを利用し、民間のデータと連携したサービスモデルの検証を行い、新サービス創出につなげる。</a:t>
            </a:r>
            <a:endParaRPr lang="en-US" altLang="ja-JP" sz="1400" b="1" dirty="0">
              <a:latin typeface="ＭＳ ゴシック" pitchFamily="49" charset="-128"/>
              <a:ea typeface="ＭＳ ゴシック" pitchFamily="49" charset="-128"/>
            </a:endParaRPr>
          </a:p>
          <a:p>
            <a:pPr marL="449263" lvl="1" indent="-361950">
              <a:defRPr/>
            </a:pPr>
            <a:r>
              <a:rPr lang="ja-JP" altLang="en-US" sz="1400" b="1" dirty="0">
                <a:latin typeface="ＭＳ ゴシック" pitchFamily="49" charset="-128"/>
                <a:ea typeface="ＭＳ ゴシック" pitchFamily="49" charset="-128"/>
              </a:rPr>
              <a:t>自治体データのカタログ化を実施し、利活用を促進するために必要な技術的・制度的な課題を整理する。</a:t>
            </a:r>
          </a:p>
          <a:p>
            <a:pPr marL="449263" lvl="1" indent="-361950">
              <a:defRPr/>
            </a:pPr>
            <a:r>
              <a:rPr lang="ja-JP" altLang="en-US" sz="1400" b="1" dirty="0">
                <a:latin typeface="ＭＳ ゴシック" pitchFamily="49" charset="-128"/>
                <a:ea typeface="ＭＳ ゴシック" pitchFamily="49" charset="-128"/>
              </a:rPr>
              <a:t>公共データの利用促進に必要なツール類を整備する。</a:t>
            </a:r>
          </a:p>
          <a:p>
            <a:pPr marL="449263" lvl="1" indent="-361950">
              <a:defRPr/>
            </a:pPr>
            <a:r>
              <a:rPr lang="ja-JP" altLang="en-US" sz="1400" b="1" dirty="0">
                <a:latin typeface="ＭＳ ゴシック" pitchFamily="49" charset="-128"/>
                <a:ea typeface="ＭＳ ゴシック" pitchFamily="49" charset="-128"/>
              </a:rPr>
              <a:t>コンテンストを通じて、データ活用の新しい形を整理し、それに必要な措置等を整理する。</a:t>
            </a:r>
          </a:p>
          <a:p>
            <a:pPr marL="0" indent="0">
              <a:buFont typeface="Wingdings" panose="05000000000000000000" pitchFamily="2" charset="2"/>
              <a:buNone/>
              <a:defRPr/>
            </a:pPr>
            <a:endParaRPr lang="ja-JP" altLang="en-US" sz="1800" b="1" dirty="0">
              <a:latin typeface="ＭＳ ゴシック" pitchFamily="49" charset="-128"/>
              <a:ea typeface="ＭＳ ゴシック" pitchFamily="49" charset="-128"/>
            </a:endParaRPr>
          </a:p>
          <a:p>
            <a:pPr marL="87313" lvl="1" indent="0">
              <a:buFont typeface="Wingdings" panose="05000000000000000000" pitchFamily="2" charset="2"/>
              <a:buNone/>
              <a:defRPr/>
            </a:pPr>
            <a:endParaRPr lang="ja-JP" altLang="en-US" b="1" dirty="0">
              <a:latin typeface="ＭＳ ゴシック" pitchFamily="49" charset="-128"/>
              <a:ea typeface="ＭＳ ゴシック" pitchFamily="49" charset="-128"/>
            </a:endParaRPr>
          </a:p>
        </p:txBody>
      </p:sp>
      <p:pic>
        <p:nvPicPr>
          <p:cNvPr id="32772" name="Picture 37" descr="R:\【省内共有】職員共有ファイル限定（担当者・所属を記載のこと）\経済産業省ロゴマーク（安齋＠広報室）\jpgファイル\3欧文oubun_logo_jpg\(1)本省honsyo\oubun_b_logo_color_small.jpg">
            <a:extLst>
              <a:ext uri="{FF2B5EF4-FFF2-40B4-BE49-F238E27FC236}">
                <a16:creationId xmlns:a16="http://schemas.microsoft.com/office/drawing/2014/main" id="{D50360F7-ED65-5A64-603F-FC26EA43BB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08988" y="14288"/>
            <a:ext cx="1439862"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3" name="タイトル 1">
            <a:extLst>
              <a:ext uri="{FF2B5EF4-FFF2-40B4-BE49-F238E27FC236}">
                <a16:creationId xmlns:a16="http://schemas.microsoft.com/office/drawing/2014/main" id="{44A15D0A-4A06-B7CC-B8F5-CE56B4EE7022}"/>
              </a:ext>
            </a:extLst>
          </p:cNvPr>
          <p:cNvSpPr txBox="1">
            <a:spLocks/>
          </p:cNvSpPr>
          <p:nvPr/>
        </p:nvSpPr>
        <p:spPr bwMode="auto">
          <a:xfrm>
            <a:off x="200025" y="115888"/>
            <a:ext cx="9505950"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80" tIns="45690" rIns="91380" bIns="45690" anchor="ct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a:spcBef>
                <a:spcPct val="0"/>
              </a:spcBef>
              <a:buFontTx/>
              <a:buNone/>
            </a:pPr>
            <a:r>
              <a:rPr lang="ja-JP" altLang="en-US" sz="2400">
                <a:solidFill>
                  <a:srgbClr val="3333FF"/>
                </a:solidFill>
                <a:latin typeface="ＭＳ ゴシック" panose="020B0609070205080204" pitchFamily="49" charset="-128"/>
                <a:ea typeface="ＭＳ ゴシック" panose="020B0609070205080204" pitchFamily="49" charset="-128"/>
              </a:rPr>
              <a:t>ユースケースの創成と共有</a:t>
            </a:r>
          </a:p>
        </p:txBody>
      </p:sp>
      <p:sp>
        <p:nvSpPr>
          <p:cNvPr id="73" name="角丸四角形 72">
            <a:extLst>
              <a:ext uri="{FF2B5EF4-FFF2-40B4-BE49-F238E27FC236}">
                <a16:creationId xmlns:a16="http://schemas.microsoft.com/office/drawing/2014/main" id="{88A4C1AA-A6C8-E2D6-2D8B-AA7A1E9D4AEB}"/>
              </a:ext>
            </a:extLst>
          </p:cNvPr>
          <p:cNvSpPr/>
          <p:nvPr/>
        </p:nvSpPr>
        <p:spPr>
          <a:xfrm>
            <a:off x="200025" y="3629025"/>
            <a:ext cx="9505950" cy="2968625"/>
          </a:xfrm>
          <a:prstGeom prst="roundRect">
            <a:avLst>
              <a:gd name="adj" fmla="val 9393"/>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endParaRPr lang="ja-JP" altLang="en-US" sz="1200">
              <a:latin typeface="ＭＳ ゴシック" pitchFamily="49" charset="-128"/>
              <a:ea typeface="ＭＳ ゴシック" pitchFamily="49" charset="-128"/>
            </a:endParaRPr>
          </a:p>
        </p:txBody>
      </p:sp>
      <p:sp>
        <p:nvSpPr>
          <p:cNvPr id="32775" name="テキスト ボックス 19">
            <a:extLst>
              <a:ext uri="{FF2B5EF4-FFF2-40B4-BE49-F238E27FC236}">
                <a16:creationId xmlns:a16="http://schemas.microsoft.com/office/drawing/2014/main" id="{83194D61-E15B-85F0-94BD-4D3B9F81E6FB}"/>
              </a:ext>
            </a:extLst>
          </p:cNvPr>
          <p:cNvSpPr txBox="1">
            <a:spLocks noChangeArrowheads="1"/>
          </p:cNvSpPr>
          <p:nvPr/>
        </p:nvSpPr>
        <p:spPr bwMode="auto">
          <a:xfrm>
            <a:off x="360363" y="3429000"/>
            <a:ext cx="3238500"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a:solidFill>
                  <a:srgbClr val="000066"/>
                </a:solidFill>
                <a:latin typeface="ＭＳ ゴシック" panose="020B0609070205080204" pitchFamily="49" charset="-128"/>
                <a:ea typeface="ＭＳ ゴシック" panose="020B0609070205080204" pitchFamily="49" charset="-128"/>
              </a:rPr>
              <a:t>今年度のモデル実証事業</a:t>
            </a:r>
          </a:p>
        </p:txBody>
      </p:sp>
      <p:sp>
        <p:nvSpPr>
          <p:cNvPr id="32776" name="角丸四角形 94">
            <a:extLst>
              <a:ext uri="{FF2B5EF4-FFF2-40B4-BE49-F238E27FC236}">
                <a16:creationId xmlns:a16="http://schemas.microsoft.com/office/drawing/2014/main" id="{97E2E986-EA17-5D57-272D-B4870D67065E}"/>
              </a:ext>
            </a:extLst>
          </p:cNvPr>
          <p:cNvSpPr>
            <a:spLocks noChangeArrowheads="1"/>
          </p:cNvSpPr>
          <p:nvPr/>
        </p:nvSpPr>
        <p:spPr bwMode="auto">
          <a:xfrm>
            <a:off x="3484563" y="3908425"/>
            <a:ext cx="3063875" cy="2389188"/>
          </a:xfrm>
          <a:prstGeom prst="roundRect">
            <a:avLst>
              <a:gd name="adj" fmla="val 7699"/>
            </a:avLst>
          </a:prstGeom>
          <a:solidFill>
            <a:srgbClr val="F2FAEA"/>
          </a:solidFill>
          <a:ln>
            <a:noFill/>
          </a:ln>
          <a:extLst>
            <a:ext uri="{91240B29-F687-4F45-9708-019B960494DF}">
              <a14:hiddenLine xmlns:a14="http://schemas.microsoft.com/office/drawing/2010/main" w="9525" algn="ctr">
                <a:solidFill>
                  <a:srgbClr val="000000"/>
                </a:solidFill>
                <a:round/>
                <a:headEnd/>
                <a:tailEnd type="triangle" w="med" len="med"/>
              </a14:hiddenLine>
            </a:ext>
          </a:extLst>
        </p:spPr>
        <p:txBody>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endParaRPr lang="ja-JP" altLang="en-US" sz="2400">
              <a:solidFill>
                <a:srgbClr val="000066"/>
              </a:solidFill>
              <a:latin typeface="ＭＳ ゴシック" panose="020B0609070205080204" pitchFamily="49" charset="-128"/>
              <a:ea typeface="ＭＳ ゴシック" panose="020B0609070205080204" pitchFamily="49" charset="-128"/>
            </a:endParaRPr>
          </a:p>
        </p:txBody>
      </p:sp>
      <p:sp>
        <p:nvSpPr>
          <p:cNvPr id="32777" name="テキスト ボックス 18">
            <a:extLst>
              <a:ext uri="{FF2B5EF4-FFF2-40B4-BE49-F238E27FC236}">
                <a16:creationId xmlns:a16="http://schemas.microsoft.com/office/drawing/2014/main" id="{C727E0F5-AE3B-9879-EEB9-83CC23EAE39F}"/>
              </a:ext>
            </a:extLst>
          </p:cNvPr>
          <p:cNvSpPr txBox="1">
            <a:spLocks noChangeArrowheads="1"/>
          </p:cNvSpPr>
          <p:nvPr/>
        </p:nvSpPr>
        <p:spPr bwMode="auto">
          <a:xfrm>
            <a:off x="3484563" y="3924300"/>
            <a:ext cx="3149600" cy="237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600">
                <a:latin typeface="ＭＳ ゴシック" panose="020B0609070205080204" pitchFamily="49" charset="-128"/>
                <a:ea typeface="ＭＳ ゴシック" panose="020B0609070205080204" pitchFamily="49" charset="-128"/>
              </a:rPr>
              <a:t>●</a:t>
            </a:r>
            <a:r>
              <a:rPr lang="ja-JP" altLang="en-US" sz="1200">
                <a:latin typeface="ＭＳ ゴシック" panose="020B0609070205080204" pitchFamily="49" charset="-128"/>
                <a:ea typeface="ＭＳ ゴシック" panose="020B0609070205080204" pitchFamily="49" charset="-128"/>
              </a:rPr>
              <a:t>公共インフラ情報等の官民連携モデル</a:t>
            </a:r>
            <a:endParaRPr lang="en-US" altLang="ja-JP" sz="1200">
              <a:latin typeface="ＭＳ ゴシック" panose="020B0609070205080204" pitchFamily="49" charset="-128"/>
              <a:ea typeface="ＭＳ ゴシック" panose="020B0609070205080204" pitchFamily="49" charset="-128"/>
            </a:endParaRPr>
          </a:p>
          <a:p>
            <a:pPr eaLnBrk="1" hangingPunct="1">
              <a:spcBef>
                <a:spcPct val="0"/>
              </a:spcBef>
              <a:buFontTx/>
              <a:buNone/>
            </a:pPr>
            <a:endParaRPr lang="en-US" altLang="ja-JP" sz="700">
              <a:latin typeface="ＭＳ ゴシック" panose="020B0609070205080204" pitchFamily="49" charset="-128"/>
              <a:ea typeface="ＭＳ ゴシック" panose="020B0609070205080204" pitchFamily="49" charset="-128"/>
            </a:endParaRPr>
          </a:p>
          <a:p>
            <a:pPr eaLnBrk="1" hangingPunct="1">
              <a:spcBef>
                <a:spcPct val="0"/>
              </a:spcBef>
              <a:buFontTx/>
              <a:buNone/>
            </a:pPr>
            <a:r>
              <a:rPr lang="ja-JP" altLang="en-US" sz="1200">
                <a:latin typeface="ＭＳ ゴシック" panose="020B0609070205080204" pitchFamily="49" charset="-128"/>
                <a:ea typeface="ＭＳ ゴシック" panose="020B0609070205080204" pitchFamily="49" charset="-128"/>
              </a:rPr>
              <a:t>地下埋設物データを官民連携し、災害シミュレーション等を実現するモデル</a:t>
            </a:r>
            <a:endParaRPr lang="en-US" altLang="ja-JP" sz="1200">
              <a:latin typeface="ＭＳ ゴシック" panose="020B0609070205080204" pitchFamily="49" charset="-128"/>
              <a:ea typeface="ＭＳ ゴシック" panose="020B0609070205080204" pitchFamily="49" charset="-128"/>
            </a:endParaRPr>
          </a:p>
        </p:txBody>
      </p:sp>
      <p:grpSp>
        <p:nvGrpSpPr>
          <p:cNvPr id="32778" name="グループ化 6">
            <a:extLst>
              <a:ext uri="{FF2B5EF4-FFF2-40B4-BE49-F238E27FC236}">
                <a16:creationId xmlns:a16="http://schemas.microsoft.com/office/drawing/2014/main" id="{D714E70F-6FFA-3100-E1FC-EFDED9AD19FF}"/>
              </a:ext>
            </a:extLst>
          </p:cNvPr>
          <p:cNvGrpSpPr>
            <a:grpSpLocks/>
          </p:cNvGrpSpPr>
          <p:nvPr/>
        </p:nvGrpSpPr>
        <p:grpSpPr bwMode="auto">
          <a:xfrm>
            <a:off x="3692525" y="4956175"/>
            <a:ext cx="3151188" cy="1285875"/>
            <a:chOff x="2543565" y="4799901"/>
            <a:chExt cx="2183279" cy="1019584"/>
          </a:xfrm>
        </p:grpSpPr>
        <p:cxnSp>
          <p:nvCxnSpPr>
            <p:cNvPr id="78" name="直線矢印コネクタ 77">
              <a:extLst>
                <a:ext uri="{FF2B5EF4-FFF2-40B4-BE49-F238E27FC236}">
                  <a16:creationId xmlns:a16="http://schemas.microsoft.com/office/drawing/2014/main" id="{F8C808F7-8C75-B479-0F1E-4249E7235176}"/>
                </a:ext>
              </a:extLst>
            </p:cNvPr>
            <p:cNvCxnSpPr/>
            <p:nvPr/>
          </p:nvCxnSpPr>
          <p:spPr bwMode="auto">
            <a:xfrm>
              <a:off x="3646754" y="5181301"/>
              <a:ext cx="670932" cy="0"/>
            </a:xfrm>
            <a:prstGeom prst="straightConnector1">
              <a:avLst/>
            </a:prstGeom>
            <a:ln w="15875">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79" name="直線矢印コネクタ 78">
              <a:extLst>
                <a:ext uri="{FF2B5EF4-FFF2-40B4-BE49-F238E27FC236}">
                  <a16:creationId xmlns:a16="http://schemas.microsoft.com/office/drawing/2014/main" id="{0B6E0198-6A64-4172-0026-631063258090}"/>
                </a:ext>
              </a:extLst>
            </p:cNvPr>
            <p:cNvCxnSpPr/>
            <p:nvPr/>
          </p:nvCxnSpPr>
          <p:spPr bwMode="auto">
            <a:xfrm>
              <a:off x="3646754" y="5375148"/>
              <a:ext cx="672032" cy="0"/>
            </a:xfrm>
            <a:prstGeom prst="straightConnector1">
              <a:avLst/>
            </a:prstGeom>
            <a:ln w="15875">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80" name="直線矢印コネクタ 79">
              <a:extLst>
                <a:ext uri="{FF2B5EF4-FFF2-40B4-BE49-F238E27FC236}">
                  <a16:creationId xmlns:a16="http://schemas.microsoft.com/office/drawing/2014/main" id="{72F6A8D1-6755-002F-B424-A25D4A7F1665}"/>
                </a:ext>
              </a:extLst>
            </p:cNvPr>
            <p:cNvCxnSpPr/>
            <p:nvPr/>
          </p:nvCxnSpPr>
          <p:spPr bwMode="auto">
            <a:xfrm>
              <a:off x="3646754" y="5568995"/>
              <a:ext cx="672032" cy="0"/>
            </a:xfrm>
            <a:prstGeom prst="straightConnector1">
              <a:avLst/>
            </a:prstGeom>
            <a:ln w="15875">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cxnSp>
          <p:nvCxnSpPr>
            <p:cNvPr id="81" name="直線矢印コネクタ 80">
              <a:extLst>
                <a:ext uri="{FF2B5EF4-FFF2-40B4-BE49-F238E27FC236}">
                  <a16:creationId xmlns:a16="http://schemas.microsoft.com/office/drawing/2014/main" id="{470A7E7D-6205-9D80-30D8-677D43DBB6E6}"/>
                </a:ext>
              </a:extLst>
            </p:cNvPr>
            <p:cNvCxnSpPr/>
            <p:nvPr/>
          </p:nvCxnSpPr>
          <p:spPr bwMode="auto">
            <a:xfrm>
              <a:off x="3646754" y="4988713"/>
              <a:ext cx="672032" cy="0"/>
            </a:xfrm>
            <a:prstGeom prst="straightConnector1">
              <a:avLst/>
            </a:prstGeom>
            <a:ln w="15875">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sp>
          <p:nvSpPr>
            <p:cNvPr id="32802" name="テキスト ボックス 92">
              <a:extLst>
                <a:ext uri="{FF2B5EF4-FFF2-40B4-BE49-F238E27FC236}">
                  <a16:creationId xmlns:a16="http://schemas.microsoft.com/office/drawing/2014/main" id="{2FBCE928-96CC-7686-370D-ACBD0EA66BD5}"/>
                </a:ext>
              </a:extLst>
            </p:cNvPr>
            <p:cNvSpPr txBox="1">
              <a:spLocks noChangeArrowheads="1"/>
            </p:cNvSpPr>
            <p:nvPr/>
          </p:nvSpPr>
          <p:spPr bwMode="auto">
            <a:xfrm>
              <a:off x="3755247" y="4799901"/>
              <a:ext cx="774681" cy="207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100">
                  <a:latin typeface="ＭＳ ゴシック" panose="020B0609070205080204" pitchFamily="49" charset="-128"/>
                  <a:ea typeface="ＭＳ ゴシック" panose="020B0609070205080204" pitchFamily="49" charset="-128"/>
                </a:rPr>
                <a:t>道路情報</a:t>
              </a:r>
            </a:p>
          </p:txBody>
        </p:sp>
        <p:sp>
          <p:nvSpPr>
            <p:cNvPr id="32803" name="正方形/長方形 52">
              <a:extLst>
                <a:ext uri="{FF2B5EF4-FFF2-40B4-BE49-F238E27FC236}">
                  <a16:creationId xmlns:a16="http://schemas.microsoft.com/office/drawing/2014/main" id="{56C1FEE5-D951-6967-E671-9C6C3A23C13A}"/>
                </a:ext>
              </a:extLst>
            </p:cNvPr>
            <p:cNvSpPr>
              <a:spLocks noChangeArrowheads="1"/>
            </p:cNvSpPr>
            <p:nvPr/>
          </p:nvSpPr>
          <p:spPr bwMode="auto">
            <a:xfrm>
              <a:off x="2596294" y="5161039"/>
              <a:ext cx="541873" cy="103138"/>
            </a:xfrm>
            <a:prstGeom prst="rect">
              <a:avLst/>
            </a:prstGeom>
            <a:solidFill>
              <a:schemeClr val="bg1"/>
            </a:solidFill>
            <a:ln>
              <a:noFill/>
            </a:ln>
            <a:extLst>
              <a:ext uri="{91240B29-F687-4F45-9708-019B960494DF}">
                <a14:hiddenLine xmlns:a14="http://schemas.microsoft.com/office/drawing/2010/main" w="9525" algn="ctr">
                  <a:solidFill>
                    <a:srgbClr val="000000"/>
                  </a:solidFill>
                  <a:round/>
                  <a:headEnd/>
                  <a:tailEnd type="triangle" w="med" len="med"/>
                </a14:hiddenLine>
              </a:ext>
            </a:extLst>
          </p:spPr>
          <p:txBody>
            <a:bodyPr anchor="ct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endParaRPr lang="ja-JP" altLang="en-US" sz="1400">
                <a:solidFill>
                  <a:srgbClr val="000066"/>
                </a:solidFill>
                <a:latin typeface="ＭＳ ゴシック" panose="020B0609070205080204" pitchFamily="49" charset="-128"/>
                <a:ea typeface="ＭＳ ゴシック" panose="020B0609070205080204" pitchFamily="49" charset="-128"/>
              </a:endParaRPr>
            </a:p>
          </p:txBody>
        </p:sp>
        <p:grpSp>
          <p:nvGrpSpPr>
            <p:cNvPr id="84" name="グループ化 71">
              <a:extLst>
                <a:ext uri="{FF2B5EF4-FFF2-40B4-BE49-F238E27FC236}">
                  <a16:creationId xmlns:a16="http://schemas.microsoft.com/office/drawing/2014/main" id="{23C4333E-51DB-71D4-5913-B8FB80DCFEB8}"/>
                </a:ext>
              </a:extLst>
            </p:cNvPr>
            <p:cNvGrpSpPr>
              <a:grpSpLocks/>
            </p:cNvGrpSpPr>
            <p:nvPr/>
          </p:nvGrpSpPr>
          <p:grpSpPr bwMode="auto">
            <a:xfrm>
              <a:off x="2556805" y="5561019"/>
              <a:ext cx="1079513" cy="258466"/>
              <a:chOff x="1403648" y="2924944"/>
              <a:chExt cx="2952328" cy="720080"/>
            </a:xfrm>
            <a:solidFill>
              <a:schemeClr val="accent1"/>
            </a:solidFill>
          </p:grpSpPr>
          <p:sp>
            <p:nvSpPr>
              <p:cNvPr id="115" name="フローチャート: データ 114">
                <a:extLst>
                  <a:ext uri="{FF2B5EF4-FFF2-40B4-BE49-F238E27FC236}">
                    <a16:creationId xmlns:a16="http://schemas.microsoft.com/office/drawing/2014/main" id="{3D6DFBD2-EECF-C209-07CB-9F45EDE0D038}"/>
                  </a:ext>
                </a:extLst>
              </p:cNvPr>
              <p:cNvSpPr/>
              <p:nvPr/>
            </p:nvSpPr>
            <p:spPr>
              <a:xfrm>
                <a:off x="1403648" y="2924944"/>
                <a:ext cx="2952328" cy="720080"/>
              </a:xfrm>
              <a:prstGeom prst="flowChartInputOutput">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sz="2400">
                  <a:latin typeface="ＭＳ ゴシック" pitchFamily="49" charset="-128"/>
                  <a:ea typeface="ＭＳ ゴシック" pitchFamily="49" charset="-128"/>
                </a:endParaRPr>
              </a:p>
            </p:txBody>
          </p:sp>
          <p:cxnSp>
            <p:nvCxnSpPr>
              <p:cNvPr id="116" name="直線コネクタ 115">
                <a:extLst>
                  <a:ext uri="{FF2B5EF4-FFF2-40B4-BE49-F238E27FC236}">
                    <a16:creationId xmlns:a16="http://schemas.microsoft.com/office/drawing/2014/main" id="{4B2CEC20-91D2-8F3D-6106-04C6D33D1F97}"/>
                  </a:ext>
                </a:extLst>
              </p:cNvPr>
              <p:cNvCxnSpPr/>
              <p:nvPr/>
            </p:nvCxnSpPr>
            <p:spPr>
              <a:xfrm flipV="1">
                <a:off x="1924274" y="2924944"/>
                <a:ext cx="487292" cy="720080"/>
              </a:xfrm>
              <a:prstGeom prst="line">
                <a:avLst/>
              </a:prstGeom>
              <a:grpFill/>
              <a:ln w="603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7" name="曲線コネクタ 116">
                <a:extLst>
                  <a:ext uri="{FF2B5EF4-FFF2-40B4-BE49-F238E27FC236}">
                    <a16:creationId xmlns:a16="http://schemas.microsoft.com/office/drawing/2014/main" id="{6B1447C0-3405-9A18-BA9A-3FFDAF4BCA44}"/>
                  </a:ext>
                </a:extLst>
              </p:cNvPr>
              <p:cNvCxnSpPr>
                <a:stCxn id="115" idx="2"/>
              </p:cNvCxnSpPr>
              <p:nvPr/>
            </p:nvCxnSpPr>
            <p:spPr>
              <a:xfrm rot="10800000" flipH="1" flipV="1">
                <a:off x="1698881" y="3284984"/>
                <a:ext cx="2152342" cy="215707"/>
              </a:xfrm>
              <a:prstGeom prst="curvedConnector3">
                <a:avLst>
                  <a:gd name="adj1" fmla="val 47117"/>
                </a:avLst>
              </a:prstGeom>
              <a:grpFill/>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8" name="曲線コネクタ 117">
                <a:extLst>
                  <a:ext uri="{FF2B5EF4-FFF2-40B4-BE49-F238E27FC236}">
                    <a16:creationId xmlns:a16="http://schemas.microsoft.com/office/drawing/2014/main" id="{8D166219-1E99-3977-C4E1-2DD21FFF6A79}"/>
                  </a:ext>
                </a:extLst>
              </p:cNvPr>
              <p:cNvCxnSpPr/>
              <p:nvPr/>
            </p:nvCxnSpPr>
            <p:spPr>
              <a:xfrm flipV="1">
                <a:off x="1548089" y="3069278"/>
                <a:ext cx="2663444" cy="431414"/>
              </a:xfrm>
              <a:prstGeom prst="curvedConnector3">
                <a:avLst>
                  <a:gd name="adj1" fmla="val 50000"/>
                </a:avLst>
              </a:prstGeom>
              <a:grpFill/>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9" name="直線コネクタ 118">
                <a:extLst>
                  <a:ext uri="{FF2B5EF4-FFF2-40B4-BE49-F238E27FC236}">
                    <a16:creationId xmlns:a16="http://schemas.microsoft.com/office/drawing/2014/main" id="{A46076EB-6208-956D-379A-892C2382D792}"/>
                  </a:ext>
                </a:extLst>
              </p:cNvPr>
              <p:cNvCxnSpPr/>
              <p:nvPr/>
            </p:nvCxnSpPr>
            <p:spPr>
              <a:xfrm flipV="1">
                <a:off x="3276630" y="2924944"/>
                <a:ext cx="485706" cy="720080"/>
              </a:xfrm>
              <a:prstGeom prst="line">
                <a:avLst/>
              </a:prstGeom>
              <a:grpFill/>
              <a:ln w="603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32805" name="グループ化 71">
              <a:extLst>
                <a:ext uri="{FF2B5EF4-FFF2-40B4-BE49-F238E27FC236}">
                  <a16:creationId xmlns:a16="http://schemas.microsoft.com/office/drawing/2014/main" id="{4E9FA9A3-8531-9324-722D-57F65A9DA011}"/>
                </a:ext>
              </a:extLst>
            </p:cNvPr>
            <p:cNvGrpSpPr>
              <a:grpSpLocks/>
            </p:cNvGrpSpPr>
            <p:nvPr/>
          </p:nvGrpSpPr>
          <p:grpSpPr bwMode="auto">
            <a:xfrm>
              <a:off x="2556914" y="5406353"/>
              <a:ext cx="1079513" cy="258466"/>
              <a:chOff x="1403648" y="2924944"/>
              <a:chExt cx="2952328" cy="720080"/>
            </a:xfrm>
          </p:grpSpPr>
          <p:sp>
            <p:nvSpPr>
              <p:cNvPr id="110" name="フローチャート: データ 109">
                <a:extLst>
                  <a:ext uri="{FF2B5EF4-FFF2-40B4-BE49-F238E27FC236}">
                    <a16:creationId xmlns:a16="http://schemas.microsoft.com/office/drawing/2014/main" id="{51B888A6-51A2-E013-225D-737F104A577E}"/>
                  </a:ext>
                </a:extLst>
              </p:cNvPr>
              <p:cNvSpPr/>
              <p:nvPr/>
            </p:nvSpPr>
            <p:spPr>
              <a:xfrm>
                <a:off x="1400230" y="2908144"/>
                <a:ext cx="2956915" cy="736436"/>
              </a:xfrm>
              <a:prstGeom prst="flowChartInputOutput">
                <a:avLst/>
              </a:prstGeom>
              <a:solidFill>
                <a:schemeClr val="accent1">
                  <a:lumMod val="40000"/>
                  <a:lumOff val="60000"/>
                </a:schemeClr>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sz="2400">
                  <a:latin typeface="ＭＳ ゴシック" pitchFamily="49" charset="-128"/>
                  <a:ea typeface="ＭＳ ゴシック" pitchFamily="49" charset="-128"/>
                </a:endParaRPr>
              </a:p>
            </p:txBody>
          </p:sp>
          <p:cxnSp>
            <p:nvCxnSpPr>
              <p:cNvPr id="111" name="直線コネクタ 110">
                <a:extLst>
                  <a:ext uri="{FF2B5EF4-FFF2-40B4-BE49-F238E27FC236}">
                    <a16:creationId xmlns:a16="http://schemas.microsoft.com/office/drawing/2014/main" id="{C9384B87-EF53-2EEE-6C58-B687179D46B1}"/>
                  </a:ext>
                </a:extLst>
              </p:cNvPr>
              <p:cNvCxnSpPr/>
              <p:nvPr/>
            </p:nvCxnSpPr>
            <p:spPr>
              <a:xfrm flipV="1">
                <a:off x="1923631" y="2908144"/>
                <a:ext cx="484296" cy="736436"/>
              </a:xfrm>
              <a:prstGeom prst="line">
                <a:avLst/>
              </a:prstGeom>
              <a:ln w="603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2" name="曲線コネクタ 111">
                <a:extLst>
                  <a:ext uri="{FF2B5EF4-FFF2-40B4-BE49-F238E27FC236}">
                    <a16:creationId xmlns:a16="http://schemas.microsoft.com/office/drawing/2014/main" id="{FD0DB58F-F47D-3E53-FFB4-5BCBE14FB7FE}"/>
                  </a:ext>
                </a:extLst>
              </p:cNvPr>
              <p:cNvCxnSpPr>
                <a:stCxn id="110" idx="2"/>
              </p:cNvCxnSpPr>
              <p:nvPr/>
            </p:nvCxnSpPr>
            <p:spPr>
              <a:xfrm rot="10800000" flipH="1" flipV="1">
                <a:off x="1692010" y="3283375"/>
                <a:ext cx="2162791" cy="220932"/>
              </a:xfrm>
              <a:prstGeom prst="curvedConnector3">
                <a:avLst>
                  <a:gd name="adj1" fmla="val 47117"/>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3" name="曲線コネクタ 112">
                <a:extLst>
                  <a:ext uri="{FF2B5EF4-FFF2-40B4-BE49-F238E27FC236}">
                    <a16:creationId xmlns:a16="http://schemas.microsoft.com/office/drawing/2014/main" id="{D669C374-9CF3-4B13-A1F3-B30320094B5E}"/>
                  </a:ext>
                </a:extLst>
              </p:cNvPr>
              <p:cNvCxnSpPr/>
              <p:nvPr/>
            </p:nvCxnSpPr>
            <p:spPr>
              <a:xfrm flipV="1">
                <a:off x="1544616" y="3065951"/>
                <a:ext cx="2671151" cy="438356"/>
              </a:xfrm>
              <a:prstGeom prst="curvedConnector3">
                <a:avLst>
                  <a:gd name="adj1" fmla="val 50000"/>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14" name="直線コネクタ 113">
                <a:extLst>
                  <a:ext uri="{FF2B5EF4-FFF2-40B4-BE49-F238E27FC236}">
                    <a16:creationId xmlns:a16="http://schemas.microsoft.com/office/drawing/2014/main" id="{86998C8E-8E54-8576-7A2A-482DDA220F7F}"/>
                  </a:ext>
                </a:extLst>
              </p:cNvPr>
              <p:cNvCxnSpPr/>
              <p:nvPr/>
            </p:nvCxnSpPr>
            <p:spPr>
              <a:xfrm flipV="1">
                <a:off x="3277255" y="2908144"/>
                <a:ext cx="481289" cy="736436"/>
              </a:xfrm>
              <a:prstGeom prst="line">
                <a:avLst/>
              </a:prstGeom>
              <a:ln w="603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32806" name="グループ化 78">
              <a:extLst>
                <a:ext uri="{FF2B5EF4-FFF2-40B4-BE49-F238E27FC236}">
                  <a16:creationId xmlns:a16="http://schemas.microsoft.com/office/drawing/2014/main" id="{21826903-4F9E-0F5A-1A91-3D545A9FC20B}"/>
                </a:ext>
              </a:extLst>
            </p:cNvPr>
            <p:cNvGrpSpPr>
              <a:grpSpLocks/>
            </p:cNvGrpSpPr>
            <p:nvPr/>
          </p:nvGrpSpPr>
          <p:grpSpPr bwMode="auto">
            <a:xfrm>
              <a:off x="2556914" y="5225314"/>
              <a:ext cx="1079513" cy="258466"/>
              <a:chOff x="1403648" y="2924944"/>
              <a:chExt cx="2952328" cy="720080"/>
            </a:xfrm>
          </p:grpSpPr>
          <p:sp>
            <p:nvSpPr>
              <p:cNvPr id="105" name="フローチャート: データ 104">
                <a:extLst>
                  <a:ext uri="{FF2B5EF4-FFF2-40B4-BE49-F238E27FC236}">
                    <a16:creationId xmlns:a16="http://schemas.microsoft.com/office/drawing/2014/main" id="{BB096F5F-A514-5D56-F4D8-9E5975B201EA}"/>
                  </a:ext>
                </a:extLst>
              </p:cNvPr>
              <p:cNvSpPr/>
              <p:nvPr/>
            </p:nvSpPr>
            <p:spPr>
              <a:xfrm>
                <a:off x="1400230" y="2907530"/>
                <a:ext cx="2956915" cy="736436"/>
              </a:xfrm>
              <a:prstGeom prst="flowChartInputOutput">
                <a:avLst/>
              </a:prstGeom>
              <a:solidFill>
                <a:srgbClr val="FFFF99"/>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sz="2400">
                  <a:latin typeface="ＭＳ ゴシック" pitchFamily="49" charset="-128"/>
                  <a:ea typeface="ＭＳ ゴシック" pitchFamily="49" charset="-128"/>
                </a:endParaRPr>
              </a:p>
            </p:txBody>
          </p:sp>
          <p:cxnSp>
            <p:nvCxnSpPr>
              <p:cNvPr id="106" name="直線コネクタ 105">
                <a:extLst>
                  <a:ext uri="{FF2B5EF4-FFF2-40B4-BE49-F238E27FC236}">
                    <a16:creationId xmlns:a16="http://schemas.microsoft.com/office/drawing/2014/main" id="{095D9977-EC91-01A1-FE4B-7E5807DA939D}"/>
                  </a:ext>
                </a:extLst>
              </p:cNvPr>
              <p:cNvCxnSpPr/>
              <p:nvPr/>
            </p:nvCxnSpPr>
            <p:spPr>
              <a:xfrm flipV="1">
                <a:off x="1923631" y="2907530"/>
                <a:ext cx="484296" cy="736436"/>
              </a:xfrm>
              <a:prstGeom prst="line">
                <a:avLst/>
              </a:prstGeom>
              <a:ln w="603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7" name="曲線コネクタ 106">
                <a:extLst>
                  <a:ext uri="{FF2B5EF4-FFF2-40B4-BE49-F238E27FC236}">
                    <a16:creationId xmlns:a16="http://schemas.microsoft.com/office/drawing/2014/main" id="{04D64789-2CA6-E8F7-E85D-3E75CD269711}"/>
                  </a:ext>
                </a:extLst>
              </p:cNvPr>
              <p:cNvCxnSpPr>
                <a:stCxn id="105" idx="2"/>
              </p:cNvCxnSpPr>
              <p:nvPr/>
            </p:nvCxnSpPr>
            <p:spPr>
              <a:xfrm rot="10800000" flipH="1" flipV="1">
                <a:off x="1692010" y="3282761"/>
                <a:ext cx="2162791" cy="220932"/>
              </a:xfrm>
              <a:prstGeom prst="curvedConnector3">
                <a:avLst>
                  <a:gd name="adj1" fmla="val 47117"/>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8" name="曲線コネクタ 107">
                <a:extLst>
                  <a:ext uri="{FF2B5EF4-FFF2-40B4-BE49-F238E27FC236}">
                    <a16:creationId xmlns:a16="http://schemas.microsoft.com/office/drawing/2014/main" id="{D0542DC6-7244-A099-FACD-BB1A6C579DE9}"/>
                  </a:ext>
                </a:extLst>
              </p:cNvPr>
              <p:cNvCxnSpPr/>
              <p:nvPr/>
            </p:nvCxnSpPr>
            <p:spPr>
              <a:xfrm flipV="1">
                <a:off x="1544616" y="3065337"/>
                <a:ext cx="2671151" cy="438356"/>
              </a:xfrm>
              <a:prstGeom prst="curvedConnector3">
                <a:avLst>
                  <a:gd name="adj1" fmla="val 50000"/>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9" name="直線コネクタ 108">
                <a:extLst>
                  <a:ext uri="{FF2B5EF4-FFF2-40B4-BE49-F238E27FC236}">
                    <a16:creationId xmlns:a16="http://schemas.microsoft.com/office/drawing/2014/main" id="{B114CB13-812B-A89C-D945-C5AA49DC0EEC}"/>
                  </a:ext>
                </a:extLst>
              </p:cNvPr>
              <p:cNvCxnSpPr/>
              <p:nvPr/>
            </p:nvCxnSpPr>
            <p:spPr>
              <a:xfrm flipV="1">
                <a:off x="3277255" y="2907530"/>
                <a:ext cx="481289" cy="736436"/>
              </a:xfrm>
              <a:prstGeom prst="line">
                <a:avLst/>
              </a:prstGeom>
              <a:ln w="603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32807" name="グループ化 70">
              <a:extLst>
                <a:ext uri="{FF2B5EF4-FFF2-40B4-BE49-F238E27FC236}">
                  <a16:creationId xmlns:a16="http://schemas.microsoft.com/office/drawing/2014/main" id="{8BA6A5B2-135E-0497-5D5E-C5F46794760D}"/>
                </a:ext>
              </a:extLst>
            </p:cNvPr>
            <p:cNvGrpSpPr>
              <a:grpSpLocks/>
            </p:cNvGrpSpPr>
            <p:nvPr/>
          </p:nvGrpSpPr>
          <p:grpSpPr bwMode="auto">
            <a:xfrm>
              <a:off x="2556914" y="5070461"/>
              <a:ext cx="1079513" cy="258466"/>
              <a:chOff x="1403648" y="2924944"/>
              <a:chExt cx="2952328" cy="720080"/>
            </a:xfrm>
          </p:grpSpPr>
          <p:sp>
            <p:nvSpPr>
              <p:cNvPr id="99" name="フローチャート: データ 98">
                <a:extLst>
                  <a:ext uri="{FF2B5EF4-FFF2-40B4-BE49-F238E27FC236}">
                    <a16:creationId xmlns:a16="http://schemas.microsoft.com/office/drawing/2014/main" id="{446C3FC6-0EA0-8FC6-6B83-E89F375BCBF1}"/>
                  </a:ext>
                </a:extLst>
              </p:cNvPr>
              <p:cNvSpPr/>
              <p:nvPr/>
            </p:nvSpPr>
            <p:spPr>
              <a:xfrm>
                <a:off x="1400230" y="2925141"/>
                <a:ext cx="2956915" cy="718900"/>
              </a:xfrm>
              <a:prstGeom prst="flowChartInputOutput">
                <a:avLst/>
              </a:prstGeom>
              <a:solidFill>
                <a:schemeClr val="bg1"/>
              </a:solid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sz="2400">
                  <a:latin typeface="ＭＳ ゴシック" pitchFamily="49" charset="-128"/>
                  <a:ea typeface="ＭＳ ゴシック" pitchFamily="49" charset="-128"/>
                </a:endParaRPr>
              </a:p>
            </p:txBody>
          </p:sp>
          <p:cxnSp>
            <p:nvCxnSpPr>
              <p:cNvPr id="100" name="直線コネクタ 99">
                <a:extLst>
                  <a:ext uri="{FF2B5EF4-FFF2-40B4-BE49-F238E27FC236}">
                    <a16:creationId xmlns:a16="http://schemas.microsoft.com/office/drawing/2014/main" id="{5B53B0FA-859B-20E7-2B8D-508BA69A7513}"/>
                  </a:ext>
                </a:extLst>
              </p:cNvPr>
              <p:cNvCxnSpPr/>
              <p:nvPr/>
            </p:nvCxnSpPr>
            <p:spPr>
              <a:xfrm flipV="1">
                <a:off x="1923631" y="2925141"/>
                <a:ext cx="484296" cy="718900"/>
              </a:xfrm>
              <a:prstGeom prst="line">
                <a:avLst/>
              </a:prstGeom>
              <a:ln w="603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1" name="曲線コネクタ 100">
                <a:extLst>
                  <a:ext uri="{FF2B5EF4-FFF2-40B4-BE49-F238E27FC236}">
                    <a16:creationId xmlns:a16="http://schemas.microsoft.com/office/drawing/2014/main" id="{0907CDA4-4DFA-0B7D-C282-FC26C4EDF4EF}"/>
                  </a:ext>
                </a:extLst>
              </p:cNvPr>
              <p:cNvCxnSpPr>
                <a:stCxn id="99" idx="2"/>
              </p:cNvCxnSpPr>
              <p:nvPr/>
            </p:nvCxnSpPr>
            <p:spPr>
              <a:xfrm rot="10800000" flipH="1" flipV="1">
                <a:off x="1692010" y="3286344"/>
                <a:ext cx="2162791" cy="210410"/>
              </a:xfrm>
              <a:prstGeom prst="curvedConnector3">
                <a:avLst>
                  <a:gd name="adj1" fmla="val 47117"/>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2" name="曲線コネクタ 101">
                <a:extLst>
                  <a:ext uri="{FF2B5EF4-FFF2-40B4-BE49-F238E27FC236}">
                    <a16:creationId xmlns:a16="http://schemas.microsoft.com/office/drawing/2014/main" id="{E0B963A8-DFBC-0AD2-43B5-BC34329D2626}"/>
                  </a:ext>
                </a:extLst>
              </p:cNvPr>
              <p:cNvCxnSpPr/>
              <p:nvPr/>
            </p:nvCxnSpPr>
            <p:spPr>
              <a:xfrm flipV="1">
                <a:off x="1544616" y="3065414"/>
                <a:ext cx="2671151" cy="431340"/>
              </a:xfrm>
              <a:prstGeom prst="curvedConnector3">
                <a:avLst>
                  <a:gd name="adj1" fmla="val 50000"/>
                </a:avLst>
              </a:prstGeom>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103" name="曲線コネクタ 102">
                <a:extLst>
                  <a:ext uri="{FF2B5EF4-FFF2-40B4-BE49-F238E27FC236}">
                    <a16:creationId xmlns:a16="http://schemas.microsoft.com/office/drawing/2014/main" id="{D28EA523-9827-B53F-CCD8-FD392614E8E4}"/>
                  </a:ext>
                </a:extLst>
              </p:cNvPr>
              <p:cNvCxnSpPr/>
              <p:nvPr/>
            </p:nvCxnSpPr>
            <p:spPr>
              <a:xfrm rot="16200000" flipV="1">
                <a:off x="2591430" y="3033420"/>
                <a:ext cx="718900" cy="502344"/>
              </a:xfrm>
              <a:prstGeom prst="curvedConnector3">
                <a:avLst>
                  <a:gd name="adj1" fmla="val 50000"/>
                </a:avLst>
              </a:prstGeom>
              <a:ln w="28575">
                <a:solidFill>
                  <a:srgbClr val="0000FF"/>
                </a:solidFill>
              </a:ln>
            </p:spPr>
            <p:style>
              <a:lnRef idx="1">
                <a:schemeClr val="accent1"/>
              </a:lnRef>
              <a:fillRef idx="0">
                <a:schemeClr val="accent1"/>
              </a:fillRef>
              <a:effectRef idx="0">
                <a:schemeClr val="accent1"/>
              </a:effectRef>
              <a:fontRef idx="minor">
                <a:schemeClr val="tx1"/>
              </a:fontRef>
            </p:style>
          </p:cxnSp>
          <p:cxnSp>
            <p:nvCxnSpPr>
              <p:cNvPr id="104" name="直線コネクタ 103">
                <a:extLst>
                  <a:ext uri="{FF2B5EF4-FFF2-40B4-BE49-F238E27FC236}">
                    <a16:creationId xmlns:a16="http://schemas.microsoft.com/office/drawing/2014/main" id="{30EB8204-8566-4E95-1891-5E84EF9ED3F0}"/>
                  </a:ext>
                </a:extLst>
              </p:cNvPr>
              <p:cNvCxnSpPr/>
              <p:nvPr/>
            </p:nvCxnSpPr>
            <p:spPr>
              <a:xfrm flipV="1">
                <a:off x="3277255" y="2925141"/>
                <a:ext cx="481289" cy="718900"/>
              </a:xfrm>
              <a:prstGeom prst="line">
                <a:avLst/>
              </a:prstGeom>
              <a:ln w="603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cxnSp>
          <p:nvCxnSpPr>
            <p:cNvPr id="88" name="直線矢印コネクタ 87">
              <a:extLst>
                <a:ext uri="{FF2B5EF4-FFF2-40B4-BE49-F238E27FC236}">
                  <a16:creationId xmlns:a16="http://schemas.microsoft.com/office/drawing/2014/main" id="{261F4671-E3F5-EC5E-B6E9-C89014BAEC54}"/>
                </a:ext>
              </a:extLst>
            </p:cNvPr>
            <p:cNvCxnSpPr/>
            <p:nvPr/>
          </p:nvCxnSpPr>
          <p:spPr bwMode="auto">
            <a:xfrm>
              <a:off x="3646754" y="5762842"/>
              <a:ext cx="672032" cy="0"/>
            </a:xfrm>
            <a:prstGeom prst="straightConnector1">
              <a:avLst/>
            </a:prstGeom>
            <a:ln w="15875">
              <a:solidFill>
                <a:schemeClr val="tx1"/>
              </a:solidFill>
              <a:headEnd type="triangle" w="lg" len="lg"/>
              <a:tailEnd type="none" w="lg" len="lg"/>
            </a:ln>
          </p:spPr>
          <p:style>
            <a:lnRef idx="1">
              <a:schemeClr val="accent1"/>
            </a:lnRef>
            <a:fillRef idx="0">
              <a:schemeClr val="accent1"/>
            </a:fillRef>
            <a:effectRef idx="0">
              <a:schemeClr val="accent1"/>
            </a:effectRef>
            <a:fontRef idx="minor">
              <a:schemeClr val="tx1"/>
            </a:fontRef>
          </p:style>
        </p:cxnSp>
        <p:grpSp>
          <p:nvGrpSpPr>
            <p:cNvPr id="89" name="グループ化 71">
              <a:extLst>
                <a:ext uri="{FF2B5EF4-FFF2-40B4-BE49-F238E27FC236}">
                  <a16:creationId xmlns:a16="http://schemas.microsoft.com/office/drawing/2014/main" id="{2658480E-B6B6-9D16-93D7-7B8CC89FCA1C}"/>
                </a:ext>
              </a:extLst>
            </p:cNvPr>
            <p:cNvGrpSpPr>
              <a:grpSpLocks/>
            </p:cNvGrpSpPr>
            <p:nvPr/>
          </p:nvGrpSpPr>
          <p:grpSpPr bwMode="auto">
            <a:xfrm>
              <a:off x="2543565" y="4926180"/>
              <a:ext cx="1079513" cy="258466"/>
              <a:chOff x="1403648" y="2924944"/>
              <a:chExt cx="2952328" cy="720080"/>
            </a:xfrm>
            <a:solidFill>
              <a:schemeClr val="accent2"/>
            </a:solidFill>
          </p:grpSpPr>
          <p:sp>
            <p:nvSpPr>
              <p:cNvPr id="94" name="フローチャート: データ 93">
                <a:extLst>
                  <a:ext uri="{FF2B5EF4-FFF2-40B4-BE49-F238E27FC236}">
                    <a16:creationId xmlns:a16="http://schemas.microsoft.com/office/drawing/2014/main" id="{1ABEB8A5-6C6A-9BD5-751A-9E25FC1730B5}"/>
                  </a:ext>
                </a:extLst>
              </p:cNvPr>
              <p:cNvSpPr/>
              <p:nvPr/>
            </p:nvSpPr>
            <p:spPr>
              <a:xfrm>
                <a:off x="1403648" y="2924944"/>
                <a:ext cx="2952328" cy="720080"/>
              </a:xfrm>
              <a:prstGeom prst="flowChartInputOutput">
                <a:avLst/>
              </a:prstGeom>
              <a:grp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sz="2400">
                  <a:latin typeface="ＭＳ ゴシック" pitchFamily="49" charset="-128"/>
                  <a:ea typeface="ＭＳ ゴシック" pitchFamily="49" charset="-128"/>
                </a:endParaRPr>
              </a:p>
            </p:txBody>
          </p:sp>
          <p:cxnSp>
            <p:nvCxnSpPr>
              <p:cNvPr id="95" name="直線コネクタ 94">
                <a:extLst>
                  <a:ext uri="{FF2B5EF4-FFF2-40B4-BE49-F238E27FC236}">
                    <a16:creationId xmlns:a16="http://schemas.microsoft.com/office/drawing/2014/main" id="{CCF0DBBE-C54C-9C0D-04AC-23CABD756EB8}"/>
                  </a:ext>
                </a:extLst>
              </p:cNvPr>
              <p:cNvCxnSpPr/>
              <p:nvPr/>
            </p:nvCxnSpPr>
            <p:spPr>
              <a:xfrm flipV="1">
                <a:off x="1924274" y="2924944"/>
                <a:ext cx="487292" cy="720080"/>
              </a:xfrm>
              <a:prstGeom prst="line">
                <a:avLst/>
              </a:prstGeom>
              <a:grpFill/>
              <a:ln w="603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6" name="曲線コネクタ 95">
                <a:extLst>
                  <a:ext uri="{FF2B5EF4-FFF2-40B4-BE49-F238E27FC236}">
                    <a16:creationId xmlns:a16="http://schemas.microsoft.com/office/drawing/2014/main" id="{9A979A7E-8384-F384-5508-1FF8183DC536}"/>
                  </a:ext>
                </a:extLst>
              </p:cNvPr>
              <p:cNvCxnSpPr>
                <a:stCxn id="94" idx="2"/>
              </p:cNvCxnSpPr>
              <p:nvPr/>
            </p:nvCxnSpPr>
            <p:spPr>
              <a:xfrm rot="10800000" flipH="1" flipV="1">
                <a:off x="1698881" y="3284984"/>
                <a:ext cx="2152342" cy="215707"/>
              </a:xfrm>
              <a:prstGeom prst="curvedConnector3">
                <a:avLst>
                  <a:gd name="adj1" fmla="val 47117"/>
                </a:avLst>
              </a:prstGeom>
              <a:grpFill/>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7" name="曲線コネクタ 96">
                <a:extLst>
                  <a:ext uri="{FF2B5EF4-FFF2-40B4-BE49-F238E27FC236}">
                    <a16:creationId xmlns:a16="http://schemas.microsoft.com/office/drawing/2014/main" id="{73AEBC0A-970D-4B3A-9D3E-05D785741398}"/>
                  </a:ext>
                </a:extLst>
              </p:cNvPr>
              <p:cNvCxnSpPr/>
              <p:nvPr/>
            </p:nvCxnSpPr>
            <p:spPr>
              <a:xfrm flipV="1">
                <a:off x="1548089" y="3069278"/>
                <a:ext cx="2663444" cy="431414"/>
              </a:xfrm>
              <a:prstGeom prst="curvedConnector3">
                <a:avLst>
                  <a:gd name="adj1" fmla="val 50000"/>
                </a:avLst>
              </a:prstGeom>
              <a:grpFill/>
              <a:ln w="2857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98" name="直線コネクタ 97">
                <a:extLst>
                  <a:ext uri="{FF2B5EF4-FFF2-40B4-BE49-F238E27FC236}">
                    <a16:creationId xmlns:a16="http://schemas.microsoft.com/office/drawing/2014/main" id="{6C0A3CF6-BB75-2970-CB8A-F428733246A2}"/>
                  </a:ext>
                </a:extLst>
              </p:cNvPr>
              <p:cNvCxnSpPr/>
              <p:nvPr/>
            </p:nvCxnSpPr>
            <p:spPr>
              <a:xfrm flipV="1">
                <a:off x="3276630" y="2924944"/>
                <a:ext cx="485706" cy="720080"/>
              </a:xfrm>
              <a:prstGeom prst="line">
                <a:avLst/>
              </a:prstGeom>
              <a:grpFill/>
              <a:ln w="60325">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32810" name="テキスト ボックス 92">
              <a:extLst>
                <a:ext uri="{FF2B5EF4-FFF2-40B4-BE49-F238E27FC236}">
                  <a16:creationId xmlns:a16="http://schemas.microsoft.com/office/drawing/2014/main" id="{FEC9F553-2C8B-7913-C5A6-CE78B174C557}"/>
                </a:ext>
              </a:extLst>
            </p:cNvPr>
            <p:cNvSpPr txBox="1">
              <a:spLocks noChangeArrowheads="1"/>
            </p:cNvSpPr>
            <p:nvPr/>
          </p:nvSpPr>
          <p:spPr bwMode="auto">
            <a:xfrm>
              <a:off x="3755247" y="4969017"/>
              <a:ext cx="971597" cy="207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100">
                  <a:latin typeface="ＭＳ ゴシック" panose="020B0609070205080204" pitchFamily="49" charset="-128"/>
                  <a:ea typeface="ＭＳ ゴシック" panose="020B0609070205080204" pitchFamily="49" charset="-128"/>
                </a:rPr>
                <a:t>上下水道情報</a:t>
              </a:r>
            </a:p>
          </p:txBody>
        </p:sp>
        <p:sp>
          <p:nvSpPr>
            <p:cNvPr id="32811" name="テキスト ボックス 92">
              <a:extLst>
                <a:ext uri="{FF2B5EF4-FFF2-40B4-BE49-F238E27FC236}">
                  <a16:creationId xmlns:a16="http://schemas.microsoft.com/office/drawing/2014/main" id="{99AAA5F3-28D3-62E4-1D1E-DC1335179419}"/>
                </a:ext>
              </a:extLst>
            </p:cNvPr>
            <p:cNvSpPr txBox="1">
              <a:spLocks noChangeArrowheads="1"/>
            </p:cNvSpPr>
            <p:nvPr/>
          </p:nvSpPr>
          <p:spPr bwMode="auto">
            <a:xfrm>
              <a:off x="3755247" y="5162506"/>
              <a:ext cx="971597" cy="207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100">
                  <a:latin typeface="ＭＳ ゴシック" panose="020B0609070205080204" pitchFamily="49" charset="-128"/>
                  <a:ea typeface="ＭＳ ゴシック" panose="020B0609070205080204" pitchFamily="49" charset="-128"/>
                </a:rPr>
                <a:t>ガス情報</a:t>
              </a:r>
            </a:p>
          </p:txBody>
        </p:sp>
        <p:sp>
          <p:nvSpPr>
            <p:cNvPr id="32812" name="テキスト ボックス 92">
              <a:extLst>
                <a:ext uri="{FF2B5EF4-FFF2-40B4-BE49-F238E27FC236}">
                  <a16:creationId xmlns:a16="http://schemas.microsoft.com/office/drawing/2014/main" id="{FF9AC016-5CBB-0BF8-132F-FAFFB550F6D9}"/>
                </a:ext>
              </a:extLst>
            </p:cNvPr>
            <p:cNvSpPr txBox="1">
              <a:spLocks noChangeArrowheads="1"/>
            </p:cNvSpPr>
            <p:nvPr/>
          </p:nvSpPr>
          <p:spPr bwMode="auto">
            <a:xfrm>
              <a:off x="3755247" y="5355995"/>
              <a:ext cx="971597" cy="207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100">
                  <a:latin typeface="ＭＳ ゴシック" panose="020B0609070205080204" pitchFamily="49" charset="-128"/>
                  <a:ea typeface="ＭＳ ゴシック" panose="020B0609070205080204" pitchFamily="49" charset="-128"/>
                </a:rPr>
                <a:t>電力情報</a:t>
              </a:r>
            </a:p>
          </p:txBody>
        </p:sp>
        <p:sp>
          <p:nvSpPr>
            <p:cNvPr id="32813" name="テキスト ボックス 92">
              <a:extLst>
                <a:ext uri="{FF2B5EF4-FFF2-40B4-BE49-F238E27FC236}">
                  <a16:creationId xmlns:a16="http://schemas.microsoft.com/office/drawing/2014/main" id="{6D250F2A-FF22-AE1F-FC4C-2E72B3D58CCA}"/>
                </a:ext>
              </a:extLst>
            </p:cNvPr>
            <p:cNvSpPr txBox="1">
              <a:spLocks noChangeArrowheads="1"/>
            </p:cNvSpPr>
            <p:nvPr/>
          </p:nvSpPr>
          <p:spPr bwMode="auto">
            <a:xfrm>
              <a:off x="3755247" y="5549484"/>
              <a:ext cx="971597" cy="2074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100">
                  <a:latin typeface="ＭＳ ゴシック" panose="020B0609070205080204" pitchFamily="49" charset="-128"/>
                  <a:ea typeface="ＭＳ ゴシック" panose="020B0609070205080204" pitchFamily="49" charset="-128"/>
                </a:rPr>
                <a:t>通信情報</a:t>
              </a:r>
            </a:p>
          </p:txBody>
        </p:sp>
      </p:grpSp>
      <p:sp>
        <p:nvSpPr>
          <p:cNvPr id="32779" name="角丸四角形 93">
            <a:extLst>
              <a:ext uri="{FF2B5EF4-FFF2-40B4-BE49-F238E27FC236}">
                <a16:creationId xmlns:a16="http://schemas.microsoft.com/office/drawing/2014/main" id="{FE47FFB9-DE6F-977A-5407-4EDAD107CE60}"/>
              </a:ext>
            </a:extLst>
          </p:cNvPr>
          <p:cNvSpPr>
            <a:spLocks noChangeArrowheads="1"/>
          </p:cNvSpPr>
          <p:nvPr/>
        </p:nvSpPr>
        <p:spPr bwMode="auto">
          <a:xfrm>
            <a:off x="6634163" y="3902075"/>
            <a:ext cx="2998787" cy="2389188"/>
          </a:xfrm>
          <a:prstGeom prst="roundRect">
            <a:avLst>
              <a:gd name="adj" fmla="val 7699"/>
            </a:avLst>
          </a:prstGeom>
          <a:solidFill>
            <a:srgbClr val="F2FAEA"/>
          </a:solidFill>
          <a:ln>
            <a:noFill/>
          </a:ln>
          <a:extLst>
            <a:ext uri="{91240B29-F687-4F45-9708-019B960494DF}">
              <a14:hiddenLine xmlns:a14="http://schemas.microsoft.com/office/drawing/2010/main" w="9525" algn="ctr">
                <a:solidFill>
                  <a:srgbClr val="000000"/>
                </a:solidFill>
                <a:round/>
                <a:headEnd/>
                <a:tailEnd type="triangle" w="med" len="med"/>
              </a14:hiddenLine>
            </a:ext>
          </a:extLst>
        </p:spPr>
        <p:txBody>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endParaRPr lang="ja-JP" altLang="en-US" sz="2400">
              <a:solidFill>
                <a:srgbClr val="000066"/>
              </a:solidFill>
              <a:latin typeface="ＭＳ ゴシック" panose="020B0609070205080204" pitchFamily="49" charset="-128"/>
              <a:ea typeface="ＭＳ ゴシック" panose="020B0609070205080204" pitchFamily="49" charset="-128"/>
            </a:endParaRPr>
          </a:p>
        </p:txBody>
      </p:sp>
      <p:sp>
        <p:nvSpPr>
          <p:cNvPr id="32780" name="テキスト ボックス 18">
            <a:extLst>
              <a:ext uri="{FF2B5EF4-FFF2-40B4-BE49-F238E27FC236}">
                <a16:creationId xmlns:a16="http://schemas.microsoft.com/office/drawing/2014/main" id="{071DE99C-347B-8439-176E-B15317379E91}"/>
              </a:ext>
            </a:extLst>
          </p:cNvPr>
          <p:cNvSpPr txBox="1">
            <a:spLocks noChangeArrowheads="1"/>
          </p:cNvSpPr>
          <p:nvPr/>
        </p:nvSpPr>
        <p:spPr bwMode="auto">
          <a:xfrm>
            <a:off x="6634163" y="3917950"/>
            <a:ext cx="2998787" cy="237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600">
                <a:latin typeface="ＭＳ ゴシック" panose="020B0609070205080204" pitchFamily="49" charset="-128"/>
                <a:ea typeface="ＭＳ ゴシック" panose="020B0609070205080204" pitchFamily="49" charset="-128"/>
              </a:rPr>
              <a:t>●</a:t>
            </a:r>
            <a:r>
              <a:rPr lang="ja-JP" altLang="en-US" sz="1200">
                <a:latin typeface="ＭＳ ゴシック" panose="020B0609070205080204" pitchFamily="49" charset="-128"/>
                <a:ea typeface="ＭＳ ゴシック" panose="020B0609070205080204" pitchFamily="49" charset="-128"/>
              </a:rPr>
              <a:t>公共データ加工等の官民連携モデル</a:t>
            </a:r>
            <a:endParaRPr lang="en-US" altLang="ja-JP" sz="1200">
              <a:latin typeface="ＭＳ ゴシック" panose="020B0609070205080204" pitchFamily="49" charset="-128"/>
              <a:ea typeface="ＭＳ ゴシック" panose="020B0609070205080204" pitchFamily="49" charset="-128"/>
            </a:endParaRPr>
          </a:p>
          <a:p>
            <a:pPr eaLnBrk="1" hangingPunct="1">
              <a:spcBef>
                <a:spcPct val="0"/>
              </a:spcBef>
              <a:buFontTx/>
              <a:buNone/>
            </a:pPr>
            <a:endParaRPr lang="en-US" altLang="ja-JP" sz="500">
              <a:latin typeface="ＭＳ ゴシック" panose="020B0609070205080204" pitchFamily="49" charset="-128"/>
              <a:ea typeface="ＭＳ ゴシック" panose="020B0609070205080204" pitchFamily="49" charset="-128"/>
            </a:endParaRPr>
          </a:p>
          <a:p>
            <a:pPr eaLnBrk="1" hangingPunct="1">
              <a:spcBef>
                <a:spcPct val="0"/>
              </a:spcBef>
              <a:buFontTx/>
              <a:buNone/>
            </a:pPr>
            <a:r>
              <a:rPr lang="ja-JP" altLang="en-US" sz="1200">
                <a:latin typeface="ＭＳ ゴシック" panose="020B0609070205080204" pitchFamily="49" charset="-128"/>
                <a:ea typeface="ＭＳ ゴシック" panose="020B0609070205080204" pitchFamily="49" charset="-128"/>
              </a:rPr>
              <a:t>自治体に代わり、</a:t>
            </a:r>
            <a:r>
              <a:rPr lang="en-US" altLang="ja-JP" sz="1200">
                <a:latin typeface="ＭＳ ゴシック" panose="020B0609070205080204" pitchFamily="49" charset="-128"/>
                <a:ea typeface="ＭＳ ゴシック" panose="020B0609070205080204" pitchFamily="49" charset="-128"/>
              </a:rPr>
              <a:t>NPO</a:t>
            </a:r>
            <a:r>
              <a:rPr lang="ja-JP" altLang="en-US" sz="1200">
                <a:latin typeface="ＭＳ ゴシック" panose="020B0609070205080204" pitchFamily="49" charset="-128"/>
                <a:ea typeface="ＭＳ ゴシック" panose="020B0609070205080204" pitchFamily="49" charset="-128"/>
              </a:rPr>
              <a:t>法人が公共データを機械判読できる形式に加工して提供するモデル</a:t>
            </a:r>
            <a:endParaRPr lang="en-US" altLang="ja-JP" sz="1200">
              <a:latin typeface="ＭＳ ゴシック" panose="020B0609070205080204" pitchFamily="49" charset="-128"/>
              <a:ea typeface="ＭＳ ゴシック" panose="020B0609070205080204" pitchFamily="49" charset="-128"/>
            </a:endParaRPr>
          </a:p>
        </p:txBody>
      </p:sp>
      <p:grpSp>
        <p:nvGrpSpPr>
          <p:cNvPr id="32781" name="グループ化 4">
            <a:extLst>
              <a:ext uri="{FF2B5EF4-FFF2-40B4-BE49-F238E27FC236}">
                <a16:creationId xmlns:a16="http://schemas.microsoft.com/office/drawing/2014/main" id="{92509149-40C7-60BD-60A1-F4894AB6A1A2}"/>
              </a:ext>
            </a:extLst>
          </p:cNvPr>
          <p:cNvGrpSpPr>
            <a:grpSpLocks/>
          </p:cNvGrpSpPr>
          <p:nvPr/>
        </p:nvGrpSpPr>
        <p:grpSpPr bwMode="auto">
          <a:xfrm>
            <a:off x="6850063" y="5194300"/>
            <a:ext cx="2605087" cy="1012825"/>
            <a:chOff x="4691063" y="4866466"/>
            <a:chExt cx="1981200" cy="965361"/>
          </a:xfrm>
        </p:grpSpPr>
        <p:sp>
          <p:nvSpPr>
            <p:cNvPr id="32791" name="下カーブ矢印 98">
              <a:extLst>
                <a:ext uri="{FF2B5EF4-FFF2-40B4-BE49-F238E27FC236}">
                  <a16:creationId xmlns:a16="http://schemas.microsoft.com/office/drawing/2014/main" id="{57C6A89D-D516-C1E4-DB0A-CD0335EF135F}"/>
                </a:ext>
              </a:extLst>
            </p:cNvPr>
            <p:cNvSpPr>
              <a:spLocks noChangeArrowheads="1"/>
            </p:cNvSpPr>
            <p:nvPr/>
          </p:nvSpPr>
          <p:spPr bwMode="auto">
            <a:xfrm rot="10800000">
              <a:off x="5204642" y="5584159"/>
              <a:ext cx="1065461" cy="192784"/>
            </a:xfrm>
            <a:prstGeom prst="curvedDownArrow">
              <a:avLst>
                <a:gd name="adj1" fmla="val 24921"/>
                <a:gd name="adj2" fmla="val 49843"/>
                <a:gd name="adj3" fmla="val 25000"/>
              </a:avLst>
            </a:prstGeom>
            <a:solidFill>
              <a:srgbClr val="FF0000"/>
            </a:solidFill>
            <a:ln w="9525" algn="ctr">
              <a:solidFill>
                <a:schemeClr val="tx1"/>
              </a:solidFill>
              <a:round/>
              <a:headEnd/>
              <a:tailEnd/>
            </a:ln>
          </p:spPr>
          <p:txBody>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endParaRPr lang="ja-JP" altLang="en-US" sz="1600">
                <a:latin typeface="ＭＳ ゴシック" panose="020B0609070205080204" pitchFamily="49" charset="-128"/>
                <a:ea typeface="ＭＳ ゴシック" panose="020B0609070205080204" pitchFamily="49" charset="-128"/>
              </a:endParaRPr>
            </a:p>
          </p:txBody>
        </p:sp>
        <p:pic>
          <p:nvPicPr>
            <p:cNvPr id="32792" name="Picture 2">
              <a:extLst>
                <a:ext uri="{FF2B5EF4-FFF2-40B4-BE49-F238E27FC236}">
                  <a16:creationId xmlns:a16="http://schemas.microsoft.com/office/drawing/2014/main" id="{2B53F2C4-9617-D3C7-A5B6-39336E5D2F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95838" y="5061759"/>
              <a:ext cx="776288" cy="522368"/>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pic>
          <p:nvPicPr>
            <p:cNvPr id="32793" name="Picture 4" descr="http://www.matsukei.co.jp/service/image/img_manpower.gif">
              <a:extLst>
                <a:ext uri="{FF2B5EF4-FFF2-40B4-BE49-F238E27FC236}">
                  <a16:creationId xmlns:a16="http://schemas.microsoft.com/office/drawing/2014/main" id="{72BF0239-8739-9DB2-9896-90099783B4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48363" y="5106216"/>
              <a:ext cx="590550" cy="4604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94" name="下カーブ矢印 6">
              <a:extLst>
                <a:ext uri="{FF2B5EF4-FFF2-40B4-BE49-F238E27FC236}">
                  <a16:creationId xmlns:a16="http://schemas.microsoft.com/office/drawing/2014/main" id="{B6F8F191-A462-777B-43BB-2BE1C820AE2A}"/>
                </a:ext>
              </a:extLst>
            </p:cNvPr>
            <p:cNvSpPr>
              <a:spLocks noChangeArrowheads="1"/>
            </p:cNvSpPr>
            <p:nvPr/>
          </p:nvSpPr>
          <p:spPr bwMode="auto">
            <a:xfrm>
              <a:off x="5235979" y="4866466"/>
              <a:ext cx="1150768" cy="240504"/>
            </a:xfrm>
            <a:prstGeom prst="curvedDownArrow">
              <a:avLst>
                <a:gd name="adj1" fmla="val 25010"/>
                <a:gd name="adj2" fmla="val 50041"/>
                <a:gd name="adj3" fmla="val 25000"/>
              </a:avLst>
            </a:prstGeom>
            <a:solidFill>
              <a:srgbClr val="FF0000"/>
            </a:solidFill>
            <a:ln w="9525" algn="ctr">
              <a:solidFill>
                <a:schemeClr val="tx1"/>
              </a:solidFill>
              <a:round/>
              <a:headEnd/>
              <a:tailEnd/>
            </a:ln>
          </p:spPr>
          <p:txBody>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endParaRPr lang="ja-JP" altLang="en-US" sz="1600">
                <a:latin typeface="ＭＳ ゴシック" panose="020B0609070205080204" pitchFamily="49" charset="-128"/>
                <a:ea typeface="ＭＳ ゴシック" panose="020B0609070205080204" pitchFamily="49" charset="-128"/>
              </a:endParaRPr>
            </a:p>
          </p:txBody>
        </p:sp>
        <p:sp>
          <p:nvSpPr>
            <p:cNvPr id="32795" name="テキスト ボックス 92">
              <a:extLst>
                <a:ext uri="{FF2B5EF4-FFF2-40B4-BE49-F238E27FC236}">
                  <a16:creationId xmlns:a16="http://schemas.microsoft.com/office/drawing/2014/main" id="{A22E28EC-4D96-929B-B2D0-5EE380166523}"/>
                </a:ext>
              </a:extLst>
            </p:cNvPr>
            <p:cNvSpPr txBox="1">
              <a:spLocks noChangeArrowheads="1"/>
            </p:cNvSpPr>
            <p:nvPr/>
          </p:nvSpPr>
          <p:spPr bwMode="auto">
            <a:xfrm>
              <a:off x="4691063" y="5579365"/>
              <a:ext cx="544513" cy="2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100">
                  <a:latin typeface="ＭＳ ゴシック" panose="020B0609070205080204" pitchFamily="49" charset="-128"/>
                  <a:ea typeface="ＭＳ ゴシック" panose="020B0609070205080204" pitchFamily="49" charset="-128"/>
                </a:rPr>
                <a:t>自治体</a:t>
              </a:r>
            </a:p>
          </p:txBody>
        </p:sp>
        <p:sp>
          <p:nvSpPr>
            <p:cNvPr id="32796" name="テキスト ボックス 92">
              <a:extLst>
                <a:ext uri="{FF2B5EF4-FFF2-40B4-BE49-F238E27FC236}">
                  <a16:creationId xmlns:a16="http://schemas.microsoft.com/office/drawing/2014/main" id="{81436CAD-67C0-C8B1-171D-2B25017435AA}"/>
                </a:ext>
              </a:extLst>
            </p:cNvPr>
            <p:cNvSpPr txBox="1">
              <a:spLocks noChangeArrowheads="1"/>
            </p:cNvSpPr>
            <p:nvPr/>
          </p:nvSpPr>
          <p:spPr bwMode="auto">
            <a:xfrm>
              <a:off x="6186488" y="5560312"/>
              <a:ext cx="485775" cy="24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en-US" altLang="ja-JP" sz="1100">
                  <a:latin typeface="ＭＳ ゴシック" panose="020B0609070205080204" pitchFamily="49" charset="-128"/>
                  <a:ea typeface="ＭＳ ゴシック" panose="020B0609070205080204" pitchFamily="49" charset="-128"/>
                </a:rPr>
                <a:t>NPO</a:t>
              </a:r>
              <a:endParaRPr lang="ja-JP" altLang="en-US" sz="1100">
                <a:latin typeface="ＭＳ ゴシック" panose="020B0609070205080204" pitchFamily="49" charset="-128"/>
                <a:ea typeface="ＭＳ ゴシック" panose="020B0609070205080204" pitchFamily="49" charset="-128"/>
              </a:endParaRPr>
            </a:p>
          </p:txBody>
        </p:sp>
        <p:sp>
          <p:nvSpPr>
            <p:cNvPr id="32797" name="テキスト ボックス 92">
              <a:extLst>
                <a:ext uri="{FF2B5EF4-FFF2-40B4-BE49-F238E27FC236}">
                  <a16:creationId xmlns:a16="http://schemas.microsoft.com/office/drawing/2014/main" id="{CA38ED21-57D4-9C9D-A9F5-F7EDE7A3F3A8}"/>
                </a:ext>
              </a:extLst>
            </p:cNvPr>
            <p:cNvSpPr txBox="1">
              <a:spLocks noChangeArrowheads="1"/>
            </p:cNvSpPr>
            <p:nvPr/>
          </p:nvSpPr>
          <p:spPr bwMode="auto">
            <a:xfrm>
              <a:off x="5365751" y="5582540"/>
              <a:ext cx="765175" cy="249287"/>
            </a:xfrm>
            <a:prstGeom prst="rect">
              <a:avLst/>
            </a:prstGeom>
            <a:solidFill>
              <a:srgbClr val="FFFF00"/>
            </a:solidFill>
            <a:ln w="9525">
              <a:solidFill>
                <a:srgbClr val="FFC000"/>
              </a:solidFill>
              <a:miter lim="800000"/>
              <a:headEnd/>
              <a:tailEnd/>
            </a:ln>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100">
                  <a:latin typeface="ＭＳ ゴシック" panose="020B0609070205080204" pitchFamily="49" charset="-128"/>
                  <a:ea typeface="ＭＳ ゴシック" panose="020B0609070205080204" pitchFamily="49" charset="-128"/>
                </a:rPr>
                <a:t>加工・提供</a:t>
              </a:r>
            </a:p>
          </p:txBody>
        </p:sp>
      </p:grpSp>
      <p:grpSp>
        <p:nvGrpSpPr>
          <p:cNvPr id="32782" name="グループ化 7">
            <a:extLst>
              <a:ext uri="{FF2B5EF4-FFF2-40B4-BE49-F238E27FC236}">
                <a16:creationId xmlns:a16="http://schemas.microsoft.com/office/drawing/2014/main" id="{A9587B80-D725-2D7D-C024-777ECB844C28}"/>
              </a:ext>
            </a:extLst>
          </p:cNvPr>
          <p:cNvGrpSpPr>
            <a:grpSpLocks/>
          </p:cNvGrpSpPr>
          <p:nvPr/>
        </p:nvGrpSpPr>
        <p:grpSpPr bwMode="auto">
          <a:xfrm>
            <a:off x="296863" y="3911600"/>
            <a:ext cx="3151187" cy="2406650"/>
            <a:chOff x="285750" y="3906838"/>
            <a:chExt cx="2184763" cy="1906950"/>
          </a:xfrm>
        </p:grpSpPr>
        <p:sp>
          <p:nvSpPr>
            <p:cNvPr id="32788" name="角丸四角形 6">
              <a:extLst>
                <a:ext uri="{FF2B5EF4-FFF2-40B4-BE49-F238E27FC236}">
                  <a16:creationId xmlns:a16="http://schemas.microsoft.com/office/drawing/2014/main" id="{0AEF6861-EBBA-8674-7999-898ED33A57C4}"/>
                </a:ext>
              </a:extLst>
            </p:cNvPr>
            <p:cNvSpPr>
              <a:spLocks noChangeArrowheads="1"/>
            </p:cNvSpPr>
            <p:nvPr/>
          </p:nvSpPr>
          <p:spPr bwMode="auto">
            <a:xfrm>
              <a:off x="285750" y="3906838"/>
              <a:ext cx="2124428" cy="1894248"/>
            </a:xfrm>
            <a:prstGeom prst="roundRect">
              <a:avLst>
                <a:gd name="adj" fmla="val 7699"/>
              </a:avLst>
            </a:prstGeom>
            <a:solidFill>
              <a:srgbClr val="F2FAEA"/>
            </a:solidFill>
            <a:ln>
              <a:noFill/>
            </a:ln>
            <a:extLst>
              <a:ext uri="{91240B29-F687-4F45-9708-019B960494DF}">
                <a14:hiddenLine xmlns:a14="http://schemas.microsoft.com/office/drawing/2010/main" w="9525" algn="ctr">
                  <a:solidFill>
                    <a:srgbClr val="000000"/>
                  </a:solidFill>
                  <a:round/>
                  <a:headEnd/>
                  <a:tailEnd type="triangle" w="med" len="med"/>
                </a14:hiddenLine>
              </a:ext>
            </a:extLst>
          </p:spPr>
          <p:txBody>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endParaRPr lang="ja-JP" altLang="en-US" sz="2400">
                <a:solidFill>
                  <a:srgbClr val="000066"/>
                </a:solidFill>
                <a:latin typeface="ＭＳ ゴシック" panose="020B0609070205080204" pitchFamily="49" charset="-128"/>
                <a:ea typeface="ＭＳ ゴシック" panose="020B0609070205080204" pitchFamily="49" charset="-128"/>
              </a:endParaRPr>
            </a:p>
          </p:txBody>
        </p:sp>
        <p:sp>
          <p:nvSpPr>
            <p:cNvPr id="32789" name="テキスト ボックス 18">
              <a:extLst>
                <a:ext uri="{FF2B5EF4-FFF2-40B4-BE49-F238E27FC236}">
                  <a16:creationId xmlns:a16="http://schemas.microsoft.com/office/drawing/2014/main" id="{4ED98E82-B0D1-52E2-CFD5-5CFDCCC8061F}"/>
                </a:ext>
              </a:extLst>
            </p:cNvPr>
            <p:cNvSpPr txBox="1">
              <a:spLocks noChangeArrowheads="1"/>
            </p:cNvSpPr>
            <p:nvPr/>
          </p:nvSpPr>
          <p:spPr bwMode="auto">
            <a:xfrm>
              <a:off x="298452" y="3929067"/>
              <a:ext cx="2172061" cy="1884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600">
                  <a:latin typeface="ＭＳ ゴシック" panose="020B0609070205080204" pitchFamily="49" charset="-128"/>
                  <a:ea typeface="ＭＳ ゴシック" panose="020B0609070205080204" pitchFamily="49" charset="-128"/>
                </a:rPr>
                <a:t>●</a:t>
              </a:r>
              <a:r>
                <a:rPr lang="ja-JP" altLang="en-US" sz="1400">
                  <a:latin typeface="ＭＳ ゴシック" panose="020B0609070205080204" pitchFamily="49" charset="-128"/>
                  <a:ea typeface="ＭＳ ゴシック" panose="020B0609070205080204" pitchFamily="49" charset="-128"/>
                </a:rPr>
                <a:t>商品情報等の官民連携モデル</a:t>
              </a:r>
              <a:endParaRPr lang="en-US" altLang="ja-JP" sz="1400">
                <a:latin typeface="ＭＳ ゴシック" panose="020B0609070205080204" pitchFamily="49" charset="-128"/>
                <a:ea typeface="ＭＳ ゴシック" panose="020B0609070205080204" pitchFamily="49" charset="-128"/>
              </a:endParaRPr>
            </a:p>
            <a:p>
              <a:pPr eaLnBrk="1" hangingPunct="1">
                <a:spcBef>
                  <a:spcPct val="0"/>
                </a:spcBef>
                <a:buFontTx/>
                <a:buNone/>
              </a:pPr>
              <a:endParaRPr lang="en-US" altLang="ja-JP" sz="600">
                <a:latin typeface="ＭＳ ゴシック" panose="020B0609070205080204" pitchFamily="49" charset="-128"/>
                <a:ea typeface="ＭＳ ゴシック" panose="020B0609070205080204" pitchFamily="49" charset="-128"/>
              </a:endParaRPr>
            </a:p>
            <a:p>
              <a:pPr eaLnBrk="1" hangingPunct="1">
                <a:spcBef>
                  <a:spcPct val="0"/>
                </a:spcBef>
                <a:buFontTx/>
                <a:buNone/>
              </a:pPr>
              <a:r>
                <a:rPr lang="ja-JP" altLang="en-US" sz="1200">
                  <a:latin typeface="ＭＳ ゴシック" panose="020B0609070205080204" pitchFamily="49" charset="-128"/>
                  <a:ea typeface="ＭＳ ゴシック" panose="020B0609070205080204" pitchFamily="49" charset="-128"/>
                </a:rPr>
                <a:t>備蓄物資の管理・供給等について官民連携し、サプライチェーンの枠組みで迅速化・効率化を実現するモデル</a:t>
              </a:r>
              <a:endParaRPr lang="en-US" altLang="ja-JP" sz="1200">
                <a:latin typeface="ＭＳ ゴシック" panose="020B0609070205080204" pitchFamily="49" charset="-128"/>
                <a:ea typeface="ＭＳ ゴシック" panose="020B0609070205080204" pitchFamily="49" charset="-128"/>
              </a:endParaRPr>
            </a:p>
          </p:txBody>
        </p:sp>
        <p:pic>
          <p:nvPicPr>
            <p:cNvPr id="32790" name="Picture 4">
              <a:extLst>
                <a:ext uri="{FF2B5EF4-FFF2-40B4-BE49-F238E27FC236}">
                  <a16:creationId xmlns:a16="http://schemas.microsoft.com/office/drawing/2014/main" id="{8C6524C3-9565-0F54-1D33-42D8B7FF186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300" y="4773613"/>
              <a:ext cx="1670050" cy="977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sp>
        <p:nvSpPr>
          <p:cNvPr id="32783" name="テキスト ボックス 92">
            <a:extLst>
              <a:ext uri="{FF2B5EF4-FFF2-40B4-BE49-F238E27FC236}">
                <a16:creationId xmlns:a16="http://schemas.microsoft.com/office/drawing/2014/main" id="{5145919A-2AF5-26DA-0E8F-5141924F629F}"/>
              </a:ext>
            </a:extLst>
          </p:cNvPr>
          <p:cNvSpPr txBox="1">
            <a:spLocks noChangeArrowheads="1"/>
          </p:cNvSpPr>
          <p:nvPr/>
        </p:nvSpPr>
        <p:spPr bwMode="auto">
          <a:xfrm>
            <a:off x="7713663" y="5167313"/>
            <a:ext cx="1103312" cy="261937"/>
          </a:xfrm>
          <a:prstGeom prst="rect">
            <a:avLst/>
          </a:prstGeom>
          <a:solidFill>
            <a:srgbClr val="FFFF00"/>
          </a:solidFill>
          <a:ln w="9525">
            <a:solidFill>
              <a:srgbClr val="FFC000"/>
            </a:solidFill>
            <a:miter lim="800000"/>
            <a:headEnd/>
            <a:tailEnd/>
          </a:ln>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100">
                <a:latin typeface="ＭＳ ゴシック" panose="020B0609070205080204" pitchFamily="49" charset="-128"/>
                <a:ea typeface="ＭＳ ゴシック" panose="020B0609070205080204" pitchFamily="49" charset="-128"/>
              </a:rPr>
              <a:t>データ授受</a:t>
            </a:r>
          </a:p>
        </p:txBody>
      </p:sp>
      <p:sp>
        <p:nvSpPr>
          <p:cNvPr id="135" name="禁止 134">
            <a:extLst>
              <a:ext uri="{FF2B5EF4-FFF2-40B4-BE49-F238E27FC236}">
                <a16:creationId xmlns:a16="http://schemas.microsoft.com/office/drawing/2014/main" id="{8084A997-B305-943A-53A1-83B0FF206532}"/>
              </a:ext>
            </a:extLst>
          </p:cNvPr>
          <p:cNvSpPr/>
          <p:nvPr/>
        </p:nvSpPr>
        <p:spPr bwMode="auto">
          <a:xfrm>
            <a:off x="3971925" y="5073650"/>
            <a:ext cx="266700" cy="207963"/>
          </a:xfrm>
          <a:prstGeom prst="noSmoking">
            <a:avLst/>
          </a:prstGeom>
          <a:solidFill>
            <a:srgbClr val="FF0000"/>
          </a:solidFill>
          <a:ln w="9525" cap="flat" cmpd="sng" algn="ctr">
            <a:noFill/>
            <a:prstDash val="solid"/>
            <a:round/>
            <a:headEnd type="none" w="med" len="med"/>
            <a:tailEnd type="triangle" w="med" len="med"/>
          </a:ln>
          <a:effectLst/>
        </p:spPr>
        <p:txBody>
          <a:bodyPr/>
          <a:lstStyle/>
          <a:p>
            <a:pPr>
              <a:defRPr/>
            </a:pPr>
            <a:endParaRPr lang="ja-JP" altLang="en-US" sz="2000">
              <a:latin typeface="ＭＳ ゴシック" pitchFamily="49" charset="-128"/>
              <a:ea typeface="ＭＳ ゴシック" pitchFamily="49" charset="-128"/>
            </a:endParaRPr>
          </a:p>
        </p:txBody>
      </p:sp>
      <p:sp>
        <p:nvSpPr>
          <p:cNvPr id="32785" name="テキスト ボックス 5">
            <a:extLst>
              <a:ext uri="{FF2B5EF4-FFF2-40B4-BE49-F238E27FC236}">
                <a16:creationId xmlns:a16="http://schemas.microsoft.com/office/drawing/2014/main" id="{7679DAA0-B3B0-EA0A-7AE4-3B85E6DD9B08}"/>
              </a:ext>
            </a:extLst>
          </p:cNvPr>
          <p:cNvSpPr txBox="1">
            <a:spLocks noChangeArrowheads="1"/>
          </p:cNvSpPr>
          <p:nvPr/>
        </p:nvSpPr>
        <p:spPr bwMode="auto">
          <a:xfrm>
            <a:off x="3644900" y="5211763"/>
            <a:ext cx="1535113"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100">
                <a:solidFill>
                  <a:srgbClr val="FF0000"/>
                </a:solidFill>
                <a:latin typeface="ＭＳ ゴシック" panose="020B0609070205080204" pitchFamily="49" charset="-128"/>
                <a:ea typeface="ＭＳ ゴシック" panose="020B0609070205080204" pitchFamily="49" charset="-128"/>
              </a:rPr>
              <a:t>通行止め</a:t>
            </a:r>
          </a:p>
        </p:txBody>
      </p:sp>
      <p:pic>
        <p:nvPicPr>
          <p:cNvPr id="32786" name="Picture 68" descr="C:\Users\1004\AppData\Local\Microsoft\Windows\Temporary Internet Files\Content.IE5\0DLJAVB2\MC900432556[1].png">
            <a:extLst>
              <a:ext uri="{FF2B5EF4-FFF2-40B4-BE49-F238E27FC236}">
                <a16:creationId xmlns:a16="http://schemas.microsoft.com/office/drawing/2014/main" id="{96A054D0-ED5F-3795-E742-6B18976FA62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64025" y="6042025"/>
            <a:ext cx="269875" cy="219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87" name="テキスト ボックス 166">
            <a:extLst>
              <a:ext uri="{FF2B5EF4-FFF2-40B4-BE49-F238E27FC236}">
                <a16:creationId xmlns:a16="http://schemas.microsoft.com/office/drawing/2014/main" id="{EE56DEE4-086C-29E3-4A56-AFC05FEBC7D3}"/>
              </a:ext>
            </a:extLst>
          </p:cNvPr>
          <p:cNvSpPr txBox="1">
            <a:spLocks noChangeArrowheads="1"/>
          </p:cNvSpPr>
          <p:nvPr/>
        </p:nvSpPr>
        <p:spPr bwMode="auto">
          <a:xfrm>
            <a:off x="4378325" y="6005513"/>
            <a:ext cx="1533525" cy="2619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100">
                <a:solidFill>
                  <a:srgbClr val="FF0000"/>
                </a:solidFill>
                <a:latin typeface="ＭＳ ゴシック" panose="020B0609070205080204" pitchFamily="49" charset="-128"/>
                <a:ea typeface="ＭＳ ゴシック" panose="020B0609070205080204" pitchFamily="49" charset="-128"/>
              </a:rPr>
              <a:t>工事中</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角丸四角形 20">
            <a:extLst>
              <a:ext uri="{FF2B5EF4-FFF2-40B4-BE49-F238E27FC236}">
                <a16:creationId xmlns:a16="http://schemas.microsoft.com/office/drawing/2014/main" id="{29817045-6485-49A3-AB8A-F5876D0ED89D}"/>
              </a:ext>
            </a:extLst>
          </p:cNvPr>
          <p:cNvSpPr/>
          <p:nvPr/>
        </p:nvSpPr>
        <p:spPr>
          <a:xfrm>
            <a:off x="363538" y="1195388"/>
            <a:ext cx="8982075" cy="2397125"/>
          </a:xfrm>
          <a:prstGeom prst="roundRect">
            <a:avLst>
              <a:gd name="adj" fmla="val 6456"/>
            </a:avLst>
          </a:prstGeom>
          <a:solidFill>
            <a:srgbClr val="F2FAEA"/>
          </a:solidFill>
          <a:ln w="76200" cap="flat" cmpd="dbl" algn="ctr">
            <a:noFill/>
            <a:prstDash val="solid"/>
          </a:ln>
          <a:effectLst/>
        </p:spPr>
        <p:txBody>
          <a:bodyPr anchor="ctr"/>
          <a:lstStyle/>
          <a:p>
            <a:pPr fontAlgn="auto">
              <a:spcBef>
                <a:spcPts val="0"/>
              </a:spcBef>
              <a:spcAft>
                <a:spcPts val="0"/>
              </a:spcAft>
              <a:defRPr/>
            </a:pPr>
            <a:endParaRPr kumimoji="0" lang="ja-JP" altLang="en-US" sz="1800" kern="0" dirty="0">
              <a:solidFill>
                <a:prstClr val="white"/>
              </a:solidFill>
              <a:latin typeface="ＭＳ ゴシック" pitchFamily="49" charset="-128"/>
              <a:ea typeface="ＭＳ ゴシック" pitchFamily="49" charset="-128"/>
            </a:endParaRPr>
          </a:p>
        </p:txBody>
      </p:sp>
      <p:sp>
        <p:nvSpPr>
          <p:cNvPr id="33795" name="Text Box 5">
            <a:extLst>
              <a:ext uri="{FF2B5EF4-FFF2-40B4-BE49-F238E27FC236}">
                <a16:creationId xmlns:a16="http://schemas.microsoft.com/office/drawing/2014/main" id="{45FF0472-AE98-A342-DD92-F1D6F0DD100C}"/>
              </a:ext>
            </a:extLst>
          </p:cNvPr>
          <p:cNvSpPr txBox="1">
            <a:spLocks noChangeArrowheads="1"/>
          </p:cNvSpPr>
          <p:nvPr/>
        </p:nvSpPr>
        <p:spPr bwMode="auto">
          <a:xfrm>
            <a:off x="200025" y="115888"/>
            <a:ext cx="8915400" cy="404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1279525"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ＭＳ Ｐゴシック" panose="020B0600070205080204" pitchFamily="50" charset="-128"/>
              </a:defRPr>
            </a:lvl1pPr>
            <a:lvl2pPr marL="742950" indent="-285750" defTabSz="1279525"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ＭＳ Ｐゴシック" panose="020B0600070205080204" pitchFamily="50" charset="-128"/>
              </a:defRPr>
            </a:lvl2pPr>
            <a:lvl3pPr marL="1143000" indent="-228600" defTabSz="1279525"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defTabSz="1279525"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defTabSz="1279525"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defTabSz="1279525"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defTabSz="1279525"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defTabSz="1279525"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defTabSz="1279525"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a:solidFill>
                  <a:srgbClr val="0000FF"/>
                </a:solidFill>
                <a:latin typeface="ＭＳ ゴシック" panose="020B0609070205080204" pitchFamily="49" charset="-128"/>
                <a:ea typeface="ＭＳ ゴシック" panose="020B0609070205080204" pitchFamily="49" charset="-128"/>
              </a:rPr>
              <a:t>住民や事業者による利活用（社会課題解決型コンテスト）</a:t>
            </a:r>
          </a:p>
        </p:txBody>
      </p:sp>
      <p:sp>
        <p:nvSpPr>
          <p:cNvPr id="33796" name="コンテンツ プレースホルダー 4">
            <a:extLst>
              <a:ext uri="{FF2B5EF4-FFF2-40B4-BE49-F238E27FC236}">
                <a16:creationId xmlns:a16="http://schemas.microsoft.com/office/drawing/2014/main" id="{5F6FD513-6152-4959-4EDD-2953F6D60062}"/>
              </a:ext>
            </a:extLst>
          </p:cNvPr>
          <p:cNvSpPr txBox="1">
            <a:spLocks/>
          </p:cNvSpPr>
          <p:nvPr/>
        </p:nvSpPr>
        <p:spPr bwMode="auto">
          <a:xfrm>
            <a:off x="344488" y="563563"/>
            <a:ext cx="9074150" cy="1223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80" tIns="45690" rIns="91380" bIns="45690"/>
          <a:lstStyle>
            <a:lvl1pPr marL="341313" indent="-341313"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ＭＳ Ｐゴシック" panose="020B0600070205080204"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ＭＳ Ｐゴシック" panose="020B0600070205080204"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r>
              <a:rPr lang="ja-JP" altLang="en-US" sz="1600">
                <a:solidFill>
                  <a:srgbClr val="000000"/>
                </a:solidFill>
                <a:latin typeface="ＭＳ ゴシック" panose="020B0609070205080204" pitchFamily="49" charset="-128"/>
                <a:ea typeface="ＭＳ ゴシック" panose="020B0609070205080204" pitchFamily="49" charset="-128"/>
              </a:rPr>
              <a:t>公共データの利活用を促進するため、今年度事業で作成するデータや関連するツール類を利用し、新たなユースケースを創出するためにコンテストを実施する。</a:t>
            </a:r>
            <a:endParaRPr lang="en-US" altLang="ja-JP" sz="1600">
              <a:solidFill>
                <a:srgbClr val="000000"/>
              </a:solidFill>
              <a:latin typeface="ＭＳ ゴシック" panose="020B0609070205080204" pitchFamily="49" charset="-128"/>
              <a:ea typeface="ＭＳ ゴシック" panose="020B0609070205080204" pitchFamily="49" charset="-128"/>
            </a:endParaRPr>
          </a:p>
        </p:txBody>
      </p:sp>
      <p:pic>
        <p:nvPicPr>
          <p:cNvPr id="33797" name="Picture 37" descr="R:\【省内共有】職員共有ファイル限定（担当者・所属を記載のこと）\経済産業省ロゴマーク（安齋＠広報室）\jpgファイル\3欧文oubun_logo_jpg\(1)本省honsyo\oubun_b_logo_color_small.jpg">
            <a:extLst>
              <a:ext uri="{FF2B5EF4-FFF2-40B4-BE49-F238E27FC236}">
                <a16:creationId xmlns:a16="http://schemas.microsoft.com/office/drawing/2014/main" id="{4402F2D4-B159-EAB6-DBBA-0CC66A7551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408988" y="14288"/>
            <a:ext cx="1439862"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8" name="スライド番号プレースホルダ 3">
            <a:extLst>
              <a:ext uri="{FF2B5EF4-FFF2-40B4-BE49-F238E27FC236}">
                <a16:creationId xmlns:a16="http://schemas.microsoft.com/office/drawing/2014/main" id="{74CD60D4-4847-7EF0-98C0-DDFD41C78158}"/>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ＭＳ Ｐゴシック" panose="020B0600070205080204"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ＭＳ Ｐゴシック" panose="020B0600070205080204"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fld id="{4BB3A975-D894-4E04-95EC-3BA696A82C96}" type="slidenum">
              <a:rPr lang="en-US" altLang="ja-JP" sz="1400">
                <a:solidFill>
                  <a:srgbClr val="000000"/>
                </a:solidFill>
                <a:latin typeface="ＭＳ ゴシック" panose="020B0609070205080204" pitchFamily="49" charset="-128"/>
                <a:ea typeface="ＭＳ ゴシック" panose="020B0609070205080204" pitchFamily="49" charset="-128"/>
              </a:rPr>
              <a:pPr eaLnBrk="1" hangingPunct="1">
                <a:spcBef>
                  <a:spcPct val="0"/>
                </a:spcBef>
                <a:buFontTx/>
                <a:buNone/>
              </a:pPr>
              <a:t>8</a:t>
            </a:fld>
            <a:endParaRPr lang="en-US" altLang="ja-JP" sz="1400">
              <a:solidFill>
                <a:srgbClr val="000000"/>
              </a:solidFill>
              <a:latin typeface="ＭＳ ゴシック" panose="020B0609070205080204" pitchFamily="49" charset="-128"/>
              <a:ea typeface="ＭＳ ゴシック" panose="020B0609070205080204" pitchFamily="49" charset="-128"/>
            </a:endParaRPr>
          </a:p>
        </p:txBody>
      </p:sp>
      <p:grpSp>
        <p:nvGrpSpPr>
          <p:cNvPr id="33799" name="グループ化 1">
            <a:extLst>
              <a:ext uri="{FF2B5EF4-FFF2-40B4-BE49-F238E27FC236}">
                <a16:creationId xmlns:a16="http://schemas.microsoft.com/office/drawing/2014/main" id="{41C9D3D8-7660-6934-2DEA-128BF2B49D0B}"/>
              </a:ext>
            </a:extLst>
          </p:cNvPr>
          <p:cNvGrpSpPr>
            <a:grpSpLocks/>
          </p:cNvGrpSpPr>
          <p:nvPr/>
        </p:nvGrpSpPr>
        <p:grpSpPr bwMode="auto">
          <a:xfrm>
            <a:off x="488950" y="1203325"/>
            <a:ext cx="8929688" cy="2389188"/>
            <a:chOff x="141288" y="2936875"/>
            <a:chExt cx="6851650" cy="2348717"/>
          </a:xfrm>
        </p:grpSpPr>
        <p:sp>
          <p:nvSpPr>
            <p:cNvPr id="11" name="Rectangle 4">
              <a:extLst>
                <a:ext uri="{FF2B5EF4-FFF2-40B4-BE49-F238E27FC236}">
                  <a16:creationId xmlns:a16="http://schemas.microsoft.com/office/drawing/2014/main" id="{1FFD5665-9440-0090-0C14-8CA3434BEA0D}"/>
                </a:ext>
              </a:extLst>
            </p:cNvPr>
            <p:cNvSpPr>
              <a:spLocks noChangeArrowheads="1"/>
            </p:cNvSpPr>
            <p:nvPr/>
          </p:nvSpPr>
          <p:spPr bwMode="auto">
            <a:xfrm>
              <a:off x="4539743" y="3194376"/>
              <a:ext cx="2315553" cy="2091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54000" rIns="18000"/>
            <a:lstStyle/>
            <a:p>
              <a:pPr marL="171450" indent="-171450" eaLnBrk="0" hangingPunct="0">
                <a:buFont typeface="Wingdings" pitchFamily="2" charset="2"/>
                <a:buChar char="ü"/>
                <a:defRPr/>
              </a:pPr>
              <a:r>
                <a:rPr lang="ja-JP" altLang="en-US" sz="1050" dirty="0">
                  <a:solidFill>
                    <a:srgbClr val="000000"/>
                  </a:solidFill>
                  <a:latin typeface="ＭＳ ゴシック" pitchFamily="49" charset="-128"/>
                  <a:ea typeface="ＭＳ ゴシック" pitchFamily="49" charset="-128"/>
                </a:rPr>
                <a:t>設定されたテーマに基づくコンテストを行うことで、目的主導のアプローチからのユースケースの具現化</a:t>
              </a:r>
              <a:endParaRPr lang="en-US" altLang="ja-JP" sz="1050" dirty="0">
                <a:solidFill>
                  <a:srgbClr val="000000"/>
                </a:solidFill>
                <a:latin typeface="ＭＳ ゴシック" pitchFamily="49" charset="-128"/>
                <a:ea typeface="ＭＳ ゴシック" pitchFamily="49" charset="-128"/>
              </a:endParaRPr>
            </a:p>
            <a:p>
              <a:pPr marL="171450" indent="-171450" eaLnBrk="0" hangingPunct="0">
                <a:buFont typeface="Wingdings" pitchFamily="2" charset="2"/>
                <a:buChar char="ü"/>
                <a:defRPr/>
              </a:pPr>
              <a:endParaRPr lang="en-US" altLang="ja-JP" sz="1050" dirty="0">
                <a:solidFill>
                  <a:srgbClr val="000000"/>
                </a:solidFill>
                <a:latin typeface="ＭＳ ゴシック" pitchFamily="49" charset="-128"/>
                <a:ea typeface="ＭＳ ゴシック" pitchFamily="49" charset="-128"/>
              </a:endParaRPr>
            </a:p>
            <a:p>
              <a:pPr marL="171450" indent="-171450" eaLnBrk="0" hangingPunct="0">
                <a:buFont typeface="Wingdings" pitchFamily="2" charset="2"/>
                <a:buChar char="ü"/>
                <a:defRPr/>
              </a:pPr>
              <a:r>
                <a:rPr lang="ja-JP" altLang="en-US" sz="1050" dirty="0">
                  <a:solidFill>
                    <a:srgbClr val="000000"/>
                  </a:solidFill>
                  <a:latin typeface="ＭＳ ゴシック" pitchFamily="49" charset="-128"/>
                  <a:ea typeface="ＭＳ ゴシック" pitchFamily="49" charset="-128"/>
                </a:rPr>
                <a:t>社会課題は地域によって様々であり、課題や解決のために必要なデータは、地域の人が一番知っているという観点から、都市部のみならず、地方を含めた複数個所でアイデアソンを実施する</a:t>
              </a:r>
              <a:endParaRPr lang="en-US" altLang="ja-JP" sz="1050" dirty="0">
                <a:solidFill>
                  <a:srgbClr val="000000"/>
                </a:solidFill>
                <a:latin typeface="ＭＳ ゴシック" pitchFamily="49" charset="-128"/>
                <a:ea typeface="ＭＳ ゴシック" pitchFamily="49" charset="-128"/>
              </a:endParaRPr>
            </a:p>
            <a:p>
              <a:pPr marL="171450" indent="-171450" eaLnBrk="0" hangingPunct="0">
                <a:buFont typeface="Wingdings" pitchFamily="2" charset="2"/>
                <a:buChar char="ü"/>
                <a:defRPr/>
              </a:pPr>
              <a:endParaRPr lang="en-US" altLang="ja-JP" sz="1050" dirty="0">
                <a:solidFill>
                  <a:srgbClr val="000000"/>
                </a:solidFill>
                <a:latin typeface="ＭＳ ゴシック" pitchFamily="49" charset="-128"/>
                <a:ea typeface="ＭＳ ゴシック" pitchFamily="49" charset="-128"/>
              </a:endParaRPr>
            </a:p>
            <a:p>
              <a:pPr marL="171450" indent="-171450" eaLnBrk="0" hangingPunct="0">
                <a:buFont typeface="Wingdings" pitchFamily="2" charset="2"/>
                <a:buChar char="ü"/>
                <a:defRPr/>
              </a:pPr>
              <a:r>
                <a:rPr lang="ja-JP" altLang="en-US" sz="1050" dirty="0">
                  <a:solidFill>
                    <a:srgbClr val="000000"/>
                  </a:solidFill>
                  <a:latin typeface="ＭＳ ゴシック" pitchFamily="49" charset="-128"/>
                  <a:ea typeface="ＭＳ ゴシック" pitchFamily="49" charset="-128"/>
                </a:rPr>
                <a:t>協力自治体の公開時のルール等を明らかにすることで、各府省・自治体のオープンデータ化の促進に寄与</a:t>
              </a:r>
              <a:endParaRPr lang="en-US" altLang="ja-JP" sz="1050" dirty="0">
                <a:solidFill>
                  <a:srgbClr val="000000"/>
                </a:solidFill>
                <a:latin typeface="ＭＳ ゴシック" pitchFamily="49" charset="-128"/>
                <a:ea typeface="ＭＳ ゴシック" pitchFamily="49" charset="-128"/>
              </a:endParaRPr>
            </a:p>
          </p:txBody>
        </p:sp>
        <p:sp>
          <p:nvSpPr>
            <p:cNvPr id="33851" name="テキスト ボックス 11">
              <a:extLst>
                <a:ext uri="{FF2B5EF4-FFF2-40B4-BE49-F238E27FC236}">
                  <a16:creationId xmlns:a16="http://schemas.microsoft.com/office/drawing/2014/main" id="{4F6E036F-C96E-015A-E607-930D3CACB5F9}"/>
                </a:ext>
              </a:extLst>
            </p:cNvPr>
            <p:cNvSpPr txBox="1">
              <a:spLocks noChangeArrowheads="1"/>
            </p:cNvSpPr>
            <p:nvPr/>
          </p:nvSpPr>
          <p:spPr bwMode="auto">
            <a:xfrm>
              <a:off x="4402138" y="2936875"/>
              <a:ext cx="2590800" cy="514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ＭＳ Ｐゴシック" panose="020B0600070205080204"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ＭＳ Ｐゴシック" panose="020B0600070205080204"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400">
                  <a:solidFill>
                    <a:srgbClr val="000000"/>
                  </a:solidFill>
                  <a:latin typeface="ＭＳ ゴシック" panose="020B0609070205080204" pitchFamily="49" charset="-128"/>
                  <a:ea typeface="ＭＳ ゴシック" panose="020B0609070205080204" pitchFamily="49" charset="-128"/>
                </a:rPr>
                <a:t>特徴 ：</a:t>
              </a:r>
              <a:r>
                <a:rPr lang="ja-JP" altLang="en-US" sz="1400" u="sng">
                  <a:solidFill>
                    <a:srgbClr val="000000"/>
                  </a:solidFill>
                  <a:latin typeface="ＭＳ ゴシック" panose="020B0609070205080204" pitchFamily="49" charset="-128"/>
                  <a:ea typeface="ＭＳ ゴシック" panose="020B0609070205080204" pitchFamily="49" charset="-128"/>
                </a:rPr>
                <a:t>個別最適から全体最適への転換</a:t>
              </a:r>
              <a:endParaRPr lang="en-US" altLang="ja-JP" sz="1400" u="sng">
                <a:solidFill>
                  <a:srgbClr val="000000"/>
                </a:solidFill>
                <a:latin typeface="ＭＳ ゴシック" panose="020B0609070205080204" pitchFamily="49" charset="-128"/>
                <a:ea typeface="ＭＳ ゴシック" panose="020B0609070205080204" pitchFamily="49" charset="-128"/>
              </a:endParaRPr>
            </a:p>
            <a:p>
              <a:pPr eaLnBrk="1" hangingPunct="1">
                <a:spcBef>
                  <a:spcPct val="0"/>
                </a:spcBef>
                <a:buFontTx/>
                <a:buNone/>
              </a:pPr>
              <a:endParaRPr lang="en-US" altLang="ja-JP" sz="1400">
                <a:solidFill>
                  <a:srgbClr val="000000"/>
                </a:solidFill>
                <a:latin typeface="ＭＳ ゴシック" panose="020B0609070205080204" pitchFamily="49" charset="-128"/>
                <a:ea typeface="ＭＳ ゴシック" panose="020B0609070205080204" pitchFamily="49" charset="-128"/>
              </a:endParaRPr>
            </a:p>
          </p:txBody>
        </p:sp>
        <p:pic>
          <p:nvPicPr>
            <p:cNvPr id="33852" name="Picture 64">
              <a:extLst>
                <a:ext uri="{FF2B5EF4-FFF2-40B4-BE49-F238E27FC236}">
                  <a16:creationId xmlns:a16="http://schemas.microsoft.com/office/drawing/2014/main" id="{1272F4D8-854A-D0A3-4AD5-5A653D01F6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1288" y="2955925"/>
              <a:ext cx="4278312" cy="2087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aphicFrame>
        <p:nvGraphicFramePr>
          <p:cNvPr id="15" name="コンテンツ プレースホルダー 4">
            <a:extLst>
              <a:ext uri="{FF2B5EF4-FFF2-40B4-BE49-F238E27FC236}">
                <a16:creationId xmlns:a16="http://schemas.microsoft.com/office/drawing/2014/main" id="{E8AB5521-1FFB-CB90-ED59-395C450ADF3A}"/>
              </a:ext>
            </a:extLst>
          </p:cNvPr>
          <p:cNvGraphicFramePr>
            <a:graphicFrameLocks noGrp="1"/>
          </p:cNvGraphicFramePr>
          <p:nvPr/>
        </p:nvGraphicFramePr>
        <p:xfrm>
          <a:off x="506413" y="4206875"/>
          <a:ext cx="8912225" cy="1020763"/>
        </p:xfrm>
        <a:graphic>
          <a:graphicData uri="http://schemas.openxmlformats.org/drawingml/2006/table">
            <a:tbl>
              <a:tblPr/>
              <a:tblGrid>
                <a:gridCol w="851485">
                  <a:extLst>
                    <a:ext uri="{9D8B030D-6E8A-4147-A177-3AD203B41FA5}">
                      <a16:colId xmlns:a16="http://schemas.microsoft.com/office/drawing/2014/main" val="20000"/>
                    </a:ext>
                  </a:extLst>
                </a:gridCol>
                <a:gridCol w="2995487">
                  <a:extLst>
                    <a:ext uri="{9D8B030D-6E8A-4147-A177-3AD203B41FA5}">
                      <a16:colId xmlns:a16="http://schemas.microsoft.com/office/drawing/2014/main" val="20001"/>
                    </a:ext>
                  </a:extLst>
                </a:gridCol>
                <a:gridCol w="2467130">
                  <a:extLst>
                    <a:ext uri="{9D8B030D-6E8A-4147-A177-3AD203B41FA5}">
                      <a16:colId xmlns:a16="http://schemas.microsoft.com/office/drawing/2014/main" val="20002"/>
                    </a:ext>
                  </a:extLst>
                </a:gridCol>
                <a:gridCol w="2598124">
                  <a:extLst>
                    <a:ext uri="{9D8B030D-6E8A-4147-A177-3AD203B41FA5}">
                      <a16:colId xmlns:a16="http://schemas.microsoft.com/office/drawing/2014/main" val="20003"/>
                    </a:ext>
                  </a:extLst>
                </a:gridCol>
              </a:tblGrid>
              <a:tr h="205136">
                <a:tc>
                  <a:txBody>
                    <a:bodyPr/>
                    <a:lstStyle>
                      <a:lvl1pPr algn="l" eaLnBrk="0" hangingPunct="0">
                        <a:spcBef>
                          <a:spcPct val="20000"/>
                        </a:spcBef>
                        <a:buClr>
                          <a:srgbClr val="CC0000"/>
                        </a:buClr>
                        <a:buFont typeface="Wingdings" pitchFamily="2" charset="2"/>
                        <a:defRPr sz="1200">
                          <a:solidFill>
                            <a:schemeClr val="tx1"/>
                          </a:solidFill>
                          <a:latin typeface="HGS明朝E" pitchFamily="18" charset="-128"/>
                          <a:ea typeface="HGS明朝E" pitchFamily="18" charset="-128"/>
                        </a:defRPr>
                      </a:lvl1pPr>
                      <a:lvl2pPr marL="742950" indent="-28575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2pPr>
                      <a:lvl3pPr marL="1143000" indent="-22860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3pPr>
                      <a:lvl4pPr marL="1600200" indent="-22860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4pPr>
                      <a:lvl5pPr marL="2057400" indent="-22860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5pPr>
                      <a:lvl6pPr marL="25146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6pPr>
                      <a:lvl7pPr marL="29718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7pPr>
                      <a:lvl8pPr marL="34290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8pPr>
                      <a:lvl9pPr marL="38862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ja-JP" sz="1000" b="0" i="0" u="none" strike="noStrike" cap="none" normalizeH="0" baseline="0" dirty="0">
                          <a:ln>
                            <a:noFill/>
                          </a:ln>
                          <a:solidFill>
                            <a:schemeClr val="tx1"/>
                          </a:solidFill>
                          <a:effectLst/>
                          <a:latin typeface="ＭＳ Ｐゴシック" charset="-128"/>
                          <a:ea typeface="ＭＳ Ｐゴシック" charset="-128"/>
                        </a:rPr>
                        <a:t> </a:t>
                      </a:r>
                      <a:endParaRPr kumimoji="1" lang="ja-JP" altLang="ja-JP" sz="1000" b="0" i="0" u="none" strike="noStrike" cap="none" normalizeH="0" baseline="0" dirty="0">
                        <a:ln>
                          <a:noFill/>
                        </a:ln>
                        <a:solidFill>
                          <a:schemeClr val="tx1"/>
                        </a:solidFill>
                        <a:effectLst/>
                        <a:latin typeface="ＭＳ Ｐゴシック" charset="-128"/>
                        <a:ea typeface="ＭＳ Ｐゴシック" charset="-128"/>
                      </a:endParaRPr>
                    </a:p>
                  </a:txBody>
                  <a:tcPr marL="14313" marR="1431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AE2CA"/>
                    </a:solidFill>
                  </a:tcPr>
                </a:tc>
                <a:tc>
                  <a:txBody>
                    <a:bodyPr/>
                    <a:lstStyle>
                      <a:lvl1pPr algn="l" eaLnBrk="0" hangingPunct="0">
                        <a:spcBef>
                          <a:spcPct val="20000"/>
                        </a:spcBef>
                        <a:buClr>
                          <a:srgbClr val="CC0000"/>
                        </a:buClr>
                        <a:buFont typeface="Wingdings" pitchFamily="2" charset="2"/>
                        <a:defRPr sz="1200">
                          <a:solidFill>
                            <a:schemeClr val="tx1"/>
                          </a:solidFill>
                          <a:latin typeface="HGS明朝E" pitchFamily="18" charset="-128"/>
                          <a:ea typeface="HGS明朝E" pitchFamily="18" charset="-128"/>
                        </a:defRPr>
                      </a:lvl1pPr>
                      <a:lvl2pPr marL="742950" indent="-28575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2pPr>
                      <a:lvl3pPr marL="1143000" indent="-22860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3pPr>
                      <a:lvl4pPr marL="1600200" indent="-22860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4pPr>
                      <a:lvl5pPr marL="2057400" indent="-22860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5pPr>
                      <a:lvl6pPr marL="25146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6pPr>
                      <a:lvl7pPr marL="29718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7pPr>
                      <a:lvl8pPr marL="34290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8pPr>
                      <a:lvl9pPr marL="38862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ja-JP" sz="1000" b="1" i="0" u="none" strike="noStrike" cap="none" normalizeH="0" baseline="0" dirty="0">
                          <a:ln>
                            <a:noFill/>
                          </a:ln>
                          <a:solidFill>
                            <a:schemeClr val="tx1"/>
                          </a:solidFill>
                          <a:effectLst/>
                          <a:latin typeface="ＭＳ Ｐゴシック" charset="-128"/>
                          <a:ea typeface="ＭＳ Ｐゴシック" charset="-128"/>
                        </a:rPr>
                        <a:t>大阪</a:t>
                      </a:r>
                      <a:r>
                        <a:rPr kumimoji="1" lang="en-US" altLang="ja-JP" sz="1000" b="1" i="0" u="none" strike="noStrike" cap="none" normalizeH="0" baseline="0" dirty="0">
                          <a:ln>
                            <a:noFill/>
                          </a:ln>
                          <a:solidFill>
                            <a:schemeClr val="tx1"/>
                          </a:solidFill>
                          <a:effectLst/>
                          <a:latin typeface="ＭＳ Ｐゴシック" charset="-128"/>
                          <a:ea typeface="ＭＳ Ｐゴシック" charset="-128"/>
                        </a:rPr>
                        <a:t> </a:t>
                      </a:r>
                      <a:endParaRPr kumimoji="1" lang="ja-JP" altLang="ja-JP" sz="1000" b="1" i="0" u="none" strike="noStrike" cap="none" normalizeH="0" baseline="0" dirty="0">
                        <a:ln>
                          <a:noFill/>
                        </a:ln>
                        <a:solidFill>
                          <a:schemeClr val="tx1"/>
                        </a:solidFill>
                        <a:effectLst/>
                        <a:latin typeface="ＭＳ Ｐゴシック" charset="-128"/>
                        <a:ea typeface="ＭＳ Ｐゴシック" charset="-128"/>
                      </a:endParaRPr>
                    </a:p>
                  </a:txBody>
                  <a:tcPr marL="14313" marR="1431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AE2CA"/>
                    </a:solidFill>
                  </a:tcPr>
                </a:tc>
                <a:tc>
                  <a:txBody>
                    <a:bodyPr/>
                    <a:lstStyle>
                      <a:lvl1pPr algn="l" eaLnBrk="0" hangingPunct="0">
                        <a:spcBef>
                          <a:spcPct val="20000"/>
                        </a:spcBef>
                        <a:buClr>
                          <a:srgbClr val="CC0000"/>
                        </a:buClr>
                        <a:buFont typeface="Wingdings" pitchFamily="2" charset="2"/>
                        <a:defRPr sz="1200">
                          <a:solidFill>
                            <a:schemeClr val="tx1"/>
                          </a:solidFill>
                          <a:latin typeface="HGS明朝E" pitchFamily="18" charset="-128"/>
                          <a:ea typeface="HGS明朝E" pitchFamily="18" charset="-128"/>
                        </a:defRPr>
                      </a:lvl1pPr>
                      <a:lvl2pPr marL="742950" indent="-28575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2pPr>
                      <a:lvl3pPr marL="1143000" indent="-22860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3pPr>
                      <a:lvl4pPr marL="1600200" indent="-22860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4pPr>
                      <a:lvl5pPr marL="2057400" indent="-22860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5pPr>
                      <a:lvl6pPr marL="25146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6pPr>
                      <a:lvl7pPr marL="29718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7pPr>
                      <a:lvl8pPr marL="34290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8pPr>
                      <a:lvl9pPr marL="38862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ja-JP" sz="1000" b="1" i="0" u="none" strike="noStrike" cap="none" normalizeH="0" baseline="0">
                          <a:ln>
                            <a:noFill/>
                          </a:ln>
                          <a:solidFill>
                            <a:schemeClr val="tx1"/>
                          </a:solidFill>
                          <a:effectLst/>
                          <a:latin typeface="ＭＳ Ｐゴシック" charset="-128"/>
                          <a:ea typeface="ＭＳ Ｐゴシック" charset="-128"/>
                        </a:rPr>
                        <a:t>東京</a:t>
                      </a:r>
                    </a:p>
                  </a:txBody>
                  <a:tcPr marL="14313" marR="1431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AE2CA"/>
                    </a:solidFill>
                  </a:tcPr>
                </a:tc>
                <a:tc>
                  <a:txBody>
                    <a:bodyPr/>
                    <a:lstStyle>
                      <a:lvl1pPr algn="l" eaLnBrk="0" hangingPunct="0">
                        <a:spcBef>
                          <a:spcPct val="20000"/>
                        </a:spcBef>
                        <a:buClr>
                          <a:srgbClr val="CC0000"/>
                        </a:buClr>
                        <a:buFont typeface="Wingdings" pitchFamily="2" charset="2"/>
                        <a:defRPr sz="1200">
                          <a:solidFill>
                            <a:schemeClr val="tx1"/>
                          </a:solidFill>
                          <a:latin typeface="HGS明朝E" pitchFamily="18" charset="-128"/>
                          <a:ea typeface="HGS明朝E" pitchFamily="18" charset="-128"/>
                        </a:defRPr>
                      </a:lvl1pPr>
                      <a:lvl2pPr marL="742950" indent="-28575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2pPr>
                      <a:lvl3pPr marL="1143000" indent="-22860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3pPr>
                      <a:lvl4pPr marL="1600200" indent="-22860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4pPr>
                      <a:lvl5pPr marL="2057400" indent="-22860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5pPr>
                      <a:lvl6pPr marL="25146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6pPr>
                      <a:lvl7pPr marL="29718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7pPr>
                      <a:lvl8pPr marL="34290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8pPr>
                      <a:lvl9pPr marL="38862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ja-JP" sz="1000" b="1" i="0" u="none" strike="noStrike" cap="none" normalizeH="0" baseline="0">
                          <a:ln>
                            <a:noFill/>
                          </a:ln>
                          <a:solidFill>
                            <a:schemeClr val="tx1"/>
                          </a:solidFill>
                          <a:effectLst/>
                          <a:latin typeface="ＭＳ Ｐゴシック" charset="-128"/>
                          <a:ea typeface="ＭＳ Ｐゴシック" charset="-128"/>
                        </a:rPr>
                        <a:t>松江</a:t>
                      </a:r>
                    </a:p>
                  </a:txBody>
                  <a:tcPr marL="14313" marR="1431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AE2CA"/>
                    </a:solidFill>
                  </a:tcPr>
                </a:tc>
                <a:extLst>
                  <a:ext uri="{0D108BD9-81ED-4DB2-BD59-A6C34878D82A}">
                    <a16:rowId xmlns:a16="http://schemas.microsoft.com/office/drawing/2014/main" val="10000"/>
                  </a:ext>
                </a:extLst>
              </a:tr>
              <a:tr h="255414">
                <a:tc>
                  <a:txBody>
                    <a:bodyPr/>
                    <a:lstStyle>
                      <a:lvl1pPr algn="l" eaLnBrk="0" hangingPunct="0">
                        <a:spcBef>
                          <a:spcPct val="20000"/>
                        </a:spcBef>
                        <a:buClr>
                          <a:srgbClr val="CC0000"/>
                        </a:buClr>
                        <a:buFont typeface="Wingdings" pitchFamily="2" charset="2"/>
                        <a:defRPr sz="1200">
                          <a:solidFill>
                            <a:schemeClr val="tx1"/>
                          </a:solidFill>
                          <a:latin typeface="HGS明朝E" pitchFamily="18" charset="-128"/>
                          <a:ea typeface="HGS明朝E" pitchFamily="18" charset="-128"/>
                        </a:defRPr>
                      </a:lvl1pPr>
                      <a:lvl2pPr marL="742950" indent="-28575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2pPr>
                      <a:lvl3pPr marL="1143000" indent="-22860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3pPr>
                      <a:lvl4pPr marL="1600200" indent="-22860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4pPr>
                      <a:lvl5pPr marL="2057400" indent="-22860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5pPr>
                      <a:lvl6pPr marL="25146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6pPr>
                      <a:lvl7pPr marL="29718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7pPr>
                      <a:lvl8pPr marL="34290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8pPr>
                      <a:lvl9pPr marL="38862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ja-JP" sz="1000" b="0" i="0" u="none" strike="noStrike" cap="none" normalizeH="0" baseline="0">
                          <a:ln>
                            <a:noFill/>
                          </a:ln>
                          <a:solidFill>
                            <a:schemeClr val="tx1"/>
                          </a:solidFill>
                          <a:effectLst/>
                          <a:latin typeface="ＭＳ Ｐゴシック" charset="-128"/>
                          <a:ea typeface="ＭＳ Ｐゴシック" charset="-128"/>
                        </a:rPr>
                        <a:t>副題</a:t>
                      </a:r>
                    </a:p>
                  </a:txBody>
                  <a:tcPr marL="14313" marR="1431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AE2CA"/>
                    </a:solidFill>
                  </a:tcPr>
                </a:tc>
                <a:tc>
                  <a:txBody>
                    <a:bodyPr/>
                    <a:lstStyle>
                      <a:lvl1pPr indent="20638" algn="l" eaLnBrk="0" hangingPunct="0">
                        <a:spcBef>
                          <a:spcPct val="20000"/>
                        </a:spcBef>
                        <a:buClr>
                          <a:srgbClr val="CC0000"/>
                        </a:buClr>
                        <a:buFont typeface="Wingdings" pitchFamily="2" charset="2"/>
                        <a:tabLst>
                          <a:tab pos="85725" algn="l"/>
                        </a:tabLst>
                        <a:defRPr sz="1200">
                          <a:solidFill>
                            <a:schemeClr val="tx1"/>
                          </a:solidFill>
                          <a:latin typeface="HGS明朝E" pitchFamily="18" charset="-128"/>
                          <a:ea typeface="HGS明朝E" pitchFamily="18" charset="-128"/>
                        </a:defRPr>
                      </a:lvl1pPr>
                      <a:lvl2pPr marL="742950" indent="-28575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2pPr>
                      <a:lvl3pPr marL="1143000" indent="-22860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3pPr>
                      <a:lvl4pPr marL="1600200" indent="-22860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4pPr>
                      <a:lvl5pPr marL="2057400" indent="-22860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5pPr>
                      <a:lvl6pPr marL="25146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6pPr>
                      <a:lvl7pPr marL="29718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7pPr>
                      <a:lvl8pPr marL="34290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8pPr>
                      <a:lvl9pPr marL="38862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9pPr>
                    </a:lstStyle>
                    <a:p>
                      <a:pPr marL="0" marR="0" lvl="0" indent="20638" algn="ctr" defTabSz="914400" rtl="0" eaLnBrk="1" fontAlgn="base" latinLnBrk="0" hangingPunct="1">
                        <a:lnSpc>
                          <a:spcPct val="100000"/>
                        </a:lnSpc>
                        <a:spcBef>
                          <a:spcPct val="0"/>
                        </a:spcBef>
                        <a:spcAft>
                          <a:spcPct val="0"/>
                        </a:spcAft>
                        <a:buClrTx/>
                        <a:buSzTx/>
                        <a:buFontTx/>
                        <a:buNone/>
                        <a:tabLst>
                          <a:tab pos="85725" algn="l"/>
                        </a:tabLst>
                      </a:pPr>
                      <a:r>
                        <a:rPr kumimoji="1" lang="ja-JP" altLang="ja-JP" sz="1000" b="0" i="0" u="none" strike="noStrike" cap="none" normalizeH="0" baseline="0" dirty="0">
                          <a:ln>
                            <a:noFill/>
                          </a:ln>
                          <a:solidFill>
                            <a:schemeClr val="tx1"/>
                          </a:solidFill>
                          <a:effectLst/>
                          <a:latin typeface="ＭＳ Ｐゴシック" charset="-128"/>
                          <a:ea typeface="ＭＳ Ｐゴシック" charset="-128"/>
                          <a:cs typeface="Times New Roman" pitchFamily="18" charset="0"/>
                        </a:rPr>
                        <a:t>オープンデータでビジネス興し</a:t>
                      </a:r>
                    </a:p>
                  </a:txBody>
                  <a:tcPr marL="14313" marR="1431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indent="20638" algn="l" eaLnBrk="0" hangingPunct="0">
                        <a:spcBef>
                          <a:spcPct val="20000"/>
                        </a:spcBef>
                        <a:buClr>
                          <a:srgbClr val="CC0000"/>
                        </a:buClr>
                        <a:buFont typeface="Wingdings" pitchFamily="2" charset="2"/>
                        <a:tabLst>
                          <a:tab pos="85725" algn="l"/>
                        </a:tabLst>
                        <a:defRPr sz="1200">
                          <a:solidFill>
                            <a:schemeClr val="tx1"/>
                          </a:solidFill>
                          <a:latin typeface="HGS明朝E" pitchFamily="18" charset="-128"/>
                          <a:ea typeface="HGS明朝E" pitchFamily="18" charset="-128"/>
                        </a:defRPr>
                      </a:lvl1pPr>
                      <a:lvl2pPr marL="742950" indent="-28575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2pPr>
                      <a:lvl3pPr marL="1143000" indent="-22860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3pPr>
                      <a:lvl4pPr marL="1600200" indent="-22860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4pPr>
                      <a:lvl5pPr marL="2057400" indent="-22860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5pPr>
                      <a:lvl6pPr marL="25146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6pPr>
                      <a:lvl7pPr marL="29718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7pPr>
                      <a:lvl8pPr marL="34290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8pPr>
                      <a:lvl9pPr marL="38862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9pPr>
                    </a:lstStyle>
                    <a:p>
                      <a:pPr marL="0" marR="0" lvl="0" indent="20638" algn="ctr" defTabSz="914400" rtl="0" eaLnBrk="1" fontAlgn="base" latinLnBrk="0" hangingPunct="1">
                        <a:lnSpc>
                          <a:spcPct val="100000"/>
                        </a:lnSpc>
                        <a:spcBef>
                          <a:spcPct val="0"/>
                        </a:spcBef>
                        <a:spcAft>
                          <a:spcPct val="0"/>
                        </a:spcAft>
                        <a:buClrTx/>
                        <a:buSzTx/>
                        <a:buFontTx/>
                        <a:buNone/>
                        <a:tabLst>
                          <a:tab pos="85725" algn="l"/>
                        </a:tabLst>
                      </a:pPr>
                      <a:r>
                        <a:rPr kumimoji="1" lang="ja-JP" altLang="ja-JP" sz="1000" b="0" i="0" u="none" strike="noStrike" cap="none" normalizeH="0" baseline="0" dirty="0">
                          <a:ln>
                            <a:noFill/>
                          </a:ln>
                          <a:solidFill>
                            <a:schemeClr val="tx1"/>
                          </a:solidFill>
                          <a:effectLst/>
                          <a:latin typeface="ＭＳ Ｐゴシック" charset="-128"/>
                          <a:ea typeface="ＭＳ Ｐゴシック" charset="-128"/>
                          <a:cs typeface="Times New Roman" pitchFamily="18" charset="0"/>
                        </a:rPr>
                        <a:t>オープンデータでルールを超える</a:t>
                      </a:r>
                    </a:p>
                  </a:txBody>
                  <a:tcPr marL="14313" marR="1431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indent="20638" algn="l" eaLnBrk="0" hangingPunct="0">
                        <a:spcBef>
                          <a:spcPct val="20000"/>
                        </a:spcBef>
                        <a:buClr>
                          <a:srgbClr val="CC0000"/>
                        </a:buClr>
                        <a:buFont typeface="Wingdings" pitchFamily="2" charset="2"/>
                        <a:tabLst>
                          <a:tab pos="85725" algn="l"/>
                        </a:tabLst>
                        <a:defRPr sz="1200">
                          <a:solidFill>
                            <a:schemeClr val="tx1"/>
                          </a:solidFill>
                          <a:latin typeface="HGS明朝E" pitchFamily="18" charset="-128"/>
                          <a:ea typeface="HGS明朝E" pitchFamily="18" charset="-128"/>
                        </a:defRPr>
                      </a:lvl1pPr>
                      <a:lvl2pPr marL="742950" indent="-28575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2pPr>
                      <a:lvl3pPr marL="1143000" indent="-22860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3pPr>
                      <a:lvl4pPr marL="1600200" indent="-22860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4pPr>
                      <a:lvl5pPr marL="2057400" indent="-22860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5pPr>
                      <a:lvl6pPr marL="25146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6pPr>
                      <a:lvl7pPr marL="29718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7pPr>
                      <a:lvl8pPr marL="34290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8pPr>
                      <a:lvl9pPr marL="38862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9pPr>
                    </a:lstStyle>
                    <a:p>
                      <a:pPr marL="0" marR="0" lvl="0" indent="20638" algn="ctr" defTabSz="914400" rtl="0" eaLnBrk="1" fontAlgn="base" latinLnBrk="0" hangingPunct="1">
                        <a:lnSpc>
                          <a:spcPct val="100000"/>
                        </a:lnSpc>
                        <a:spcBef>
                          <a:spcPct val="0"/>
                        </a:spcBef>
                        <a:spcAft>
                          <a:spcPct val="0"/>
                        </a:spcAft>
                        <a:buClrTx/>
                        <a:buSzTx/>
                        <a:buFontTx/>
                        <a:buNone/>
                        <a:tabLst>
                          <a:tab pos="85725" algn="l"/>
                        </a:tabLst>
                      </a:pPr>
                      <a:r>
                        <a:rPr kumimoji="1" lang="ja-JP" altLang="ja-JP" sz="1000" b="0" i="0" u="none" strike="noStrike" cap="none" normalizeH="0" baseline="0" dirty="0">
                          <a:ln>
                            <a:noFill/>
                          </a:ln>
                          <a:solidFill>
                            <a:schemeClr val="tx1"/>
                          </a:solidFill>
                          <a:effectLst/>
                          <a:latin typeface="ＭＳ Ｐゴシック" charset="-128"/>
                          <a:ea typeface="ＭＳ Ｐゴシック" charset="-128"/>
                          <a:cs typeface="Times New Roman" pitchFamily="18" charset="0"/>
                        </a:rPr>
                        <a:t>地域の言葉で考えるオープンデータ</a:t>
                      </a:r>
                    </a:p>
                  </a:txBody>
                  <a:tcPr marL="14313" marR="1431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55414">
                <a:tc>
                  <a:txBody>
                    <a:bodyPr/>
                    <a:lstStyle>
                      <a:lvl1pPr algn="l" eaLnBrk="0" hangingPunct="0">
                        <a:spcBef>
                          <a:spcPct val="20000"/>
                        </a:spcBef>
                        <a:buClr>
                          <a:srgbClr val="CC0000"/>
                        </a:buClr>
                        <a:buFont typeface="Wingdings" pitchFamily="2" charset="2"/>
                        <a:defRPr sz="1200">
                          <a:solidFill>
                            <a:schemeClr val="tx1"/>
                          </a:solidFill>
                          <a:latin typeface="HGS明朝E" pitchFamily="18" charset="-128"/>
                          <a:ea typeface="HGS明朝E" pitchFamily="18" charset="-128"/>
                        </a:defRPr>
                      </a:lvl1pPr>
                      <a:lvl2pPr marL="742950" indent="-28575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2pPr>
                      <a:lvl3pPr marL="1143000" indent="-22860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3pPr>
                      <a:lvl4pPr marL="1600200" indent="-22860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4pPr>
                      <a:lvl5pPr marL="2057400" indent="-22860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5pPr>
                      <a:lvl6pPr marL="25146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6pPr>
                      <a:lvl7pPr marL="29718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7pPr>
                      <a:lvl8pPr marL="34290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8pPr>
                      <a:lvl9pPr marL="38862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ja-JP" sz="1000" b="0" i="0" u="none" strike="noStrike" cap="none" normalizeH="0" baseline="0">
                          <a:ln>
                            <a:noFill/>
                          </a:ln>
                          <a:solidFill>
                            <a:schemeClr val="tx1"/>
                          </a:solidFill>
                          <a:effectLst/>
                          <a:latin typeface="ＭＳ Ｐゴシック" charset="-128"/>
                          <a:ea typeface="ＭＳ Ｐゴシック" charset="-128"/>
                        </a:rPr>
                        <a:t>日程</a:t>
                      </a:r>
                    </a:p>
                  </a:txBody>
                  <a:tcPr marL="14313" marR="1431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AE2CA"/>
                    </a:solidFill>
                  </a:tcPr>
                </a:tc>
                <a:tc>
                  <a:txBody>
                    <a:bodyPr/>
                    <a:lstStyle>
                      <a:lvl1pPr indent="20638" algn="l" eaLnBrk="0" hangingPunct="0">
                        <a:spcBef>
                          <a:spcPct val="20000"/>
                        </a:spcBef>
                        <a:buClr>
                          <a:srgbClr val="CC0000"/>
                        </a:buClr>
                        <a:buFont typeface="Wingdings" pitchFamily="2" charset="2"/>
                        <a:tabLst>
                          <a:tab pos="85725" algn="l"/>
                        </a:tabLst>
                        <a:defRPr sz="1200">
                          <a:solidFill>
                            <a:schemeClr val="tx1"/>
                          </a:solidFill>
                          <a:latin typeface="HGS明朝E" pitchFamily="18" charset="-128"/>
                          <a:ea typeface="HGS明朝E" pitchFamily="18" charset="-128"/>
                        </a:defRPr>
                      </a:lvl1pPr>
                      <a:lvl2pPr marL="742950" indent="-28575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2pPr>
                      <a:lvl3pPr marL="1143000" indent="-22860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3pPr>
                      <a:lvl4pPr marL="1600200" indent="-22860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4pPr>
                      <a:lvl5pPr marL="2057400" indent="-22860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5pPr>
                      <a:lvl6pPr marL="25146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6pPr>
                      <a:lvl7pPr marL="29718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7pPr>
                      <a:lvl8pPr marL="34290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8pPr>
                      <a:lvl9pPr marL="38862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9pPr>
                    </a:lstStyle>
                    <a:p>
                      <a:pPr marL="0" marR="0" lvl="0" indent="20638" algn="ctr" defTabSz="914400" rtl="0" eaLnBrk="1" fontAlgn="base" latinLnBrk="0" hangingPunct="1">
                        <a:lnSpc>
                          <a:spcPct val="100000"/>
                        </a:lnSpc>
                        <a:spcBef>
                          <a:spcPct val="0"/>
                        </a:spcBef>
                        <a:spcAft>
                          <a:spcPct val="0"/>
                        </a:spcAft>
                        <a:buClrTx/>
                        <a:buSzTx/>
                        <a:buFontTx/>
                        <a:buNone/>
                        <a:tabLst>
                          <a:tab pos="85725" algn="l"/>
                        </a:tabLst>
                      </a:pPr>
                      <a:r>
                        <a:rPr kumimoji="1" lang="en-US" altLang="ja-JP" sz="1000" b="0" i="0" u="none" strike="noStrike" cap="none" normalizeH="0" baseline="0" dirty="0">
                          <a:ln>
                            <a:noFill/>
                          </a:ln>
                          <a:solidFill>
                            <a:schemeClr val="tx1"/>
                          </a:solidFill>
                          <a:effectLst/>
                          <a:latin typeface="ＭＳ Ｐゴシック" charset="-128"/>
                          <a:ea typeface="ＭＳ Ｐゴシック" charset="-128"/>
                        </a:rPr>
                        <a:t>11/9(</a:t>
                      </a:r>
                      <a:r>
                        <a:rPr kumimoji="1" lang="ja-JP" altLang="ja-JP" sz="1000" b="0" i="0" u="none" strike="noStrike" cap="none" normalizeH="0" baseline="0" dirty="0">
                          <a:ln>
                            <a:noFill/>
                          </a:ln>
                          <a:solidFill>
                            <a:schemeClr val="tx1"/>
                          </a:solidFill>
                          <a:effectLst/>
                          <a:latin typeface="ＭＳ Ｐゴシック" charset="-128"/>
                          <a:ea typeface="ＭＳ Ｐゴシック" charset="-128"/>
                          <a:cs typeface="Times New Roman" pitchFamily="18" charset="0"/>
                        </a:rPr>
                        <a:t>土</a:t>
                      </a:r>
                      <a:r>
                        <a:rPr kumimoji="1" lang="en-US" altLang="ja-JP" sz="1000" b="0" i="0" u="none" strike="noStrike" cap="none" normalizeH="0" baseline="0" dirty="0">
                          <a:ln>
                            <a:noFill/>
                          </a:ln>
                          <a:solidFill>
                            <a:schemeClr val="tx1"/>
                          </a:solidFill>
                          <a:effectLst/>
                          <a:latin typeface="ＭＳ Ｐゴシック" charset="-128"/>
                          <a:ea typeface="ＭＳ Ｐゴシック" charset="-128"/>
                        </a:rPr>
                        <a:t>)</a:t>
                      </a:r>
                    </a:p>
                  </a:txBody>
                  <a:tcPr marL="14313" marR="1431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indent="20638" algn="l" eaLnBrk="0" hangingPunct="0">
                        <a:spcBef>
                          <a:spcPct val="20000"/>
                        </a:spcBef>
                        <a:buClr>
                          <a:srgbClr val="CC0000"/>
                        </a:buClr>
                        <a:buFont typeface="Wingdings" pitchFamily="2" charset="2"/>
                        <a:tabLst>
                          <a:tab pos="85725" algn="l"/>
                        </a:tabLst>
                        <a:defRPr sz="1200">
                          <a:solidFill>
                            <a:schemeClr val="tx1"/>
                          </a:solidFill>
                          <a:latin typeface="HGS明朝E" pitchFamily="18" charset="-128"/>
                          <a:ea typeface="HGS明朝E" pitchFamily="18" charset="-128"/>
                        </a:defRPr>
                      </a:lvl1pPr>
                      <a:lvl2pPr marL="742950" indent="-28575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2pPr>
                      <a:lvl3pPr marL="1143000" indent="-22860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3pPr>
                      <a:lvl4pPr marL="1600200" indent="-22860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4pPr>
                      <a:lvl5pPr marL="2057400" indent="-22860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5pPr>
                      <a:lvl6pPr marL="25146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6pPr>
                      <a:lvl7pPr marL="29718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7pPr>
                      <a:lvl8pPr marL="34290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8pPr>
                      <a:lvl9pPr marL="38862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9pPr>
                    </a:lstStyle>
                    <a:p>
                      <a:pPr marL="0" marR="0" lvl="0" indent="20638" algn="ctr" defTabSz="914400" rtl="0" eaLnBrk="1" fontAlgn="base" latinLnBrk="0" hangingPunct="1">
                        <a:lnSpc>
                          <a:spcPct val="100000"/>
                        </a:lnSpc>
                        <a:spcBef>
                          <a:spcPct val="0"/>
                        </a:spcBef>
                        <a:spcAft>
                          <a:spcPct val="0"/>
                        </a:spcAft>
                        <a:buClrTx/>
                        <a:buSzTx/>
                        <a:buFontTx/>
                        <a:buNone/>
                        <a:tabLst>
                          <a:tab pos="85725" algn="l"/>
                        </a:tabLst>
                      </a:pPr>
                      <a:r>
                        <a:rPr kumimoji="1" lang="en-US" altLang="ja-JP" sz="1000" b="0" i="0" u="none" strike="noStrike" cap="none" normalizeH="0" baseline="0" dirty="0">
                          <a:ln>
                            <a:noFill/>
                          </a:ln>
                          <a:solidFill>
                            <a:schemeClr val="tx1"/>
                          </a:solidFill>
                          <a:effectLst/>
                          <a:latin typeface="ＭＳ Ｐゴシック" charset="-128"/>
                          <a:ea typeface="ＭＳ Ｐゴシック" charset="-128"/>
                        </a:rPr>
                        <a:t>11/21(</a:t>
                      </a:r>
                      <a:r>
                        <a:rPr kumimoji="1" lang="ja-JP" altLang="ja-JP" sz="1000" b="0" i="0" u="none" strike="noStrike" cap="none" normalizeH="0" baseline="0" dirty="0">
                          <a:ln>
                            <a:noFill/>
                          </a:ln>
                          <a:solidFill>
                            <a:schemeClr val="tx1"/>
                          </a:solidFill>
                          <a:effectLst/>
                          <a:latin typeface="ＭＳ Ｐゴシック" charset="-128"/>
                          <a:ea typeface="ＭＳ Ｐゴシック" charset="-128"/>
                          <a:cs typeface="Times New Roman" pitchFamily="18" charset="0"/>
                        </a:rPr>
                        <a:t>木</a:t>
                      </a:r>
                      <a:r>
                        <a:rPr kumimoji="1" lang="en-US" altLang="ja-JP" sz="1000" b="0" i="0" u="none" strike="noStrike" cap="none" normalizeH="0" baseline="0" dirty="0">
                          <a:ln>
                            <a:noFill/>
                          </a:ln>
                          <a:solidFill>
                            <a:schemeClr val="tx1"/>
                          </a:solidFill>
                          <a:effectLst/>
                          <a:latin typeface="ＭＳ Ｐゴシック" charset="-128"/>
                          <a:ea typeface="ＭＳ Ｐゴシック" charset="-128"/>
                        </a:rPr>
                        <a:t>)</a:t>
                      </a:r>
                      <a:r>
                        <a:rPr kumimoji="1" lang="ja-JP" altLang="ja-JP" sz="1000" b="0" i="0" u="none" strike="noStrike" cap="none" normalizeH="0" baseline="0" dirty="0">
                          <a:ln>
                            <a:noFill/>
                          </a:ln>
                          <a:solidFill>
                            <a:schemeClr val="tx1"/>
                          </a:solidFill>
                          <a:effectLst/>
                          <a:latin typeface="ＭＳ Ｐゴシック" charset="-128"/>
                          <a:ea typeface="ＭＳ Ｐゴシック" charset="-128"/>
                          <a:cs typeface="Times New Roman" pitchFamily="18" charset="0"/>
                        </a:rPr>
                        <a:t>　</a:t>
                      </a:r>
                      <a:endParaRPr kumimoji="1" lang="en-US" altLang="ja-JP" sz="1000" b="0" i="0" u="none" strike="noStrike" cap="none" normalizeH="0" baseline="0" dirty="0">
                        <a:ln>
                          <a:noFill/>
                        </a:ln>
                        <a:solidFill>
                          <a:schemeClr val="tx1"/>
                        </a:solidFill>
                        <a:effectLst/>
                        <a:latin typeface="ＭＳ Ｐゴシック" charset="-128"/>
                        <a:ea typeface="ＭＳ Ｐゴシック" charset="-128"/>
                        <a:cs typeface="Times New Roman" pitchFamily="18" charset="0"/>
                      </a:endParaRPr>
                    </a:p>
                  </a:txBody>
                  <a:tcPr marL="14313" marR="1431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indent="20638" algn="l" eaLnBrk="0" hangingPunct="0">
                        <a:spcBef>
                          <a:spcPct val="20000"/>
                        </a:spcBef>
                        <a:buClr>
                          <a:srgbClr val="CC0000"/>
                        </a:buClr>
                        <a:buFont typeface="Wingdings" pitchFamily="2" charset="2"/>
                        <a:tabLst>
                          <a:tab pos="85725" algn="l"/>
                        </a:tabLst>
                        <a:defRPr sz="1200">
                          <a:solidFill>
                            <a:schemeClr val="tx1"/>
                          </a:solidFill>
                          <a:latin typeface="HGS明朝E" pitchFamily="18" charset="-128"/>
                          <a:ea typeface="HGS明朝E" pitchFamily="18" charset="-128"/>
                        </a:defRPr>
                      </a:lvl1pPr>
                      <a:lvl2pPr marL="742950" indent="-28575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2pPr>
                      <a:lvl3pPr marL="1143000" indent="-22860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3pPr>
                      <a:lvl4pPr marL="1600200" indent="-22860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4pPr>
                      <a:lvl5pPr marL="2057400" indent="-22860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5pPr>
                      <a:lvl6pPr marL="25146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6pPr>
                      <a:lvl7pPr marL="29718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7pPr>
                      <a:lvl8pPr marL="34290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8pPr>
                      <a:lvl9pPr marL="38862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9pPr>
                    </a:lstStyle>
                    <a:p>
                      <a:pPr marL="0" marR="0" lvl="0" indent="20638" algn="ctr" defTabSz="914400" rtl="0" eaLnBrk="1" fontAlgn="base" latinLnBrk="0" hangingPunct="1">
                        <a:lnSpc>
                          <a:spcPct val="100000"/>
                        </a:lnSpc>
                        <a:spcBef>
                          <a:spcPct val="0"/>
                        </a:spcBef>
                        <a:spcAft>
                          <a:spcPct val="0"/>
                        </a:spcAft>
                        <a:buClrTx/>
                        <a:buSzTx/>
                        <a:buFontTx/>
                        <a:buNone/>
                        <a:tabLst>
                          <a:tab pos="85725" algn="l"/>
                        </a:tabLst>
                      </a:pPr>
                      <a:r>
                        <a:rPr kumimoji="1" lang="en-US" altLang="ja-JP" sz="1000" b="0" i="0" u="none" strike="noStrike" cap="none" normalizeH="0" baseline="0" dirty="0">
                          <a:ln>
                            <a:noFill/>
                          </a:ln>
                          <a:solidFill>
                            <a:schemeClr val="tx1"/>
                          </a:solidFill>
                          <a:effectLst/>
                          <a:latin typeface="ＭＳ Ｐゴシック" charset="-128"/>
                          <a:ea typeface="ＭＳ Ｐゴシック" charset="-128"/>
                        </a:rPr>
                        <a:t>11/26(</a:t>
                      </a:r>
                      <a:r>
                        <a:rPr kumimoji="1" lang="ja-JP" altLang="ja-JP" sz="1000" b="0" i="0" u="none" strike="noStrike" cap="none" normalizeH="0" baseline="0" dirty="0">
                          <a:ln>
                            <a:noFill/>
                          </a:ln>
                          <a:solidFill>
                            <a:schemeClr val="tx1"/>
                          </a:solidFill>
                          <a:effectLst/>
                          <a:latin typeface="ＭＳ Ｐゴシック" charset="-128"/>
                          <a:ea typeface="ＭＳ Ｐゴシック" charset="-128"/>
                          <a:cs typeface="Times New Roman" pitchFamily="18" charset="0"/>
                        </a:rPr>
                        <a:t>火</a:t>
                      </a:r>
                      <a:r>
                        <a:rPr kumimoji="1" lang="en-US" altLang="ja-JP" sz="1000" b="0" i="0" u="none" strike="noStrike" cap="none" normalizeH="0" baseline="0" dirty="0">
                          <a:ln>
                            <a:noFill/>
                          </a:ln>
                          <a:solidFill>
                            <a:schemeClr val="tx1"/>
                          </a:solidFill>
                          <a:effectLst/>
                          <a:latin typeface="ＭＳ Ｐゴシック" charset="-128"/>
                          <a:ea typeface="ＭＳ Ｐゴシック" charset="-128"/>
                        </a:rPr>
                        <a:t>)</a:t>
                      </a:r>
                      <a:r>
                        <a:rPr kumimoji="1" lang="ja-JP" altLang="en-US" sz="1000" b="0" i="0" u="none" strike="noStrike" cap="none" normalizeH="0" baseline="0" dirty="0">
                          <a:ln>
                            <a:noFill/>
                          </a:ln>
                          <a:solidFill>
                            <a:schemeClr val="tx1"/>
                          </a:solidFill>
                          <a:effectLst/>
                          <a:latin typeface="ＭＳ Ｐゴシック" charset="-128"/>
                          <a:ea typeface="ＭＳ Ｐゴシック" charset="-128"/>
                        </a:rPr>
                        <a:t>　</a:t>
                      </a:r>
                      <a:endParaRPr kumimoji="1" lang="en-US" altLang="ja-JP" sz="1000" b="0" i="0" u="none" strike="noStrike" cap="none" normalizeH="0" baseline="0" dirty="0">
                        <a:ln>
                          <a:noFill/>
                        </a:ln>
                        <a:solidFill>
                          <a:schemeClr val="tx1"/>
                        </a:solidFill>
                        <a:effectLst/>
                        <a:latin typeface="ＭＳ Ｐゴシック" charset="-128"/>
                        <a:ea typeface="ＭＳ Ｐゴシック" charset="-128"/>
                      </a:endParaRPr>
                    </a:p>
                  </a:txBody>
                  <a:tcPr marL="14313" marR="1431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r h="304800">
                <a:tc>
                  <a:txBody>
                    <a:bodyPr/>
                    <a:lstStyle>
                      <a:lvl1pPr algn="l" eaLnBrk="0" hangingPunct="0">
                        <a:spcBef>
                          <a:spcPct val="20000"/>
                        </a:spcBef>
                        <a:buClr>
                          <a:srgbClr val="CC0000"/>
                        </a:buClr>
                        <a:buFont typeface="Wingdings" pitchFamily="2" charset="2"/>
                        <a:defRPr sz="1200">
                          <a:solidFill>
                            <a:schemeClr val="tx1"/>
                          </a:solidFill>
                          <a:latin typeface="HGS明朝E" pitchFamily="18" charset="-128"/>
                          <a:ea typeface="HGS明朝E" pitchFamily="18" charset="-128"/>
                        </a:defRPr>
                      </a:lvl1pPr>
                      <a:lvl2pPr marL="742950" indent="-28575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2pPr>
                      <a:lvl3pPr marL="1143000" indent="-22860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3pPr>
                      <a:lvl4pPr marL="1600200" indent="-22860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4pPr>
                      <a:lvl5pPr marL="2057400" indent="-22860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5pPr>
                      <a:lvl6pPr marL="25146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6pPr>
                      <a:lvl7pPr marL="29718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7pPr>
                      <a:lvl8pPr marL="34290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8pPr>
                      <a:lvl9pPr marL="38862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ja-JP" sz="1000" b="0" i="0" u="none" strike="noStrike" cap="none" normalizeH="0" baseline="0">
                          <a:ln>
                            <a:noFill/>
                          </a:ln>
                          <a:solidFill>
                            <a:schemeClr val="tx1"/>
                          </a:solidFill>
                          <a:effectLst/>
                          <a:latin typeface="ＭＳ Ｐゴシック" charset="-128"/>
                          <a:ea typeface="ＭＳ Ｐゴシック" charset="-128"/>
                        </a:rPr>
                        <a:t>会場</a:t>
                      </a:r>
                    </a:p>
                  </a:txBody>
                  <a:tcPr marL="14313" marR="1431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AAE2CA"/>
                    </a:solidFill>
                  </a:tcPr>
                </a:tc>
                <a:tc>
                  <a:txBody>
                    <a:bodyPr/>
                    <a:lstStyle>
                      <a:lvl1pPr indent="20638" algn="l" eaLnBrk="0" hangingPunct="0">
                        <a:spcBef>
                          <a:spcPct val="20000"/>
                        </a:spcBef>
                        <a:buClr>
                          <a:srgbClr val="CC0000"/>
                        </a:buClr>
                        <a:buFont typeface="Wingdings" pitchFamily="2" charset="2"/>
                        <a:tabLst>
                          <a:tab pos="85725" algn="l"/>
                        </a:tabLst>
                        <a:defRPr sz="1200">
                          <a:solidFill>
                            <a:schemeClr val="tx1"/>
                          </a:solidFill>
                          <a:latin typeface="HGS明朝E" pitchFamily="18" charset="-128"/>
                          <a:ea typeface="HGS明朝E" pitchFamily="18" charset="-128"/>
                        </a:defRPr>
                      </a:lvl1pPr>
                      <a:lvl2pPr marL="742950" indent="-28575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2pPr>
                      <a:lvl3pPr marL="1143000" indent="-22860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3pPr>
                      <a:lvl4pPr marL="1600200" indent="-22860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4pPr>
                      <a:lvl5pPr marL="2057400" indent="-22860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5pPr>
                      <a:lvl6pPr marL="25146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6pPr>
                      <a:lvl7pPr marL="29718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7pPr>
                      <a:lvl8pPr marL="34290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8pPr>
                      <a:lvl9pPr marL="38862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9pPr>
                    </a:lstStyle>
                    <a:p>
                      <a:pPr marL="0" marR="0" lvl="0" indent="20638" algn="ctr" defTabSz="914400" rtl="0" eaLnBrk="1" fontAlgn="base" latinLnBrk="0" hangingPunct="1">
                        <a:lnSpc>
                          <a:spcPct val="100000"/>
                        </a:lnSpc>
                        <a:spcBef>
                          <a:spcPct val="0"/>
                        </a:spcBef>
                        <a:spcAft>
                          <a:spcPct val="0"/>
                        </a:spcAft>
                        <a:buClrTx/>
                        <a:buSzTx/>
                        <a:buFontTx/>
                        <a:buNone/>
                        <a:tabLst>
                          <a:tab pos="85725" algn="l"/>
                        </a:tabLst>
                      </a:pPr>
                      <a:r>
                        <a:rPr kumimoji="1" lang="ja-JP" altLang="ja-JP" sz="1000" b="0" i="0" u="none" strike="noStrike" cap="none" normalizeH="0" baseline="0" dirty="0">
                          <a:ln>
                            <a:noFill/>
                          </a:ln>
                          <a:solidFill>
                            <a:schemeClr val="tx1"/>
                          </a:solidFill>
                          <a:effectLst/>
                          <a:latin typeface="ＭＳ Ｐゴシック" charset="-128"/>
                          <a:ea typeface="ＭＳ Ｐゴシック" charset="-128"/>
                          <a:cs typeface="Times New Roman" pitchFamily="18" charset="0"/>
                        </a:rPr>
                        <a:t>グランフロント大阪</a:t>
                      </a:r>
                      <a:endParaRPr kumimoji="1" lang="en-US" altLang="ja-JP" sz="1000" b="0" i="0" u="none" strike="noStrike" cap="none" normalizeH="0" baseline="0" dirty="0">
                        <a:ln>
                          <a:noFill/>
                        </a:ln>
                        <a:solidFill>
                          <a:schemeClr val="tx1"/>
                        </a:solidFill>
                        <a:effectLst/>
                        <a:latin typeface="ＭＳ Ｐゴシック" charset="-128"/>
                        <a:ea typeface="ＭＳ Ｐゴシック" charset="-128"/>
                        <a:cs typeface="Times New Roman" pitchFamily="18" charset="0"/>
                      </a:endParaRPr>
                    </a:p>
                  </a:txBody>
                  <a:tcPr marL="14313" marR="1431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indent="20638" algn="l" eaLnBrk="0" hangingPunct="0">
                        <a:spcBef>
                          <a:spcPct val="20000"/>
                        </a:spcBef>
                        <a:buClr>
                          <a:srgbClr val="CC0000"/>
                        </a:buClr>
                        <a:buFont typeface="Wingdings" pitchFamily="2" charset="2"/>
                        <a:tabLst>
                          <a:tab pos="85725" algn="l"/>
                        </a:tabLst>
                        <a:defRPr sz="1200">
                          <a:solidFill>
                            <a:schemeClr val="tx1"/>
                          </a:solidFill>
                          <a:latin typeface="HGS明朝E" pitchFamily="18" charset="-128"/>
                          <a:ea typeface="HGS明朝E" pitchFamily="18" charset="-128"/>
                        </a:defRPr>
                      </a:lvl1pPr>
                      <a:lvl2pPr marL="742950" indent="-28575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2pPr>
                      <a:lvl3pPr marL="1143000" indent="-22860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3pPr>
                      <a:lvl4pPr marL="1600200" indent="-22860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4pPr>
                      <a:lvl5pPr marL="2057400" indent="-22860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5pPr>
                      <a:lvl6pPr marL="25146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6pPr>
                      <a:lvl7pPr marL="29718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7pPr>
                      <a:lvl8pPr marL="34290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8pPr>
                      <a:lvl9pPr marL="38862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9pPr>
                    </a:lstStyle>
                    <a:p>
                      <a:pPr marL="0" marR="0" lvl="0" indent="20638" algn="ctr" defTabSz="914400" rtl="0" eaLnBrk="1" fontAlgn="base" latinLnBrk="0" hangingPunct="1">
                        <a:lnSpc>
                          <a:spcPct val="100000"/>
                        </a:lnSpc>
                        <a:spcBef>
                          <a:spcPct val="0"/>
                        </a:spcBef>
                        <a:spcAft>
                          <a:spcPct val="0"/>
                        </a:spcAft>
                        <a:buClrTx/>
                        <a:buSzTx/>
                        <a:buFontTx/>
                        <a:buNone/>
                        <a:tabLst>
                          <a:tab pos="85725" algn="l"/>
                        </a:tabLst>
                      </a:pPr>
                      <a:r>
                        <a:rPr kumimoji="1" lang="ja-JP" altLang="ja-JP" sz="1000" b="0" i="0" u="none" strike="noStrike" cap="none" normalizeH="0" baseline="0" dirty="0">
                          <a:ln>
                            <a:noFill/>
                          </a:ln>
                          <a:solidFill>
                            <a:schemeClr val="tx1"/>
                          </a:solidFill>
                          <a:effectLst/>
                          <a:latin typeface="ＭＳ Ｐゴシック" charset="-128"/>
                          <a:ea typeface="ＭＳ Ｐゴシック" charset="-128"/>
                          <a:cs typeface="Times New Roman" pitchFamily="18" charset="0"/>
                        </a:rPr>
                        <a:t>東京大学　</a:t>
                      </a:r>
                      <a:r>
                        <a:rPr kumimoji="1" lang="ja-JP" altLang="ja-JP" sz="1000" b="0" i="0" u="none" strike="noStrike" cap="none" normalizeH="0" baseline="0" dirty="0">
                          <a:ln>
                            <a:noFill/>
                          </a:ln>
                          <a:solidFill>
                            <a:schemeClr val="tx1"/>
                          </a:solidFill>
                          <a:effectLst/>
                          <a:latin typeface="ＭＳ Ｐゴシック" charset="-128"/>
                          <a:ea typeface="ＭＳ Ｐゴシック" charset="-128"/>
                        </a:rPr>
                        <a:t> </a:t>
                      </a:r>
                      <a:endParaRPr kumimoji="1" lang="en-US" altLang="ja-JP" sz="1000" b="0" i="0" u="none" strike="noStrike" cap="none" normalizeH="0" baseline="0" dirty="0">
                        <a:ln>
                          <a:noFill/>
                        </a:ln>
                        <a:solidFill>
                          <a:schemeClr val="tx1"/>
                        </a:solidFill>
                        <a:effectLst/>
                        <a:latin typeface="ＭＳ Ｐゴシック" charset="-128"/>
                        <a:ea typeface="ＭＳ Ｐゴシック" charset="-128"/>
                      </a:endParaRPr>
                    </a:p>
                    <a:p>
                      <a:pPr marL="0" marR="0" lvl="0" indent="20638" algn="ctr" defTabSz="914400" rtl="0" eaLnBrk="1" fontAlgn="base" latinLnBrk="0" hangingPunct="1">
                        <a:lnSpc>
                          <a:spcPct val="100000"/>
                        </a:lnSpc>
                        <a:spcBef>
                          <a:spcPct val="0"/>
                        </a:spcBef>
                        <a:spcAft>
                          <a:spcPct val="0"/>
                        </a:spcAft>
                        <a:buClrTx/>
                        <a:buSzTx/>
                        <a:buFontTx/>
                        <a:buNone/>
                        <a:tabLst>
                          <a:tab pos="85725" algn="l"/>
                        </a:tabLst>
                      </a:pPr>
                      <a:r>
                        <a:rPr kumimoji="1" lang="ja-JP" altLang="ja-JP" sz="1000" b="0" i="0" u="none" strike="noStrike" cap="none" normalizeH="0" baseline="0" dirty="0">
                          <a:ln>
                            <a:noFill/>
                          </a:ln>
                          <a:solidFill>
                            <a:schemeClr val="tx1"/>
                          </a:solidFill>
                          <a:effectLst/>
                          <a:latin typeface="ＭＳ Ｐゴシック" charset="-128"/>
                          <a:ea typeface="ＭＳ Ｐゴシック" charset="-128"/>
                          <a:cs typeface="Times New Roman" pitchFamily="18" charset="0"/>
                        </a:rPr>
                        <a:t>生産技術研究所</a:t>
                      </a:r>
                      <a:endParaRPr kumimoji="1" lang="ja-JP" altLang="ja-JP" sz="1000" b="0" i="0" u="none" strike="noStrike" cap="none" normalizeH="0" baseline="0" dirty="0">
                        <a:ln>
                          <a:noFill/>
                        </a:ln>
                        <a:solidFill>
                          <a:schemeClr val="tx1"/>
                        </a:solidFill>
                        <a:effectLst/>
                        <a:latin typeface="ＭＳ Ｐゴシック" charset="-128"/>
                        <a:ea typeface="ＭＳ Ｐゴシック" charset="-128"/>
                      </a:endParaRPr>
                    </a:p>
                  </a:txBody>
                  <a:tcPr marL="14313" marR="1431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indent="20638" algn="l" eaLnBrk="0" hangingPunct="0">
                        <a:spcBef>
                          <a:spcPct val="20000"/>
                        </a:spcBef>
                        <a:buClr>
                          <a:srgbClr val="CC0000"/>
                        </a:buClr>
                        <a:buFont typeface="Wingdings" pitchFamily="2" charset="2"/>
                        <a:defRPr sz="1200">
                          <a:solidFill>
                            <a:schemeClr val="tx1"/>
                          </a:solidFill>
                          <a:latin typeface="HGS明朝E" pitchFamily="18" charset="-128"/>
                          <a:ea typeface="HGS明朝E" pitchFamily="18" charset="-128"/>
                        </a:defRPr>
                      </a:lvl1pPr>
                      <a:lvl2pPr marL="742950" indent="-28575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2pPr>
                      <a:lvl3pPr marL="1143000" indent="-22860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3pPr>
                      <a:lvl4pPr marL="1600200" indent="-22860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4pPr>
                      <a:lvl5pPr marL="2057400" indent="-22860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5pPr>
                      <a:lvl6pPr marL="25146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6pPr>
                      <a:lvl7pPr marL="29718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7pPr>
                      <a:lvl8pPr marL="34290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8pPr>
                      <a:lvl9pPr marL="38862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9pPr>
                    </a:lstStyle>
                    <a:p>
                      <a:pPr marL="0" marR="0" lvl="0" indent="20638" algn="ctr" defTabSz="914400" rtl="0" eaLnBrk="1" fontAlgn="base" latinLnBrk="0" hangingPunct="1">
                        <a:lnSpc>
                          <a:spcPct val="100000"/>
                        </a:lnSpc>
                        <a:spcBef>
                          <a:spcPct val="0"/>
                        </a:spcBef>
                        <a:spcAft>
                          <a:spcPct val="0"/>
                        </a:spcAft>
                        <a:buClrTx/>
                        <a:buSzTx/>
                        <a:buFontTx/>
                        <a:buNone/>
                        <a:tabLst/>
                      </a:pPr>
                      <a:r>
                        <a:rPr kumimoji="1" lang="ja-JP" altLang="ja-JP" sz="1000" b="0" i="0" u="none" strike="noStrike" cap="none" normalizeH="0" baseline="0" dirty="0">
                          <a:ln>
                            <a:noFill/>
                          </a:ln>
                          <a:solidFill>
                            <a:schemeClr val="tx1"/>
                          </a:solidFill>
                          <a:effectLst/>
                          <a:latin typeface="ＭＳ Ｐゴシック" charset="-128"/>
                          <a:ea typeface="ＭＳ Ｐゴシック" charset="-128"/>
                          <a:cs typeface="Times New Roman" pitchFamily="18" charset="0"/>
                        </a:rPr>
                        <a:t>松江オープンソースラボ</a:t>
                      </a:r>
                    </a:p>
                  </a:txBody>
                  <a:tcPr marL="14313" marR="1431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3"/>
                  </a:ext>
                </a:extLst>
              </a:tr>
            </a:tbl>
          </a:graphicData>
        </a:graphic>
      </p:graphicFrame>
      <p:sp>
        <p:nvSpPr>
          <p:cNvPr id="33827" name="Text Box 41">
            <a:extLst>
              <a:ext uri="{FF2B5EF4-FFF2-40B4-BE49-F238E27FC236}">
                <a16:creationId xmlns:a16="http://schemas.microsoft.com/office/drawing/2014/main" id="{BE9F30FD-E0A9-79C5-BCEA-68B495A8DD9C}"/>
              </a:ext>
            </a:extLst>
          </p:cNvPr>
          <p:cNvSpPr txBox="1">
            <a:spLocks noChangeArrowheads="1"/>
          </p:cNvSpPr>
          <p:nvPr/>
        </p:nvSpPr>
        <p:spPr bwMode="auto">
          <a:xfrm>
            <a:off x="344488" y="3590925"/>
            <a:ext cx="18002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ＭＳ Ｐゴシック" panose="020B0600070205080204"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ＭＳ Ｐゴシック" panose="020B0600070205080204"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400" u="sng">
                <a:solidFill>
                  <a:srgbClr val="000000"/>
                </a:solidFill>
                <a:latin typeface="ＭＳ ゴシック" panose="020B0609070205080204" pitchFamily="49" charset="-128"/>
                <a:ea typeface="ＭＳ ゴシック" panose="020B0609070205080204" pitchFamily="49" charset="-128"/>
              </a:rPr>
              <a:t>アイデアソンの開催</a:t>
            </a:r>
          </a:p>
        </p:txBody>
      </p:sp>
      <p:sp>
        <p:nvSpPr>
          <p:cNvPr id="33828" name="正方形/長方形 3">
            <a:extLst>
              <a:ext uri="{FF2B5EF4-FFF2-40B4-BE49-F238E27FC236}">
                <a16:creationId xmlns:a16="http://schemas.microsoft.com/office/drawing/2014/main" id="{06823A3C-E8BC-DC42-4F4F-B00060ABB3C3}"/>
              </a:ext>
            </a:extLst>
          </p:cNvPr>
          <p:cNvSpPr>
            <a:spLocks noChangeArrowheads="1"/>
          </p:cNvSpPr>
          <p:nvPr/>
        </p:nvSpPr>
        <p:spPr bwMode="auto">
          <a:xfrm>
            <a:off x="484188" y="3898900"/>
            <a:ext cx="8934450"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ＭＳ Ｐゴシック" panose="020B0600070205080204"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ＭＳ Ｐゴシック" panose="020B0600070205080204"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200">
                <a:solidFill>
                  <a:srgbClr val="000066"/>
                </a:solidFill>
                <a:latin typeface="ＭＳ ゴシック" panose="020B0609070205080204" pitchFamily="49" charset="-128"/>
                <a:ea typeface="ＭＳ ゴシック" panose="020B0609070205080204" pitchFamily="49" charset="-128"/>
              </a:rPr>
              <a:t>地域の課題をテーマに選び、解決に必要な行政機関や自治体が保有するデータを結びつける「課題解決型アイデアソン」を実施</a:t>
            </a:r>
          </a:p>
        </p:txBody>
      </p:sp>
      <p:sp>
        <p:nvSpPr>
          <p:cNvPr id="33829" name="Text Box 41">
            <a:extLst>
              <a:ext uri="{FF2B5EF4-FFF2-40B4-BE49-F238E27FC236}">
                <a16:creationId xmlns:a16="http://schemas.microsoft.com/office/drawing/2014/main" id="{9A08B421-8FF6-E8A3-4F74-5EF990B01D98}"/>
              </a:ext>
            </a:extLst>
          </p:cNvPr>
          <p:cNvSpPr txBox="1">
            <a:spLocks noChangeArrowheads="1"/>
          </p:cNvSpPr>
          <p:nvPr/>
        </p:nvSpPr>
        <p:spPr bwMode="auto">
          <a:xfrm>
            <a:off x="331788" y="5338763"/>
            <a:ext cx="28860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ＭＳ Ｐゴシック" panose="020B0600070205080204"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ＭＳ Ｐゴシック" panose="020B0600070205080204"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400" u="sng">
                <a:solidFill>
                  <a:srgbClr val="000000"/>
                </a:solidFill>
                <a:latin typeface="ＭＳ ゴシック" panose="020B0609070205080204" pitchFamily="49" charset="-128"/>
                <a:ea typeface="ＭＳ ゴシック" panose="020B0609070205080204" pitchFamily="49" charset="-128"/>
              </a:rPr>
              <a:t>ユースケースコンテストの開催</a:t>
            </a:r>
          </a:p>
        </p:txBody>
      </p:sp>
      <p:sp>
        <p:nvSpPr>
          <p:cNvPr id="33830" name="正方形/長方形 4">
            <a:extLst>
              <a:ext uri="{FF2B5EF4-FFF2-40B4-BE49-F238E27FC236}">
                <a16:creationId xmlns:a16="http://schemas.microsoft.com/office/drawing/2014/main" id="{957A3044-3B07-553F-899F-52301FCFB34E}"/>
              </a:ext>
            </a:extLst>
          </p:cNvPr>
          <p:cNvSpPr>
            <a:spLocks noChangeArrowheads="1"/>
          </p:cNvSpPr>
          <p:nvPr/>
        </p:nvSpPr>
        <p:spPr bwMode="auto">
          <a:xfrm>
            <a:off x="484188" y="5640388"/>
            <a:ext cx="9005887"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ＭＳ Ｐゴシック" panose="020B0600070205080204"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ＭＳ Ｐゴシック" panose="020B0600070205080204"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200">
                <a:solidFill>
                  <a:srgbClr val="000066"/>
                </a:solidFill>
                <a:latin typeface="ＭＳ ゴシック" panose="020B0609070205080204" pitchFamily="49" charset="-128"/>
                <a:ea typeface="ＭＳ ゴシック" panose="020B0609070205080204" pitchFamily="49" charset="-128"/>
              </a:rPr>
              <a:t>アイデアソンで創出されたアイデア等を具現化する、公共データを用いたアプリ、サービス等のユースケースを募集し、コンテストを開催</a:t>
            </a:r>
          </a:p>
        </p:txBody>
      </p:sp>
      <p:graphicFrame>
        <p:nvGraphicFramePr>
          <p:cNvPr id="20" name="表 19">
            <a:extLst>
              <a:ext uri="{FF2B5EF4-FFF2-40B4-BE49-F238E27FC236}">
                <a16:creationId xmlns:a16="http://schemas.microsoft.com/office/drawing/2014/main" id="{597B5015-0428-94CD-05F8-7E1EBA404DD8}"/>
              </a:ext>
            </a:extLst>
          </p:cNvPr>
          <p:cNvGraphicFramePr>
            <a:graphicFrameLocks noGrp="1"/>
          </p:cNvGraphicFramePr>
          <p:nvPr/>
        </p:nvGraphicFramePr>
        <p:xfrm>
          <a:off x="560388" y="6088063"/>
          <a:ext cx="5832475" cy="725487"/>
        </p:xfrm>
        <a:graphic>
          <a:graphicData uri="http://schemas.openxmlformats.org/drawingml/2006/table">
            <a:tbl>
              <a:tblPr/>
              <a:tblGrid>
                <a:gridCol w="1119773">
                  <a:extLst>
                    <a:ext uri="{9D8B030D-6E8A-4147-A177-3AD203B41FA5}">
                      <a16:colId xmlns:a16="http://schemas.microsoft.com/office/drawing/2014/main" val="20000"/>
                    </a:ext>
                  </a:extLst>
                </a:gridCol>
                <a:gridCol w="2356351">
                  <a:extLst>
                    <a:ext uri="{9D8B030D-6E8A-4147-A177-3AD203B41FA5}">
                      <a16:colId xmlns:a16="http://schemas.microsoft.com/office/drawing/2014/main" val="20001"/>
                    </a:ext>
                  </a:extLst>
                </a:gridCol>
                <a:gridCol w="2356351">
                  <a:extLst>
                    <a:ext uri="{9D8B030D-6E8A-4147-A177-3AD203B41FA5}">
                      <a16:colId xmlns:a16="http://schemas.microsoft.com/office/drawing/2014/main" val="20002"/>
                    </a:ext>
                  </a:extLst>
                </a:gridCol>
              </a:tblGrid>
              <a:tr h="245781">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1" lang="ja-JP" altLang="ja-JP" sz="1200" b="0" i="0" u="none" strike="noStrike" cap="none" normalizeH="0" baseline="0" dirty="0">
                        <a:ln>
                          <a:noFill/>
                        </a:ln>
                        <a:solidFill>
                          <a:schemeClr val="tx1"/>
                        </a:solidFill>
                        <a:effectLst/>
                        <a:latin typeface="ＭＳ Ｐゴシック" charset="-128"/>
                        <a:ea typeface="ＭＳ Ｐゴシック" charset="-128"/>
                      </a:endParaRPr>
                    </a:p>
                  </a:txBody>
                  <a:tcPr marL="14316" marR="1431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solidFill>
                  </a:tcPr>
                </a:tc>
                <a:tc>
                  <a:txBody>
                    <a:bodyPr/>
                    <a:lstStyle/>
                    <a:p>
                      <a:pPr marL="0" marR="0" lvl="0" indent="20638" algn="ctr" defTabSz="914400" rtl="0" eaLnBrk="1" fontAlgn="base" latinLnBrk="0" hangingPunct="1">
                        <a:lnSpc>
                          <a:spcPct val="100000"/>
                        </a:lnSpc>
                        <a:spcBef>
                          <a:spcPct val="0"/>
                        </a:spcBef>
                        <a:spcAft>
                          <a:spcPct val="0"/>
                        </a:spcAft>
                        <a:buClrTx/>
                        <a:buSzTx/>
                        <a:buFontTx/>
                        <a:buNone/>
                        <a:tabLst>
                          <a:tab pos="85725" algn="l"/>
                        </a:tabLst>
                      </a:pPr>
                      <a:r>
                        <a:rPr kumimoji="1" lang="ja-JP" altLang="en-US" sz="1200" b="1" i="0" u="none" strike="noStrike" cap="none" normalizeH="0" baseline="0" dirty="0">
                          <a:ln>
                            <a:noFill/>
                          </a:ln>
                          <a:solidFill>
                            <a:schemeClr val="tx1"/>
                          </a:solidFill>
                          <a:effectLst/>
                          <a:latin typeface="ＭＳ Ｐゴシック" charset="-128"/>
                          <a:ea typeface="ＭＳ Ｐゴシック" charset="-128"/>
                        </a:rPr>
                        <a:t>東京</a:t>
                      </a:r>
                      <a:endParaRPr kumimoji="1" lang="ja-JP" altLang="ja-JP" sz="1200" b="1" i="0" u="none" strike="noStrike" cap="none" normalizeH="0" baseline="0" dirty="0">
                        <a:ln>
                          <a:noFill/>
                        </a:ln>
                        <a:solidFill>
                          <a:schemeClr val="tx1"/>
                        </a:solidFill>
                        <a:effectLst/>
                        <a:latin typeface="ＭＳ Ｐゴシック" charset="-128"/>
                        <a:ea typeface="ＭＳ Ｐゴシック" charset="-128"/>
                      </a:endParaRPr>
                    </a:p>
                  </a:txBody>
                  <a:tcPr marL="14316" marR="1431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solidFill>
                  </a:tcPr>
                </a:tc>
                <a:tc>
                  <a:txBody>
                    <a:bodyPr/>
                    <a:lstStyle/>
                    <a:p>
                      <a:pPr marL="0" marR="0" lvl="0" indent="20638" algn="ctr" defTabSz="914400" rtl="0" eaLnBrk="1" fontAlgn="base" latinLnBrk="0" hangingPunct="1">
                        <a:lnSpc>
                          <a:spcPct val="100000"/>
                        </a:lnSpc>
                        <a:spcBef>
                          <a:spcPct val="0"/>
                        </a:spcBef>
                        <a:spcAft>
                          <a:spcPct val="0"/>
                        </a:spcAft>
                        <a:buClrTx/>
                        <a:buSzTx/>
                        <a:buFontTx/>
                        <a:buNone/>
                        <a:tabLst>
                          <a:tab pos="85725" algn="l"/>
                        </a:tabLst>
                      </a:pPr>
                      <a:r>
                        <a:rPr kumimoji="1" lang="ja-JP" altLang="en-US" sz="1200" b="1" i="0" u="none" strike="noStrike" cap="none" normalizeH="0" baseline="0" dirty="0">
                          <a:ln>
                            <a:noFill/>
                          </a:ln>
                          <a:solidFill>
                            <a:schemeClr val="tx1"/>
                          </a:solidFill>
                          <a:effectLst/>
                          <a:latin typeface="ＭＳ Ｐゴシック" charset="-128"/>
                          <a:ea typeface="ＭＳ Ｐゴシック" charset="-128"/>
                        </a:rPr>
                        <a:t>大阪</a:t>
                      </a:r>
                      <a:endParaRPr kumimoji="1" lang="ja-JP" altLang="ja-JP" sz="1200" b="1" i="0" u="none" strike="noStrike" cap="none" normalizeH="0" baseline="0" dirty="0">
                        <a:ln>
                          <a:noFill/>
                        </a:ln>
                        <a:solidFill>
                          <a:schemeClr val="tx1"/>
                        </a:solidFill>
                        <a:effectLst/>
                        <a:latin typeface="ＭＳ Ｐゴシック" charset="-128"/>
                        <a:ea typeface="ＭＳ Ｐゴシック" charset="-128"/>
                      </a:endParaRPr>
                    </a:p>
                  </a:txBody>
                  <a:tcPr marL="14316" marR="1431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solidFill>
                  </a:tcPr>
                </a:tc>
                <a:extLst>
                  <a:ext uri="{0D108BD9-81ED-4DB2-BD59-A6C34878D82A}">
                    <a16:rowId xmlns:a16="http://schemas.microsoft.com/office/drawing/2014/main" val="10000"/>
                  </a:ext>
                </a:extLst>
              </a:tr>
              <a:tr h="245781">
                <a:tc>
                  <a:txBody>
                    <a:bodyPr/>
                    <a:lstStyle>
                      <a:lvl1pPr algn="l" eaLnBrk="0" hangingPunct="0">
                        <a:spcBef>
                          <a:spcPct val="20000"/>
                        </a:spcBef>
                        <a:buClr>
                          <a:srgbClr val="CC0000"/>
                        </a:buClr>
                        <a:buFont typeface="Wingdings" pitchFamily="2" charset="2"/>
                        <a:defRPr sz="1200">
                          <a:solidFill>
                            <a:schemeClr val="tx1"/>
                          </a:solidFill>
                          <a:latin typeface="HGS明朝E" pitchFamily="18" charset="-128"/>
                          <a:ea typeface="HGS明朝E" pitchFamily="18" charset="-128"/>
                        </a:defRPr>
                      </a:lvl1pPr>
                      <a:lvl2pPr marL="742950" indent="-28575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2pPr>
                      <a:lvl3pPr marL="1143000" indent="-22860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3pPr>
                      <a:lvl4pPr marL="1600200" indent="-22860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4pPr>
                      <a:lvl5pPr marL="2057400" indent="-22860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5pPr>
                      <a:lvl6pPr marL="25146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6pPr>
                      <a:lvl7pPr marL="29718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7pPr>
                      <a:lvl8pPr marL="34290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8pPr>
                      <a:lvl9pPr marL="38862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ja-JP" sz="1200" b="0" i="0" u="none" strike="noStrike" cap="none" normalizeH="0" baseline="0" dirty="0">
                          <a:ln>
                            <a:noFill/>
                          </a:ln>
                          <a:solidFill>
                            <a:schemeClr val="tx1"/>
                          </a:solidFill>
                          <a:effectLst/>
                          <a:latin typeface="ＭＳ Ｐゴシック" charset="-128"/>
                          <a:ea typeface="ＭＳ Ｐゴシック" charset="-128"/>
                        </a:rPr>
                        <a:t>日程</a:t>
                      </a:r>
                    </a:p>
                  </a:txBody>
                  <a:tcPr marL="14316" marR="1431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solidFill>
                  </a:tcPr>
                </a:tc>
                <a:tc gridSpan="2">
                  <a:txBody>
                    <a:bodyPr/>
                    <a:lstStyle>
                      <a:lvl1pPr indent="20638" algn="l" eaLnBrk="0" hangingPunct="0">
                        <a:spcBef>
                          <a:spcPct val="20000"/>
                        </a:spcBef>
                        <a:buClr>
                          <a:srgbClr val="CC0000"/>
                        </a:buClr>
                        <a:buFont typeface="Wingdings" pitchFamily="2" charset="2"/>
                        <a:tabLst>
                          <a:tab pos="85725" algn="l"/>
                        </a:tabLst>
                        <a:defRPr sz="1200">
                          <a:solidFill>
                            <a:schemeClr val="tx1"/>
                          </a:solidFill>
                          <a:latin typeface="HGS明朝E" pitchFamily="18" charset="-128"/>
                          <a:ea typeface="HGS明朝E" pitchFamily="18" charset="-128"/>
                        </a:defRPr>
                      </a:lvl1pPr>
                      <a:lvl2pPr marL="742950" indent="-28575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2pPr>
                      <a:lvl3pPr marL="1143000" indent="-22860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3pPr>
                      <a:lvl4pPr marL="1600200" indent="-22860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4pPr>
                      <a:lvl5pPr marL="2057400" indent="-22860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5pPr>
                      <a:lvl6pPr marL="25146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6pPr>
                      <a:lvl7pPr marL="29718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7pPr>
                      <a:lvl8pPr marL="34290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8pPr>
                      <a:lvl9pPr marL="38862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9pPr>
                    </a:lstStyle>
                    <a:p>
                      <a:pPr marL="0" marR="0" lvl="0" indent="20638" algn="ctr" defTabSz="914400" rtl="0" eaLnBrk="1" fontAlgn="base" latinLnBrk="0" hangingPunct="1">
                        <a:lnSpc>
                          <a:spcPct val="100000"/>
                        </a:lnSpc>
                        <a:spcBef>
                          <a:spcPct val="0"/>
                        </a:spcBef>
                        <a:spcAft>
                          <a:spcPct val="0"/>
                        </a:spcAft>
                        <a:buClrTx/>
                        <a:buSzTx/>
                        <a:buFontTx/>
                        <a:buNone/>
                        <a:tabLst>
                          <a:tab pos="85725" algn="l"/>
                        </a:tabLst>
                      </a:pPr>
                      <a:r>
                        <a:rPr kumimoji="1" lang="en-US" altLang="ja-JP" sz="1200" b="0" i="0" u="none" strike="noStrike" cap="none" normalizeH="0" baseline="0" dirty="0">
                          <a:ln>
                            <a:noFill/>
                          </a:ln>
                          <a:solidFill>
                            <a:schemeClr val="tx1"/>
                          </a:solidFill>
                          <a:effectLst/>
                          <a:latin typeface="ＭＳ Ｐゴシック" charset="-128"/>
                          <a:ea typeface="ＭＳ Ｐゴシック" charset="-128"/>
                        </a:rPr>
                        <a:t>2/7(</a:t>
                      </a:r>
                      <a:r>
                        <a:rPr kumimoji="1" lang="ja-JP" altLang="en-US" sz="1200" b="0" i="0" u="none" strike="noStrike" cap="none" normalizeH="0" baseline="0" dirty="0">
                          <a:ln>
                            <a:noFill/>
                          </a:ln>
                          <a:solidFill>
                            <a:schemeClr val="tx1"/>
                          </a:solidFill>
                          <a:effectLst/>
                          <a:latin typeface="ＭＳ Ｐゴシック" charset="-128"/>
                          <a:ea typeface="ＭＳ Ｐゴシック" charset="-128"/>
                          <a:cs typeface="Times New Roman" pitchFamily="18" charset="0"/>
                        </a:rPr>
                        <a:t>金</a:t>
                      </a:r>
                      <a:r>
                        <a:rPr kumimoji="1" lang="en-US" altLang="ja-JP" sz="1200" b="0" i="0" u="none" strike="noStrike" cap="none" normalizeH="0" baseline="0" dirty="0">
                          <a:ln>
                            <a:noFill/>
                          </a:ln>
                          <a:solidFill>
                            <a:schemeClr val="tx1"/>
                          </a:solidFill>
                          <a:effectLst/>
                          <a:latin typeface="ＭＳ Ｐゴシック" charset="-128"/>
                          <a:ea typeface="ＭＳ Ｐゴシック" charset="-128"/>
                        </a:rPr>
                        <a:t>)</a:t>
                      </a:r>
                      <a:r>
                        <a:rPr kumimoji="1" lang="ja-JP" altLang="en-US" sz="1200" b="0" i="0" u="none" strike="noStrike" cap="none" normalizeH="0" baseline="0" dirty="0">
                          <a:ln>
                            <a:noFill/>
                          </a:ln>
                          <a:solidFill>
                            <a:schemeClr val="tx1"/>
                          </a:solidFill>
                          <a:effectLst/>
                          <a:latin typeface="ＭＳ Ｐゴシック" charset="-128"/>
                          <a:ea typeface="ＭＳ Ｐゴシック" charset="-128"/>
                        </a:rPr>
                        <a:t>　午後（予定）</a:t>
                      </a:r>
                      <a:endParaRPr kumimoji="1" lang="ja-JP" altLang="ja-JP" sz="1200" b="0" i="0" u="none" strike="noStrike" cap="none" normalizeH="0" baseline="0" dirty="0">
                        <a:ln>
                          <a:noFill/>
                        </a:ln>
                        <a:solidFill>
                          <a:schemeClr val="tx1"/>
                        </a:solidFill>
                        <a:effectLst/>
                        <a:latin typeface="ＭＳ Ｐゴシック" charset="-128"/>
                        <a:ea typeface="ＭＳ Ｐゴシック" charset="-128"/>
                      </a:endParaRPr>
                    </a:p>
                  </a:txBody>
                  <a:tcPr marL="14316" marR="1431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hMerge="1">
                  <a:txBody>
                    <a:bodyPr/>
                    <a:lstStyle/>
                    <a:p>
                      <a:pPr marL="0" marR="0" lvl="0" indent="20638" algn="ctr" defTabSz="914400" rtl="0" eaLnBrk="1" fontAlgn="base" latinLnBrk="0" hangingPunct="1">
                        <a:lnSpc>
                          <a:spcPct val="100000"/>
                        </a:lnSpc>
                        <a:spcBef>
                          <a:spcPct val="0"/>
                        </a:spcBef>
                        <a:spcAft>
                          <a:spcPct val="0"/>
                        </a:spcAft>
                        <a:buClrTx/>
                        <a:buSzTx/>
                        <a:buFontTx/>
                        <a:buNone/>
                        <a:tabLst>
                          <a:tab pos="85725" algn="l"/>
                        </a:tabLst>
                      </a:pPr>
                      <a:endParaRPr kumimoji="1" lang="ja-JP" altLang="ja-JP" sz="800" b="0" i="0" u="none" strike="noStrike" cap="none" normalizeH="0" baseline="0" dirty="0">
                        <a:ln>
                          <a:noFill/>
                        </a:ln>
                        <a:solidFill>
                          <a:schemeClr val="tx1"/>
                        </a:solidFill>
                        <a:effectLst/>
                        <a:latin typeface="ＭＳ Ｐゴシック" charset="-128"/>
                        <a:ea typeface="ＭＳ Ｐゴシック" charset="-128"/>
                      </a:endParaRPr>
                    </a:p>
                  </a:txBody>
                  <a:tcPr marL="14313" marR="14313"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1"/>
                  </a:ext>
                </a:extLst>
              </a:tr>
              <a:tr h="233925">
                <a:tc>
                  <a:txBody>
                    <a:bodyPr/>
                    <a:lstStyle>
                      <a:lvl1pPr algn="l" eaLnBrk="0" hangingPunct="0">
                        <a:spcBef>
                          <a:spcPct val="20000"/>
                        </a:spcBef>
                        <a:buClr>
                          <a:srgbClr val="CC0000"/>
                        </a:buClr>
                        <a:buFont typeface="Wingdings" pitchFamily="2" charset="2"/>
                        <a:defRPr sz="1200">
                          <a:solidFill>
                            <a:schemeClr val="tx1"/>
                          </a:solidFill>
                          <a:latin typeface="HGS明朝E" pitchFamily="18" charset="-128"/>
                          <a:ea typeface="HGS明朝E" pitchFamily="18" charset="-128"/>
                        </a:defRPr>
                      </a:lvl1pPr>
                      <a:lvl2pPr marL="742950" indent="-28575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2pPr>
                      <a:lvl3pPr marL="1143000" indent="-22860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3pPr>
                      <a:lvl4pPr marL="1600200" indent="-22860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4pPr>
                      <a:lvl5pPr marL="2057400" indent="-228600" algn="l" eaLnBrk="0" hangingPunct="0">
                        <a:spcBef>
                          <a:spcPct val="20000"/>
                        </a:spcBef>
                        <a:buClr>
                          <a:srgbClr val="000066"/>
                        </a:buClr>
                        <a:buFont typeface="Wingdings" pitchFamily="2" charset="2"/>
                        <a:defRPr sz="1200">
                          <a:solidFill>
                            <a:schemeClr val="tx1"/>
                          </a:solidFill>
                          <a:latin typeface="HGS明朝E" pitchFamily="18" charset="-128"/>
                          <a:ea typeface="HGS明朝E" pitchFamily="18" charset="-128"/>
                        </a:defRPr>
                      </a:lvl5pPr>
                      <a:lvl6pPr marL="25146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6pPr>
                      <a:lvl7pPr marL="29718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7pPr>
                      <a:lvl8pPr marL="34290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8pPr>
                      <a:lvl9pPr marL="3886200" indent="-228600" eaLnBrk="0" fontAlgn="base" hangingPunct="0">
                        <a:spcBef>
                          <a:spcPct val="20000"/>
                        </a:spcBef>
                        <a:spcAft>
                          <a:spcPct val="0"/>
                        </a:spcAft>
                        <a:buClr>
                          <a:srgbClr val="000066"/>
                        </a:buClr>
                        <a:buFont typeface="Wingdings" pitchFamily="2" charset="2"/>
                        <a:defRPr sz="1200">
                          <a:solidFill>
                            <a:schemeClr val="tx1"/>
                          </a:solidFill>
                          <a:latin typeface="HGS明朝E" pitchFamily="18" charset="-128"/>
                          <a:ea typeface="HGS明朝E" pitchFamily="18"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ja-JP" altLang="ja-JP" sz="1200" b="0" i="0" u="none" strike="noStrike" cap="none" normalizeH="0" baseline="0" dirty="0">
                          <a:ln>
                            <a:noFill/>
                          </a:ln>
                          <a:solidFill>
                            <a:schemeClr val="tx1"/>
                          </a:solidFill>
                          <a:effectLst/>
                          <a:latin typeface="ＭＳ Ｐゴシック" charset="-128"/>
                          <a:ea typeface="ＭＳ Ｐゴシック" charset="-128"/>
                        </a:rPr>
                        <a:t>会場</a:t>
                      </a:r>
                    </a:p>
                  </a:txBody>
                  <a:tcPr marL="14316" marR="1431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solidFill>
                  </a:tcPr>
                </a:tc>
                <a:tc>
                  <a:txBody>
                    <a:bodyPr/>
                    <a:lstStyle>
                      <a:lvl1pPr indent="20638" algn="l" eaLnBrk="0" hangingPunct="0">
                        <a:spcBef>
                          <a:spcPct val="20000"/>
                        </a:spcBef>
                        <a:buClr>
                          <a:srgbClr val="CC0000"/>
                        </a:buClr>
                        <a:buFont typeface="Wingdings" pitchFamily="2" charset="2"/>
                        <a:tabLst>
                          <a:tab pos="85725" algn="l"/>
                        </a:tabLst>
                        <a:defRPr sz="1200">
                          <a:solidFill>
                            <a:schemeClr val="tx1"/>
                          </a:solidFill>
                          <a:latin typeface="HGS明朝E" pitchFamily="18" charset="-128"/>
                          <a:ea typeface="HGS明朝E" pitchFamily="18" charset="-128"/>
                        </a:defRPr>
                      </a:lvl1pPr>
                      <a:lvl2pPr marL="742950" indent="-28575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2pPr>
                      <a:lvl3pPr marL="1143000" indent="-22860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3pPr>
                      <a:lvl4pPr marL="1600200" indent="-22860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4pPr>
                      <a:lvl5pPr marL="2057400" indent="-228600" algn="l" eaLnBrk="0" hangingPunct="0">
                        <a:spcBef>
                          <a:spcPct val="20000"/>
                        </a:spcBef>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5pPr>
                      <a:lvl6pPr marL="25146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6pPr>
                      <a:lvl7pPr marL="29718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7pPr>
                      <a:lvl8pPr marL="34290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8pPr>
                      <a:lvl9pPr marL="3886200" indent="-228600" eaLnBrk="0" fontAlgn="base" hangingPunct="0">
                        <a:spcBef>
                          <a:spcPct val="20000"/>
                        </a:spcBef>
                        <a:spcAft>
                          <a:spcPct val="0"/>
                        </a:spcAft>
                        <a:buClr>
                          <a:srgbClr val="000066"/>
                        </a:buClr>
                        <a:buFont typeface="Wingdings" pitchFamily="2" charset="2"/>
                        <a:tabLst>
                          <a:tab pos="85725" algn="l"/>
                        </a:tabLst>
                        <a:defRPr sz="1200">
                          <a:solidFill>
                            <a:schemeClr val="tx1"/>
                          </a:solidFill>
                          <a:latin typeface="HGS明朝E" pitchFamily="18" charset="-128"/>
                          <a:ea typeface="HGS明朝E" pitchFamily="18" charset="-128"/>
                        </a:defRPr>
                      </a:lvl9pPr>
                    </a:lstStyle>
                    <a:p>
                      <a:pPr marL="0" marR="0" lvl="0" indent="20638" algn="ctr" defTabSz="914400" rtl="0" eaLnBrk="1" fontAlgn="base" latinLnBrk="0" hangingPunct="1">
                        <a:lnSpc>
                          <a:spcPct val="100000"/>
                        </a:lnSpc>
                        <a:spcBef>
                          <a:spcPct val="0"/>
                        </a:spcBef>
                        <a:spcAft>
                          <a:spcPct val="0"/>
                        </a:spcAft>
                        <a:buClrTx/>
                        <a:buSzTx/>
                        <a:buFontTx/>
                        <a:buNone/>
                        <a:tabLst>
                          <a:tab pos="85725" algn="l"/>
                        </a:tabLst>
                      </a:pPr>
                      <a:r>
                        <a:rPr kumimoji="1" lang="ja-JP" altLang="en-US" sz="1200" b="0" i="0" u="none" strike="noStrike" cap="none" normalizeH="0" baseline="0" dirty="0">
                          <a:ln>
                            <a:noFill/>
                          </a:ln>
                          <a:solidFill>
                            <a:schemeClr val="tx1"/>
                          </a:solidFill>
                          <a:effectLst/>
                          <a:latin typeface="ＭＳ Ｐゴシック" charset="-128"/>
                          <a:ea typeface="ＭＳ Ｐゴシック" charset="-128"/>
                          <a:cs typeface="Times New Roman" pitchFamily="18" charset="0"/>
                        </a:rPr>
                        <a:t>東京国際フォーラム</a:t>
                      </a:r>
                      <a:endParaRPr kumimoji="1" lang="en-US" altLang="ja-JP" sz="1200" b="0" i="0" u="none" strike="noStrike" cap="none" normalizeH="0" baseline="0" dirty="0">
                        <a:ln>
                          <a:noFill/>
                        </a:ln>
                        <a:solidFill>
                          <a:schemeClr val="tx1"/>
                        </a:solidFill>
                        <a:effectLst/>
                        <a:latin typeface="ＭＳ Ｐゴシック" charset="-128"/>
                        <a:ea typeface="ＭＳ Ｐゴシック" charset="-128"/>
                        <a:cs typeface="Times New Roman" pitchFamily="18" charset="0"/>
                      </a:endParaRPr>
                    </a:p>
                  </a:txBody>
                  <a:tcPr marL="14316" marR="1431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20638" algn="ctr" defTabSz="914400" rtl="0" eaLnBrk="1" fontAlgn="base" latinLnBrk="0" hangingPunct="1">
                        <a:lnSpc>
                          <a:spcPct val="100000"/>
                        </a:lnSpc>
                        <a:spcBef>
                          <a:spcPct val="0"/>
                        </a:spcBef>
                        <a:spcAft>
                          <a:spcPct val="0"/>
                        </a:spcAft>
                        <a:buClrTx/>
                        <a:buSzTx/>
                        <a:buFontTx/>
                        <a:buNone/>
                        <a:tabLst>
                          <a:tab pos="85725" algn="l"/>
                        </a:tabLst>
                      </a:pPr>
                      <a:r>
                        <a:rPr kumimoji="1" lang="ja-JP" altLang="en-US" sz="1200" b="0" i="0" u="none" strike="noStrike" cap="none" normalizeH="0" baseline="0" dirty="0">
                          <a:ln>
                            <a:noFill/>
                          </a:ln>
                          <a:solidFill>
                            <a:schemeClr val="tx1"/>
                          </a:solidFill>
                          <a:effectLst/>
                          <a:latin typeface="ＭＳ Ｐゴシック" charset="-128"/>
                          <a:ea typeface="ＭＳ Ｐゴシック" charset="-128"/>
                          <a:cs typeface="Times New Roman" pitchFamily="18" charset="0"/>
                        </a:rPr>
                        <a:t>グランフロント大阪</a:t>
                      </a:r>
                      <a:endParaRPr kumimoji="1" lang="en-US" altLang="ja-JP" sz="1200" b="0" i="0" u="none" strike="noStrike" cap="none" normalizeH="0" baseline="0" dirty="0">
                        <a:ln>
                          <a:noFill/>
                        </a:ln>
                        <a:solidFill>
                          <a:schemeClr val="tx1"/>
                        </a:solidFill>
                        <a:effectLst/>
                        <a:latin typeface="ＭＳ Ｐゴシック" charset="-128"/>
                        <a:ea typeface="ＭＳ Ｐゴシック" charset="-128"/>
                        <a:cs typeface="Times New Roman" pitchFamily="18" charset="0"/>
                      </a:endParaRPr>
                    </a:p>
                  </a:txBody>
                  <a:tcPr marL="14316" marR="14316"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0002"/>
                  </a:ext>
                </a:extLst>
              </a:tr>
            </a:tbl>
          </a:graphicData>
        </a:graphic>
      </p:graphicFrame>
      <p:sp>
        <p:nvSpPr>
          <p:cNvPr id="33849" name="正方形/長方形 5">
            <a:extLst>
              <a:ext uri="{FF2B5EF4-FFF2-40B4-BE49-F238E27FC236}">
                <a16:creationId xmlns:a16="http://schemas.microsoft.com/office/drawing/2014/main" id="{E13D716A-7DA5-C82F-B152-1FD739D7F109}"/>
              </a:ext>
            </a:extLst>
          </p:cNvPr>
          <p:cNvSpPr>
            <a:spLocks noChangeArrowheads="1"/>
          </p:cNvSpPr>
          <p:nvPr/>
        </p:nvSpPr>
        <p:spPr bwMode="auto">
          <a:xfrm>
            <a:off x="6421438" y="6165850"/>
            <a:ext cx="3068637"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ＭＳ Ｐゴシック" panose="020B0600070205080204"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ＭＳ Ｐゴシック" panose="020B0600070205080204"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en-US" altLang="ja-JP" sz="900">
                <a:solidFill>
                  <a:srgbClr val="000066"/>
                </a:solidFill>
                <a:latin typeface="ＭＳ ゴシック" panose="020B0609070205080204" pitchFamily="49" charset="-128"/>
                <a:ea typeface="ＭＳ ゴシック" panose="020B0609070205080204" pitchFamily="49" charset="-128"/>
              </a:rPr>
              <a:t>※</a:t>
            </a:r>
            <a:r>
              <a:rPr lang="ja-JP" altLang="en-US" sz="900">
                <a:solidFill>
                  <a:srgbClr val="000066"/>
                </a:solidFill>
                <a:latin typeface="ＭＳ ゴシック" panose="020B0609070205080204" pitchFamily="49" charset="-128"/>
                <a:ea typeface="ＭＳ ゴシック" panose="020B0609070205080204" pitchFamily="49" charset="-128"/>
              </a:rPr>
              <a:t>コンテスト優秀作品の表彰やプレゼン発表は、２都市の会場をインターネット中継で結び、同時開催で実施する予定</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84052C23-C0F3-7712-1827-B8DA8B19D56A}"/>
              </a:ext>
            </a:extLst>
          </p:cNvPr>
          <p:cNvSpPr/>
          <p:nvPr/>
        </p:nvSpPr>
        <p:spPr>
          <a:xfrm>
            <a:off x="131763" y="1052513"/>
            <a:ext cx="9717087" cy="2881312"/>
          </a:xfrm>
          <a:prstGeom prst="rect">
            <a:avLst/>
          </a:prstGeom>
        </p:spPr>
        <p:style>
          <a:lnRef idx="2">
            <a:schemeClr val="accent1"/>
          </a:lnRef>
          <a:fillRef idx="1">
            <a:schemeClr val="lt1"/>
          </a:fillRef>
          <a:effectRef idx="0">
            <a:schemeClr val="accent1"/>
          </a:effectRef>
          <a:fontRef idx="minor">
            <a:schemeClr val="dk1"/>
          </a:fontRef>
        </p:style>
        <p:txBody>
          <a:bodyPr anchor="ctr"/>
          <a:lstStyle/>
          <a:p>
            <a:pPr algn="ctr">
              <a:defRPr/>
            </a:pPr>
            <a:endParaRPr lang="ja-JP" altLang="en-US"/>
          </a:p>
        </p:txBody>
      </p:sp>
      <p:sp>
        <p:nvSpPr>
          <p:cNvPr id="20" name="角丸四角形 19">
            <a:extLst>
              <a:ext uri="{FF2B5EF4-FFF2-40B4-BE49-F238E27FC236}">
                <a16:creationId xmlns:a16="http://schemas.microsoft.com/office/drawing/2014/main" id="{0925D969-A383-463F-84A5-5998D531FFED}"/>
              </a:ext>
            </a:extLst>
          </p:cNvPr>
          <p:cNvSpPr/>
          <p:nvPr/>
        </p:nvSpPr>
        <p:spPr>
          <a:xfrm>
            <a:off x="5240338" y="1484313"/>
            <a:ext cx="4465637" cy="1497012"/>
          </a:xfrm>
          <a:prstGeom prst="roundRect">
            <a:avLst/>
          </a:prstGeom>
        </p:spPr>
        <p:style>
          <a:lnRef idx="2">
            <a:schemeClr val="accent6"/>
          </a:lnRef>
          <a:fillRef idx="1">
            <a:schemeClr val="lt1"/>
          </a:fillRef>
          <a:effectRef idx="0">
            <a:schemeClr val="accent6"/>
          </a:effectRef>
          <a:fontRef idx="minor">
            <a:schemeClr val="dk1"/>
          </a:fontRef>
        </p:style>
        <p:txBody>
          <a:bodyPr anchor="ctr"/>
          <a:lstStyle/>
          <a:p>
            <a:pPr algn="ctr">
              <a:defRPr/>
            </a:pPr>
            <a:endParaRPr lang="ja-JP" altLang="en-US"/>
          </a:p>
        </p:txBody>
      </p:sp>
      <p:sp>
        <p:nvSpPr>
          <p:cNvPr id="2" name="角丸四角形 1">
            <a:extLst>
              <a:ext uri="{FF2B5EF4-FFF2-40B4-BE49-F238E27FC236}">
                <a16:creationId xmlns:a16="http://schemas.microsoft.com/office/drawing/2014/main" id="{19FDA629-24E9-5120-04EA-EA15DA9F5197}"/>
              </a:ext>
            </a:extLst>
          </p:cNvPr>
          <p:cNvSpPr/>
          <p:nvPr/>
        </p:nvSpPr>
        <p:spPr>
          <a:xfrm>
            <a:off x="200025" y="1500188"/>
            <a:ext cx="4968875" cy="1497012"/>
          </a:xfrm>
          <a:prstGeom prst="roundRect">
            <a:avLst/>
          </a:prstGeom>
        </p:spPr>
        <p:style>
          <a:lnRef idx="2">
            <a:schemeClr val="accent2"/>
          </a:lnRef>
          <a:fillRef idx="1">
            <a:schemeClr val="lt1"/>
          </a:fillRef>
          <a:effectRef idx="0">
            <a:schemeClr val="accent2"/>
          </a:effectRef>
          <a:fontRef idx="minor">
            <a:schemeClr val="dk1"/>
          </a:fontRef>
        </p:style>
        <p:txBody>
          <a:bodyPr anchor="ctr"/>
          <a:lstStyle/>
          <a:p>
            <a:pPr algn="ctr">
              <a:defRPr/>
            </a:pPr>
            <a:endParaRPr lang="ja-JP" altLang="en-US"/>
          </a:p>
        </p:txBody>
      </p:sp>
      <p:sp>
        <p:nvSpPr>
          <p:cNvPr id="34821" name="タイトル 1">
            <a:extLst>
              <a:ext uri="{FF2B5EF4-FFF2-40B4-BE49-F238E27FC236}">
                <a16:creationId xmlns:a16="http://schemas.microsoft.com/office/drawing/2014/main" id="{43C734B5-2854-A398-41DB-953F34782984}"/>
              </a:ext>
            </a:extLst>
          </p:cNvPr>
          <p:cNvSpPr>
            <a:spLocks noGrp="1"/>
          </p:cNvSpPr>
          <p:nvPr>
            <p:ph type="title"/>
          </p:nvPr>
        </p:nvSpPr>
        <p:spPr/>
        <p:txBody>
          <a:bodyPr/>
          <a:lstStyle/>
          <a:p>
            <a:r>
              <a:rPr kumimoji="1" lang="ja-JP" altLang="en-US">
                <a:latin typeface="ＭＳ ゴシック" panose="020B0609070205080204" pitchFamily="49" charset="-128"/>
                <a:ea typeface="ＭＳ ゴシック" panose="020B0609070205080204" pitchFamily="49" charset="-128"/>
              </a:rPr>
              <a:t>経済産業省の今後のオープンデータへの取組</a:t>
            </a:r>
          </a:p>
        </p:txBody>
      </p:sp>
      <p:sp>
        <p:nvSpPr>
          <p:cNvPr id="34822" name="スライド番号プレースホルダー 3">
            <a:extLst>
              <a:ext uri="{FF2B5EF4-FFF2-40B4-BE49-F238E27FC236}">
                <a16:creationId xmlns:a16="http://schemas.microsoft.com/office/drawing/2014/main" id="{2C67DDA7-A121-6E62-4D56-3C52A351E5D6}"/>
              </a:ext>
            </a:extLst>
          </p:cNvPr>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fld id="{14B4B80C-7958-49C8-84A9-8FFB71FFDB12}" type="slidenum">
              <a:rPr lang="en-US" altLang="ja-JP" sz="1400" b="1">
                <a:solidFill>
                  <a:srgbClr val="000000"/>
                </a:solidFill>
                <a:latin typeface="ＭＳ ゴシック" panose="020B0609070205080204" pitchFamily="49" charset="-128"/>
                <a:ea typeface="ＭＳ ゴシック" panose="020B0609070205080204" pitchFamily="49" charset="-128"/>
              </a:rPr>
              <a:pPr eaLnBrk="1" hangingPunct="1">
                <a:spcBef>
                  <a:spcPct val="0"/>
                </a:spcBef>
                <a:buFontTx/>
                <a:buNone/>
              </a:pPr>
              <a:t>9</a:t>
            </a:fld>
            <a:endParaRPr lang="en-US" altLang="ja-JP" sz="1400" b="1">
              <a:solidFill>
                <a:srgbClr val="000000"/>
              </a:solidFill>
              <a:latin typeface="ＭＳ ゴシック" panose="020B0609070205080204" pitchFamily="49" charset="-128"/>
              <a:ea typeface="ＭＳ ゴシック" panose="020B0609070205080204" pitchFamily="49" charset="-128"/>
            </a:endParaRPr>
          </a:p>
        </p:txBody>
      </p:sp>
      <p:sp>
        <p:nvSpPr>
          <p:cNvPr id="34823" name="テキスト ボックス 6">
            <a:extLst>
              <a:ext uri="{FF2B5EF4-FFF2-40B4-BE49-F238E27FC236}">
                <a16:creationId xmlns:a16="http://schemas.microsoft.com/office/drawing/2014/main" id="{315B1C86-6AB6-CFCD-08F6-5BC37F5B7B9D}"/>
              </a:ext>
            </a:extLst>
          </p:cNvPr>
          <p:cNvSpPr txBox="1">
            <a:spLocks noChangeArrowheads="1"/>
          </p:cNvSpPr>
          <p:nvPr/>
        </p:nvSpPr>
        <p:spPr bwMode="auto">
          <a:xfrm>
            <a:off x="415925" y="6034088"/>
            <a:ext cx="8137525"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a:solidFill>
                  <a:srgbClr val="000066"/>
                </a:solidFill>
                <a:latin typeface="ＭＳ ゴシック" panose="020B0609070205080204" pitchFamily="49" charset="-128"/>
                <a:ea typeface="ＭＳ ゴシック" panose="020B0609070205080204" pitchFamily="49" charset="-128"/>
              </a:rPr>
              <a:t>・</a:t>
            </a:r>
            <a:r>
              <a:rPr lang="en-US" altLang="ja-JP">
                <a:solidFill>
                  <a:srgbClr val="000066"/>
                </a:solidFill>
                <a:latin typeface="ＭＳ ゴシック" panose="020B0609070205080204" pitchFamily="49" charset="-128"/>
                <a:ea typeface="ＭＳ ゴシック" panose="020B0609070205080204" pitchFamily="49" charset="-128"/>
              </a:rPr>
              <a:t>IT</a:t>
            </a:r>
            <a:r>
              <a:rPr lang="ja-JP" altLang="en-US">
                <a:solidFill>
                  <a:srgbClr val="000066"/>
                </a:solidFill>
                <a:latin typeface="ＭＳ ゴシック" panose="020B0609070205080204" pitchFamily="49" charset="-128"/>
                <a:ea typeface="ＭＳ ゴシック" panose="020B0609070205080204" pitchFamily="49" charset="-128"/>
              </a:rPr>
              <a:t>戦略本部に係る</a:t>
            </a:r>
            <a:r>
              <a:rPr lang="ja-JP" altLang="en-US" u="sng">
                <a:solidFill>
                  <a:srgbClr val="FF0000"/>
                </a:solidFill>
                <a:latin typeface="ＭＳ ゴシック" panose="020B0609070205080204" pitchFamily="49" charset="-128"/>
                <a:ea typeface="ＭＳ ゴシック" panose="020B0609070205080204" pitchFamily="49" charset="-128"/>
              </a:rPr>
              <a:t>各種会議への提言</a:t>
            </a:r>
            <a:endParaRPr lang="en-US" altLang="ja-JP" u="sng">
              <a:solidFill>
                <a:srgbClr val="FF0000"/>
              </a:solidFill>
              <a:latin typeface="ＭＳ ゴシック" panose="020B0609070205080204" pitchFamily="49" charset="-128"/>
              <a:ea typeface="ＭＳ ゴシック" panose="020B0609070205080204" pitchFamily="49" charset="-128"/>
            </a:endParaRPr>
          </a:p>
          <a:p>
            <a:pPr eaLnBrk="1" hangingPunct="1">
              <a:spcBef>
                <a:spcPct val="0"/>
              </a:spcBef>
              <a:buFontTx/>
              <a:buNone/>
            </a:pPr>
            <a:r>
              <a:rPr lang="ja-JP" altLang="en-US">
                <a:solidFill>
                  <a:srgbClr val="000066"/>
                </a:solidFill>
                <a:latin typeface="ＭＳ ゴシック" panose="020B0609070205080204" pitchFamily="49" charset="-128"/>
                <a:ea typeface="ＭＳ ゴシック" panose="020B0609070205080204" pitchFamily="49" charset="-128"/>
              </a:rPr>
              <a:t>・</a:t>
            </a:r>
            <a:r>
              <a:rPr lang="ja-JP" altLang="en-US" u="sng">
                <a:solidFill>
                  <a:srgbClr val="FF0000"/>
                </a:solidFill>
                <a:latin typeface="ＭＳ ゴシック" panose="020B0609070205080204" pitchFamily="49" charset="-128"/>
                <a:ea typeface="ＭＳ ゴシック" panose="020B0609070205080204" pitchFamily="49" charset="-128"/>
              </a:rPr>
              <a:t>アプリケーションプロファイル、共通語彙基盤</a:t>
            </a:r>
            <a:r>
              <a:rPr lang="ja-JP" altLang="en-US">
                <a:solidFill>
                  <a:srgbClr val="000066"/>
                </a:solidFill>
                <a:latin typeface="ＭＳ ゴシック" panose="020B0609070205080204" pitchFamily="49" charset="-128"/>
                <a:ea typeface="ＭＳ ゴシック" panose="020B0609070205080204" pitchFamily="49" charset="-128"/>
              </a:rPr>
              <a:t>の提供、普及促進</a:t>
            </a:r>
          </a:p>
        </p:txBody>
      </p:sp>
      <p:sp>
        <p:nvSpPr>
          <p:cNvPr id="34824" name="テキスト ボックス 8">
            <a:extLst>
              <a:ext uri="{FF2B5EF4-FFF2-40B4-BE49-F238E27FC236}">
                <a16:creationId xmlns:a16="http://schemas.microsoft.com/office/drawing/2014/main" id="{B41E991E-C469-18BA-B549-A3F1EE591E52}"/>
              </a:ext>
            </a:extLst>
          </p:cNvPr>
          <p:cNvSpPr txBox="1">
            <a:spLocks noChangeArrowheads="1"/>
          </p:cNvSpPr>
          <p:nvPr/>
        </p:nvSpPr>
        <p:spPr bwMode="auto">
          <a:xfrm>
            <a:off x="415925" y="5313363"/>
            <a:ext cx="9063038"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a:solidFill>
                  <a:srgbClr val="000066"/>
                </a:solidFill>
                <a:latin typeface="ＭＳ ゴシック" panose="020B0609070205080204" pitchFamily="49" charset="-128"/>
                <a:ea typeface="ＭＳ ゴシック" panose="020B0609070205080204" pitchFamily="49" charset="-128"/>
              </a:rPr>
              <a:t>・</a:t>
            </a:r>
            <a:r>
              <a:rPr lang="en-US" altLang="ja-JP">
                <a:solidFill>
                  <a:srgbClr val="000066"/>
                </a:solidFill>
                <a:latin typeface="ＭＳ ゴシック" panose="020B0609070205080204" pitchFamily="49" charset="-128"/>
                <a:ea typeface="ＭＳ ゴシック" panose="020B0609070205080204" pitchFamily="49" charset="-128"/>
              </a:rPr>
              <a:t>Open DATA METI</a:t>
            </a:r>
            <a:r>
              <a:rPr lang="ja-JP" altLang="en-US">
                <a:solidFill>
                  <a:srgbClr val="000066"/>
                </a:solidFill>
                <a:latin typeface="ＭＳ ゴシック" panose="020B0609070205080204" pitchFamily="49" charset="-128"/>
                <a:ea typeface="ＭＳ ゴシック" panose="020B0609070205080204" pitchFamily="49" charset="-128"/>
              </a:rPr>
              <a:t>に</a:t>
            </a:r>
            <a:r>
              <a:rPr lang="ja-JP" altLang="en-US" u="sng">
                <a:solidFill>
                  <a:srgbClr val="FF0000"/>
                </a:solidFill>
                <a:latin typeface="ＭＳ ゴシック" panose="020B0609070205080204" pitchFamily="49" charset="-128"/>
                <a:ea typeface="ＭＳ ゴシック" panose="020B0609070205080204" pitchFamily="49" charset="-128"/>
              </a:rPr>
              <a:t>ディベロッパー向けページ</a:t>
            </a:r>
            <a:r>
              <a:rPr lang="ja-JP" altLang="en-US">
                <a:solidFill>
                  <a:srgbClr val="000066"/>
                </a:solidFill>
                <a:latin typeface="ＭＳ ゴシック" panose="020B0609070205080204" pitchFamily="49" charset="-128"/>
                <a:ea typeface="ＭＳ ゴシック" panose="020B0609070205080204" pitchFamily="49" charset="-128"/>
              </a:rPr>
              <a:t>を構築し、ノウハウ等を提供</a:t>
            </a:r>
            <a:endParaRPr lang="en-US" altLang="ja-JP">
              <a:solidFill>
                <a:srgbClr val="000066"/>
              </a:solidFill>
              <a:latin typeface="ＭＳ ゴシック" panose="020B0609070205080204" pitchFamily="49" charset="-128"/>
              <a:ea typeface="ＭＳ ゴシック" panose="020B0609070205080204" pitchFamily="49" charset="-128"/>
            </a:endParaRPr>
          </a:p>
          <a:p>
            <a:pPr eaLnBrk="1" hangingPunct="1">
              <a:spcBef>
                <a:spcPct val="0"/>
              </a:spcBef>
              <a:buFontTx/>
              <a:buNone/>
            </a:pPr>
            <a:r>
              <a:rPr lang="ja-JP" altLang="en-US">
                <a:solidFill>
                  <a:srgbClr val="000066"/>
                </a:solidFill>
                <a:latin typeface="ＭＳ ゴシック" panose="020B0609070205080204" pitchFamily="49" charset="-128"/>
                <a:ea typeface="ＭＳ ゴシック" panose="020B0609070205080204" pitchFamily="49" charset="-128"/>
              </a:rPr>
              <a:t>（メタデータ、ツール類、</a:t>
            </a:r>
            <a:r>
              <a:rPr lang="en-US" altLang="ja-JP">
                <a:solidFill>
                  <a:srgbClr val="000066"/>
                </a:solidFill>
                <a:latin typeface="ＭＳ ゴシック" panose="020B0609070205080204" pitchFamily="49" charset="-128"/>
                <a:ea typeface="ＭＳ ゴシック" panose="020B0609070205080204" pitchFamily="49" charset="-128"/>
              </a:rPr>
              <a:t>FAQ</a:t>
            </a:r>
            <a:r>
              <a:rPr lang="ja-JP" altLang="en-US">
                <a:solidFill>
                  <a:srgbClr val="000066"/>
                </a:solidFill>
                <a:latin typeface="ＭＳ ゴシック" panose="020B0609070205080204" pitchFamily="49" charset="-128"/>
                <a:ea typeface="ＭＳ ゴシック" panose="020B0609070205080204" pitchFamily="49" charset="-128"/>
              </a:rPr>
              <a:t>等）</a:t>
            </a:r>
          </a:p>
        </p:txBody>
      </p:sp>
      <p:sp>
        <p:nvSpPr>
          <p:cNvPr id="34825" name="テキスト ボックス 12">
            <a:extLst>
              <a:ext uri="{FF2B5EF4-FFF2-40B4-BE49-F238E27FC236}">
                <a16:creationId xmlns:a16="http://schemas.microsoft.com/office/drawing/2014/main" id="{26F123B4-8362-C760-BE6C-1AB3D712B14C}"/>
              </a:ext>
            </a:extLst>
          </p:cNvPr>
          <p:cNvSpPr txBox="1">
            <a:spLocks noChangeArrowheads="1"/>
          </p:cNvSpPr>
          <p:nvPr/>
        </p:nvSpPr>
        <p:spPr bwMode="auto">
          <a:xfrm>
            <a:off x="992188" y="3213100"/>
            <a:ext cx="7921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2800">
                <a:solidFill>
                  <a:srgbClr val="000066"/>
                </a:solidFill>
                <a:latin typeface="ＭＳ ゴシック" panose="020B0609070205080204" pitchFamily="49" charset="-128"/>
                <a:ea typeface="ＭＳ ゴシック" panose="020B0609070205080204" pitchFamily="49" charset="-128"/>
              </a:rPr>
              <a:t>日本のオープンデータ推進に必要な</a:t>
            </a:r>
            <a:r>
              <a:rPr lang="ja-JP" altLang="en-US" sz="2800" u="sng">
                <a:solidFill>
                  <a:srgbClr val="FF0000"/>
                </a:solidFill>
                <a:latin typeface="ＭＳ ゴシック" panose="020B0609070205080204" pitchFamily="49" charset="-128"/>
                <a:ea typeface="ＭＳ ゴシック" panose="020B0609070205080204" pitchFamily="49" charset="-128"/>
              </a:rPr>
              <a:t>基盤の整備</a:t>
            </a:r>
          </a:p>
        </p:txBody>
      </p:sp>
      <p:sp>
        <p:nvSpPr>
          <p:cNvPr id="21514" name="テキスト ボックス 16">
            <a:extLst>
              <a:ext uri="{FF2B5EF4-FFF2-40B4-BE49-F238E27FC236}">
                <a16:creationId xmlns:a16="http://schemas.microsoft.com/office/drawing/2014/main" id="{F1F53E43-911E-2316-EA63-ED50929ACDE8}"/>
              </a:ext>
            </a:extLst>
          </p:cNvPr>
          <p:cNvSpPr txBox="1">
            <a:spLocks noChangeArrowheads="1"/>
          </p:cNvSpPr>
          <p:nvPr/>
        </p:nvSpPr>
        <p:spPr bwMode="auto">
          <a:xfrm>
            <a:off x="131763" y="1700213"/>
            <a:ext cx="5037137"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1400" b="1">
                <a:solidFill>
                  <a:srgbClr val="000066"/>
                </a:solidFill>
                <a:latin typeface="Arial" charset="0"/>
                <a:ea typeface="ＭＳ Ｐゴシック" pitchFamily="50" charset="-128"/>
              </a:defRPr>
            </a:lvl1pPr>
            <a:lvl2pPr marL="742950" indent="-285750" eaLnBrk="0" hangingPunct="0">
              <a:defRPr kumimoji="1" sz="1400" b="1">
                <a:solidFill>
                  <a:srgbClr val="000066"/>
                </a:solidFill>
                <a:latin typeface="Arial" charset="0"/>
                <a:ea typeface="ＭＳ Ｐゴシック" pitchFamily="50" charset="-128"/>
              </a:defRPr>
            </a:lvl2pPr>
            <a:lvl3pPr marL="1143000" indent="-228600" eaLnBrk="0" hangingPunct="0">
              <a:defRPr kumimoji="1" sz="1400" b="1">
                <a:solidFill>
                  <a:srgbClr val="000066"/>
                </a:solidFill>
                <a:latin typeface="Arial" charset="0"/>
                <a:ea typeface="ＭＳ Ｐゴシック" pitchFamily="50" charset="-128"/>
              </a:defRPr>
            </a:lvl3pPr>
            <a:lvl4pPr marL="1600200" indent="-228600" eaLnBrk="0" hangingPunct="0">
              <a:defRPr kumimoji="1" sz="1400" b="1">
                <a:solidFill>
                  <a:srgbClr val="000066"/>
                </a:solidFill>
                <a:latin typeface="Arial" charset="0"/>
                <a:ea typeface="ＭＳ Ｐゴシック" pitchFamily="50" charset="-128"/>
              </a:defRPr>
            </a:lvl4pPr>
            <a:lvl5pPr marL="2057400" indent="-228600" eaLnBrk="0" hangingPunct="0">
              <a:defRPr kumimoji="1" sz="1400" b="1">
                <a:solidFill>
                  <a:srgbClr val="000066"/>
                </a:solidFill>
                <a:latin typeface="Arial" charset="0"/>
                <a:ea typeface="ＭＳ Ｐゴシック" pitchFamily="50" charset="-128"/>
              </a:defRPr>
            </a:lvl5pPr>
            <a:lvl6pPr marL="25146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6pPr>
            <a:lvl7pPr marL="29718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7pPr>
            <a:lvl8pPr marL="34290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8pPr>
            <a:lvl9pPr marL="3886200" indent="-228600" eaLnBrk="0" fontAlgn="base" hangingPunct="0">
              <a:spcBef>
                <a:spcPct val="0"/>
              </a:spcBef>
              <a:spcAft>
                <a:spcPct val="0"/>
              </a:spcAft>
              <a:defRPr kumimoji="1" sz="1400" b="1">
                <a:solidFill>
                  <a:srgbClr val="000066"/>
                </a:solidFill>
                <a:latin typeface="Arial" charset="0"/>
                <a:ea typeface="ＭＳ Ｐゴシック" pitchFamily="50" charset="-128"/>
              </a:defRPr>
            </a:lvl9pPr>
          </a:lstStyle>
          <a:p>
            <a:pPr eaLnBrk="1" hangingPunct="1">
              <a:defRPr/>
            </a:pPr>
            <a:r>
              <a:rPr lang="ja-JP" altLang="en-US" sz="1600" dirty="0">
                <a:latin typeface="ＭＳ ゴシック" pitchFamily="49" charset="-128"/>
                <a:ea typeface="ＭＳ ゴシック" pitchFamily="49" charset="-128"/>
              </a:rPr>
              <a:t>・</a:t>
            </a:r>
            <a:r>
              <a:rPr lang="ja-JP" altLang="en-US" sz="1600" u="sng" dirty="0">
                <a:solidFill>
                  <a:srgbClr val="FF0000"/>
                </a:solidFill>
                <a:latin typeface="ＭＳ ゴシック" pitchFamily="49" charset="-128"/>
                <a:ea typeface="ＭＳ ゴシック" pitchFamily="49" charset="-128"/>
              </a:rPr>
              <a:t>我が国初のデータカタログサイト</a:t>
            </a:r>
            <a:r>
              <a:rPr lang="ja-JP" altLang="en-US" sz="1600" dirty="0">
                <a:latin typeface="ＭＳ ゴシック" pitchFamily="49" charset="-128"/>
                <a:ea typeface="ＭＳ ゴシック" pitchFamily="49" charset="-128"/>
              </a:rPr>
              <a:t>としての試行</a:t>
            </a:r>
            <a:endParaRPr lang="en-US" altLang="ja-JP" sz="1600" dirty="0">
              <a:latin typeface="ＭＳ ゴシック" pitchFamily="49" charset="-128"/>
              <a:ea typeface="ＭＳ ゴシック" pitchFamily="49" charset="-128"/>
            </a:endParaRPr>
          </a:p>
          <a:p>
            <a:pPr eaLnBrk="1" hangingPunct="1">
              <a:defRPr/>
            </a:pPr>
            <a:r>
              <a:rPr lang="ja-JP" altLang="en-US" sz="1600" dirty="0">
                <a:latin typeface="ＭＳ ゴシック" pitchFamily="49" charset="-128"/>
                <a:ea typeface="ＭＳ ゴシック" pitchFamily="49" charset="-128"/>
              </a:rPr>
              <a:t>・</a:t>
            </a:r>
            <a:r>
              <a:rPr lang="ja-JP" altLang="en-US" sz="1600" u="sng" dirty="0">
                <a:solidFill>
                  <a:srgbClr val="FF0000"/>
                </a:solidFill>
                <a:latin typeface="ＭＳ ゴシック" pitchFamily="49" charset="-128"/>
                <a:ea typeface="ＭＳ ゴシック" pitchFamily="49" charset="-128"/>
              </a:rPr>
              <a:t>世界水準</a:t>
            </a:r>
            <a:r>
              <a:rPr lang="ja-JP" altLang="en-US" sz="1600" dirty="0">
                <a:latin typeface="ＭＳ ゴシック" pitchFamily="49" charset="-128"/>
                <a:ea typeface="ＭＳ ゴシック" pitchFamily="49" charset="-128"/>
              </a:rPr>
              <a:t>のメタデータを搭載し、</a:t>
            </a:r>
            <a:r>
              <a:rPr lang="en-US" altLang="ja-JP" sz="1600" dirty="0">
                <a:latin typeface="ＭＳ ゴシック" pitchFamily="49" charset="-128"/>
                <a:ea typeface="ＭＳ ゴシック" pitchFamily="49" charset="-128"/>
              </a:rPr>
              <a:t>LOD</a:t>
            </a:r>
            <a:r>
              <a:rPr lang="ja-JP" altLang="en-US" sz="1600" dirty="0">
                <a:latin typeface="ＭＳ ゴシック" pitchFamily="49" charset="-128"/>
                <a:ea typeface="ＭＳ ゴシック" pitchFamily="49" charset="-128"/>
              </a:rPr>
              <a:t>の活用を検証</a:t>
            </a:r>
            <a:endParaRPr lang="en-US" altLang="ja-JP" sz="1600" dirty="0">
              <a:latin typeface="ＭＳ ゴシック" pitchFamily="49" charset="-128"/>
              <a:ea typeface="ＭＳ ゴシック" pitchFamily="49" charset="-128"/>
            </a:endParaRPr>
          </a:p>
          <a:p>
            <a:pPr marL="177800" indent="-177800" eaLnBrk="1" hangingPunct="1">
              <a:defRPr/>
            </a:pPr>
            <a:r>
              <a:rPr lang="ja-JP" altLang="en-US" sz="1600" dirty="0">
                <a:latin typeface="ＭＳ ゴシック" pitchFamily="49" charset="-128"/>
                <a:ea typeface="ＭＳ ゴシック" pitchFamily="49" charset="-128"/>
              </a:rPr>
              <a:t>・オープンデータの運用面に関する</a:t>
            </a:r>
            <a:r>
              <a:rPr lang="ja-JP" altLang="en-US" sz="1600" u="sng" dirty="0">
                <a:solidFill>
                  <a:srgbClr val="FF0000"/>
                </a:solidFill>
                <a:latin typeface="ＭＳ ゴシック" pitchFamily="49" charset="-128"/>
                <a:ea typeface="ＭＳ ゴシック" pitchFamily="49" charset="-128"/>
              </a:rPr>
              <a:t>ノウハウや課題及び改善策等</a:t>
            </a:r>
            <a:r>
              <a:rPr lang="ja-JP" altLang="en-US" sz="1600" dirty="0">
                <a:latin typeface="ＭＳ ゴシック" pitchFamily="49" charset="-128"/>
                <a:ea typeface="ＭＳ ゴシック" pitchFamily="49" charset="-128"/>
              </a:rPr>
              <a:t>を抽出</a:t>
            </a:r>
          </a:p>
        </p:txBody>
      </p:sp>
      <p:pic>
        <p:nvPicPr>
          <p:cNvPr id="34827" name="Picture 37" descr="R:\【省内共有】職員共有ファイル限定（担当者・所属を記載のこと）\経済産業省ロゴマーク（安齋＠広報室）\jpgファイル\3欧文oubun_logo_jpg\(1)本省honsyo\oubun_b_logo_color_small.jpg">
            <a:extLst>
              <a:ext uri="{FF2B5EF4-FFF2-40B4-BE49-F238E27FC236}">
                <a16:creationId xmlns:a16="http://schemas.microsoft.com/office/drawing/2014/main" id="{D77C2398-4B8B-073A-B4FF-66FDE3A737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08988" y="14288"/>
            <a:ext cx="1439862"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8" name="テキスト ボックス 1">
            <a:extLst>
              <a:ext uri="{FF2B5EF4-FFF2-40B4-BE49-F238E27FC236}">
                <a16:creationId xmlns:a16="http://schemas.microsoft.com/office/drawing/2014/main" id="{50C05733-4AA7-7752-E4EC-3CC00DB8120E}"/>
              </a:ext>
            </a:extLst>
          </p:cNvPr>
          <p:cNvSpPr txBox="1">
            <a:spLocks noChangeArrowheads="1"/>
          </p:cNvSpPr>
          <p:nvPr/>
        </p:nvSpPr>
        <p:spPr bwMode="auto">
          <a:xfrm>
            <a:off x="344488" y="1268413"/>
            <a:ext cx="2016125"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en-US" altLang="ja-JP">
                <a:solidFill>
                  <a:srgbClr val="000066"/>
                </a:solidFill>
                <a:latin typeface="ＭＳ ゴシック" panose="020B0609070205080204" pitchFamily="49" charset="-128"/>
                <a:ea typeface="ＭＳ ゴシック" panose="020B0609070205080204" pitchFamily="49" charset="-128"/>
              </a:rPr>
              <a:t>Open DATA METI</a:t>
            </a:r>
            <a:endParaRPr lang="ja-JP" altLang="en-US">
              <a:solidFill>
                <a:srgbClr val="000066"/>
              </a:solidFill>
              <a:latin typeface="ＭＳ ゴシック" panose="020B0609070205080204" pitchFamily="49" charset="-128"/>
              <a:ea typeface="ＭＳ ゴシック" panose="020B0609070205080204" pitchFamily="49" charset="-128"/>
            </a:endParaRPr>
          </a:p>
        </p:txBody>
      </p:sp>
      <p:sp>
        <p:nvSpPr>
          <p:cNvPr id="34829" name="テキスト ボックス 19">
            <a:extLst>
              <a:ext uri="{FF2B5EF4-FFF2-40B4-BE49-F238E27FC236}">
                <a16:creationId xmlns:a16="http://schemas.microsoft.com/office/drawing/2014/main" id="{3C4F84B7-B627-9763-6A72-04F7921E87E6}"/>
              </a:ext>
            </a:extLst>
          </p:cNvPr>
          <p:cNvSpPr txBox="1">
            <a:spLocks noChangeArrowheads="1"/>
          </p:cNvSpPr>
          <p:nvPr/>
        </p:nvSpPr>
        <p:spPr bwMode="auto">
          <a:xfrm>
            <a:off x="5457825" y="1300163"/>
            <a:ext cx="1727200" cy="40005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a:solidFill>
                  <a:srgbClr val="000066"/>
                </a:solidFill>
                <a:latin typeface="ＭＳ ゴシック" panose="020B0609070205080204" pitchFamily="49" charset="-128"/>
                <a:ea typeface="ＭＳ ゴシック" panose="020B0609070205080204" pitchFamily="49" charset="-128"/>
              </a:rPr>
              <a:t>情報共有基盤</a:t>
            </a:r>
          </a:p>
        </p:txBody>
      </p:sp>
      <p:sp>
        <p:nvSpPr>
          <p:cNvPr id="34830" name="テキスト ボックス 16">
            <a:extLst>
              <a:ext uri="{FF2B5EF4-FFF2-40B4-BE49-F238E27FC236}">
                <a16:creationId xmlns:a16="http://schemas.microsoft.com/office/drawing/2014/main" id="{91FCCF7A-C963-AC21-8F50-FE13D1D45B8D}"/>
              </a:ext>
            </a:extLst>
          </p:cNvPr>
          <p:cNvSpPr txBox="1">
            <a:spLocks noChangeArrowheads="1"/>
          </p:cNvSpPr>
          <p:nvPr/>
        </p:nvSpPr>
        <p:spPr bwMode="auto">
          <a:xfrm>
            <a:off x="5240338" y="1700213"/>
            <a:ext cx="4608512"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1600">
                <a:solidFill>
                  <a:srgbClr val="000066"/>
                </a:solidFill>
                <a:latin typeface="ＭＳ ゴシック" panose="020B0609070205080204" pitchFamily="49" charset="-128"/>
                <a:ea typeface="ＭＳ ゴシック" panose="020B0609070205080204" pitchFamily="49" charset="-128"/>
              </a:rPr>
              <a:t>・</a:t>
            </a:r>
            <a:r>
              <a:rPr lang="ja-JP" altLang="en-US" sz="1600" u="sng">
                <a:solidFill>
                  <a:srgbClr val="FF0000"/>
                </a:solidFill>
                <a:latin typeface="ＭＳ ゴシック" panose="020B0609070205080204" pitchFamily="49" charset="-128"/>
                <a:ea typeface="ＭＳ ゴシック" panose="020B0609070205080204" pitchFamily="49" charset="-128"/>
              </a:rPr>
              <a:t>共通語彙基盤</a:t>
            </a:r>
            <a:r>
              <a:rPr lang="ja-JP" altLang="en-US" sz="1600">
                <a:solidFill>
                  <a:srgbClr val="000066"/>
                </a:solidFill>
                <a:latin typeface="ＭＳ ゴシック" panose="020B0609070205080204" pitchFamily="49" charset="-128"/>
                <a:ea typeface="ＭＳ ゴシック" panose="020B0609070205080204" pitchFamily="49" charset="-128"/>
              </a:rPr>
              <a:t>のデータベースの構築</a:t>
            </a:r>
            <a:endParaRPr lang="en-US" altLang="ja-JP" sz="1600">
              <a:solidFill>
                <a:srgbClr val="000066"/>
              </a:solidFill>
              <a:latin typeface="ＭＳ ゴシック" panose="020B0609070205080204" pitchFamily="49" charset="-128"/>
              <a:ea typeface="ＭＳ ゴシック" panose="020B0609070205080204" pitchFamily="49" charset="-128"/>
            </a:endParaRPr>
          </a:p>
          <a:p>
            <a:pPr eaLnBrk="1" hangingPunct="1">
              <a:spcBef>
                <a:spcPct val="0"/>
              </a:spcBef>
              <a:buFontTx/>
              <a:buNone/>
            </a:pPr>
            <a:r>
              <a:rPr lang="ja-JP" altLang="en-US" sz="1600">
                <a:solidFill>
                  <a:srgbClr val="000066"/>
                </a:solidFill>
                <a:latin typeface="ＭＳ ゴシック" panose="020B0609070205080204" pitchFamily="49" charset="-128"/>
                <a:ea typeface="ＭＳ ゴシック" panose="020B0609070205080204" pitchFamily="49" charset="-128"/>
              </a:rPr>
              <a:t>・共通語彙基盤を用いた地方自治体における</a:t>
            </a:r>
            <a:endParaRPr lang="en-US" altLang="ja-JP" sz="1600">
              <a:solidFill>
                <a:srgbClr val="000066"/>
              </a:solidFill>
              <a:latin typeface="ＭＳ ゴシック" panose="020B0609070205080204" pitchFamily="49" charset="-128"/>
              <a:ea typeface="ＭＳ ゴシック" panose="020B0609070205080204" pitchFamily="49" charset="-128"/>
            </a:endParaRPr>
          </a:p>
          <a:p>
            <a:pPr eaLnBrk="1" hangingPunct="1">
              <a:spcBef>
                <a:spcPct val="0"/>
              </a:spcBef>
              <a:buFontTx/>
              <a:buNone/>
            </a:pPr>
            <a:r>
              <a:rPr lang="ja-JP" altLang="en-US" sz="1600">
                <a:solidFill>
                  <a:srgbClr val="000066"/>
                </a:solidFill>
                <a:latin typeface="ＭＳ ゴシック" panose="020B0609070205080204" pitchFamily="49" charset="-128"/>
                <a:ea typeface="ＭＳ ゴシック" panose="020B0609070205080204" pitchFamily="49" charset="-128"/>
              </a:rPr>
              <a:t>　実証実験</a:t>
            </a:r>
            <a:endParaRPr lang="en-US" altLang="ja-JP" sz="1600">
              <a:solidFill>
                <a:srgbClr val="000066"/>
              </a:solidFill>
              <a:latin typeface="ＭＳ ゴシック" panose="020B0609070205080204" pitchFamily="49" charset="-128"/>
              <a:ea typeface="ＭＳ ゴシック" panose="020B0609070205080204" pitchFamily="49" charset="-128"/>
            </a:endParaRPr>
          </a:p>
          <a:p>
            <a:pPr eaLnBrk="1" hangingPunct="1">
              <a:spcBef>
                <a:spcPct val="0"/>
              </a:spcBef>
              <a:buFontTx/>
              <a:buNone/>
            </a:pPr>
            <a:r>
              <a:rPr lang="ja-JP" altLang="en-US" sz="1600">
                <a:solidFill>
                  <a:srgbClr val="000066"/>
                </a:solidFill>
                <a:latin typeface="ＭＳ ゴシック" panose="020B0609070205080204" pitchFamily="49" charset="-128"/>
                <a:ea typeface="ＭＳ ゴシック" panose="020B0609070205080204" pitchFamily="49" charset="-128"/>
              </a:rPr>
              <a:t>・文字情報基盤の普及促進</a:t>
            </a:r>
          </a:p>
        </p:txBody>
      </p:sp>
      <p:sp>
        <p:nvSpPr>
          <p:cNvPr id="22" name="下矢印 21">
            <a:extLst>
              <a:ext uri="{FF2B5EF4-FFF2-40B4-BE49-F238E27FC236}">
                <a16:creationId xmlns:a16="http://schemas.microsoft.com/office/drawing/2014/main" id="{0E0028AA-100F-F5F2-7128-C4BB2C561F24}"/>
              </a:ext>
            </a:extLst>
          </p:cNvPr>
          <p:cNvSpPr/>
          <p:nvPr/>
        </p:nvSpPr>
        <p:spPr>
          <a:xfrm>
            <a:off x="3873500" y="4005263"/>
            <a:ext cx="2179638" cy="1200150"/>
          </a:xfrm>
          <a:prstGeom prst="downArrow">
            <a:avLst>
              <a:gd name="adj1" fmla="val 50000"/>
              <a:gd name="adj2" fmla="val 34901"/>
            </a:avLst>
          </a:prstGeom>
        </p:spPr>
        <p:style>
          <a:lnRef idx="3">
            <a:schemeClr val="lt1"/>
          </a:lnRef>
          <a:fillRef idx="1">
            <a:schemeClr val="accent3"/>
          </a:fillRef>
          <a:effectRef idx="1">
            <a:schemeClr val="accent3"/>
          </a:effectRef>
          <a:fontRef idx="minor">
            <a:schemeClr val="lt1"/>
          </a:fontRef>
        </p:style>
        <p:txBody>
          <a:bodyPr anchor="ctr"/>
          <a:lstStyle/>
          <a:p>
            <a:pPr algn="ctr">
              <a:defRPr/>
            </a:pPr>
            <a:endParaRPr lang="ja-JP" altLang="en-US">
              <a:solidFill>
                <a:prstClr val="white"/>
              </a:solidFill>
              <a:latin typeface="ＭＳ ゴシック" pitchFamily="49" charset="-128"/>
              <a:ea typeface="ＭＳ ゴシック" pitchFamily="49" charset="-128"/>
            </a:endParaRPr>
          </a:p>
        </p:txBody>
      </p:sp>
      <p:sp>
        <p:nvSpPr>
          <p:cNvPr id="34832" name="テキスト ボックス 19">
            <a:extLst>
              <a:ext uri="{FF2B5EF4-FFF2-40B4-BE49-F238E27FC236}">
                <a16:creationId xmlns:a16="http://schemas.microsoft.com/office/drawing/2014/main" id="{4E4E43F4-2CB8-3871-E0C3-821E1110D9F0}"/>
              </a:ext>
            </a:extLst>
          </p:cNvPr>
          <p:cNvSpPr txBox="1">
            <a:spLocks noChangeArrowheads="1"/>
          </p:cNvSpPr>
          <p:nvPr/>
        </p:nvSpPr>
        <p:spPr bwMode="auto">
          <a:xfrm>
            <a:off x="273050" y="765175"/>
            <a:ext cx="1727200" cy="46196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r>
              <a:rPr lang="ja-JP" altLang="en-US" sz="2400">
                <a:solidFill>
                  <a:srgbClr val="000066"/>
                </a:solidFill>
                <a:latin typeface="ＭＳ ゴシック" panose="020B0609070205080204" pitchFamily="49" charset="-128"/>
                <a:ea typeface="ＭＳ ゴシック" panose="020B0609070205080204" pitchFamily="49" charset="-128"/>
              </a:rPr>
              <a:t>経済産業省</a:t>
            </a:r>
          </a:p>
        </p:txBody>
      </p:sp>
      <p:sp>
        <p:nvSpPr>
          <p:cNvPr id="5" name="テキスト ボックス 4">
            <a:extLst>
              <a:ext uri="{FF2B5EF4-FFF2-40B4-BE49-F238E27FC236}">
                <a16:creationId xmlns:a16="http://schemas.microsoft.com/office/drawing/2014/main" id="{33A94D58-43F0-8E6B-D1C0-8EC502986141}"/>
              </a:ext>
            </a:extLst>
          </p:cNvPr>
          <p:cNvSpPr txBox="1"/>
          <p:nvPr/>
        </p:nvSpPr>
        <p:spPr>
          <a:xfrm>
            <a:off x="2649538" y="4292600"/>
            <a:ext cx="4824412" cy="400050"/>
          </a:xfrm>
          <a:prstGeom prst="rect">
            <a:avLst/>
          </a:prstGeom>
          <a:ln/>
        </p:spPr>
        <p:style>
          <a:lnRef idx="2">
            <a:schemeClr val="accent3"/>
          </a:lnRef>
          <a:fillRef idx="1">
            <a:schemeClr val="lt1"/>
          </a:fillRef>
          <a:effectRef idx="0">
            <a:schemeClr val="accent3"/>
          </a:effectRef>
          <a:fontRef idx="minor">
            <a:schemeClr val="dk1"/>
          </a:fontRef>
        </p:style>
        <p:txBody>
          <a:bodyPr>
            <a:spAutoFit/>
          </a:bodyPr>
          <a:lstStyle/>
          <a:p>
            <a:pPr>
              <a:defRPr/>
            </a:pPr>
            <a:r>
              <a:rPr lang="ja-JP" altLang="en-US" sz="2000" dirty="0">
                <a:solidFill>
                  <a:schemeClr val="tx1"/>
                </a:solidFill>
                <a:latin typeface="ＭＳ ゴシック" pitchFamily="49" charset="-128"/>
                <a:ea typeface="ＭＳ ゴシック" pitchFamily="49" charset="-128"/>
              </a:rPr>
              <a:t>各省庁、自治体への情報提供、普及促進</a:t>
            </a:r>
          </a:p>
        </p:txBody>
      </p:sp>
      <p:sp>
        <p:nvSpPr>
          <p:cNvPr id="6" name="左中かっこ 5">
            <a:extLst>
              <a:ext uri="{FF2B5EF4-FFF2-40B4-BE49-F238E27FC236}">
                <a16:creationId xmlns:a16="http://schemas.microsoft.com/office/drawing/2014/main" id="{12277DD9-3FEE-887D-0D76-35AEA5F3C794}"/>
              </a:ext>
            </a:extLst>
          </p:cNvPr>
          <p:cNvSpPr/>
          <p:nvPr/>
        </p:nvSpPr>
        <p:spPr>
          <a:xfrm>
            <a:off x="200025" y="5313363"/>
            <a:ext cx="360363" cy="1427162"/>
          </a:xfrm>
          <a:prstGeom prst="leftBrace">
            <a:avLst/>
          </a:prstGeom>
          <a:ln w="28575">
            <a:solidFill>
              <a:schemeClr val="accent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ja-JP" altLang="en-US"/>
          </a:p>
        </p:txBody>
      </p:sp>
      <p:pic>
        <p:nvPicPr>
          <p:cNvPr id="34835" name="Picture 21" descr="\\mpci990001.ring.meti.go.jp\Ddrive\INCA0808\ドキュメント\My Pictures\opendatameti9.30.jpg">
            <a:extLst>
              <a:ext uri="{FF2B5EF4-FFF2-40B4-BE49-F238E27FC236}">
                <a16:creationId xmlns:a16="http://schemas.microsoft.com/office/drawing/2014/main" id="{9990E226-27D1-E9B7-FF00-E0640AA29A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94613" y="4292600"/>
            <a:ext cx="1982787" cy="1020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スライド番号プレースホルダー 1">
            <a:extLst>
              <a:ext uri="{FF2B5EF4-FFF2-40B4-BE49-F238E27FC236}">
                <a16:creationId xmlns:a16="http://schemas.microsoft.com/office/drawing/2014/main" id="{407CA6A9-9109-0354-6E41-E29000C50935}"/>
              </a:ext>
            </a:extLst>
          </p:cNvPr>
          <p:cNvSpPr>
            <a:spLocks noGrp="1"/>
          </p:cNvSpPr>
          <p:nvPr>
            <p:ph type="sldNum" sz="quarter" idx="10"/>
          </p:nvPr>
        </p:nvSpPr>
        <p:spPr>
          <a:xfrm>
            <a:off x="7616825" y="6553200"/>
            <a:ext cx="2311400" cy="47625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eaLnBrk="1" hangingPunct="1">
              <a:spcBef>
                <a:spcPct val="0"/>
              </a:spcBef>
              <a:buFontTx/>
              <a:buNone/>
            </a:pPr>
            <a:fld id="{B4460430-85F5-436A-A47E-382FEEB77CED}" type="slidenum">
              <a:rPr lang="en-US" altLang="ja-JP" sz="1400" b="1">
                <a:solidFill>
                  <a:srgbClr val="000000"/>
                </a:solidFill>
                <a:latin typeface="ＭＳ ゴシック" panose="020B0609070205080204" pitchFamily="49" charset="-128"/>
                <a:ea typeface="ＭＳ ゴシック" panose="020B0609070205080204" pitchFamily="49" charset="-128"/>
              </a:rPr>
              <a:pPr eaLnBrk="1" hangingPunct="1">
                <a:spcBef>
                  <a:spcPct val="0"/>
                </a:spcBef>
                <a:buFontTx/>
                <a:buNone/>
              </a:pPr>
              <a:t>10</a:t>
            </a:fld>
            <a:endParaRPr lang="en-US" altLang="ja-JP" sz="1400" b="1">
              <a:solidFill>
                <a:srgbClr val="000000"/>
              </a:solidFill>
              <a:latin typeface="ＭＳ ゴシック" panose="020B0609070205080204" pitchFamily="49" charset="-128"/>
              <a:ea typeface="ＭＳ ゴシック" panose="020B0609070205080204" pitchFamily="49" charset="-128"/>
            </a:endParaRPr>
          </a:p>
        </p:txBody>
      </p:sp>
      <p:sp>
        <p:nvSpPr>
          <p:cNvPr id="35843" name="タイトル 1">
            <a:extLst>
              <a:ext uri="{FF2B5EF4-FFF2-40B4-BE49-F238E27FC236}">
                <a16:creationId xmlns:a16="http://schemas.microsoft.com/office/drawing/2014/main" id="{28348B5F-9834-AC53-4C79-7C185E31CB6D}"/>
              </a:ext>
            </a:extLst>
          </p:cNvPr>
          <p:cNvSpPr txBox="1">
            <a:spLocks/>
          </p:cNvSpPr>
          <p:nvPr/>
        </p:nvSpPr>
        <p:spPr bwMode="auto">
          <a:xfrm>
            <a:off x="200025" y="115888"/>
            <a:ext cx="7921625"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a:spcBef>
                <a:spcPct val="0"/>
              </a:spcBef>
              <a:buFontTx/>
              <a:buNone/>
            </a:pPr>
            <a:endParaRPr lang="ja-JP" altLang="en-US" sz="2400">
              <a:solidFill>
                <a:srgbClr val="3333FF"/>
              </a:solidFill>
              <a:latin typeface="ＭＳ ゴシック" panose="020B0609070205080204" pitchFamily="49" charset="-128"/>
              <a:ea typeface="ＭＳ ゴシック" panose="020B0609070205080204" pitchFamily="49" charset="-128"/>
            </a:endParaRPr>
          </a:p>
        </p:txBody>
      </p:sp>
      <p:sp>
        <p:nvSpPr>
          <p:cNvPr id="35844" name="コンテンツ プレースホルダー 2">
            <a:extLst>
              <a:ext uri="{FF2B5EF4-FFF2-40B4-BE49-F238E27FC236}">
                <a16:creationId xmlns:a16="http://schemas.microsoft.com/office/drawing/2014/main" id="{1C9BAF2F-3B9E-922B-F930-895AA49CBB96}"/>
              </a:ext>
            </a:extLst>
          </p:cNvPr>
          <p:cNvSpPr txBox="1">
            <a:spLocks/>
          </p:cNvSpPr>
          <p:nvPr/>
        </p:nvSpPr>
        <p:spPr bwMode="auto">
          <a:xfrm>
            <a:off x="271463" y="2070100"/>
            <a:ext cx="9505950"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algn="ctr">
              <a:buFontTx/>
              <a:buNone/>
            </a:pPr>
            <a:r>
              <a:rPr lang="ja-JP" altLang="en-US" sz="4400" b="0">
                <a:solidFill>
                  <a:srgbClr val="000000"/>
                </a:solidFill>
                <a:latin typeface="ＭＳ ゴシック" panose="020B0609070205080204" pitchFamily="49" charset="-128"/>
                <a:ea typeface="ＭＳ ゴシック" panose="020B0609070205080204" pitchFamily="49" charset="-128"/>
              </a:rPr>
              <a:t>ご清聴ありがとうございました。</a:t>
            </a:r>
            <a:endParaRPr lang="en-US" altLang="ja-JP" sz="4400" b="0">
              <a:solidFill>
                <a:srgbClr val="000000"/>
              </a:solidFill>
              <a:latin typeface="ＭＳ ゴシック" panose="020B0609070205080204" pitchFamily="49" charset="-128"/>
              <a:ea typeface="ＭＳ ゴシック" panose="020B0609070205080204" pitchFamily="49" charset="-128"/>
            </a:endParaRPr>
          </a:p>
        </p:txBody>
      </p:sp>
      <p:pic>
        <p:nvPicPr>
          <p:cNvPr id="35845" name="Picture 37" descr="R:\【省内共有】職員共有ファイル限定（担当者・所属を記載のこと）\経済産業省ロゴマーク（安齋＠広報室）\jpgファイル\3欧文oubun_logo_jpg\(1)本省honsyo\oubun_b_logo_color_small.jpg">
            <a:extLst>
              <a:ext uri="{FF2B5EF4-FFF2-40B4-BE49-F238E27FC236}">
                <a16:creationId xmlns:a16="http://schemas.microsoft.com/office/drawing/2014/main" id="{878424AE-D968-AC14-CED3-92E3841615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408988" y="14288"/>
            <a:ext cx="1439862"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6" name="コンテンツ プレースホルダー 2">
            <a:extLst>
              <a:ext uri="{FF2B5EF4-FFF2-40B4-BE49-F238E27FC236}">
                <a16:creationId xmlns:a16="http://schemas.microsoft.com/office/drawing/2014/main" id="{3F57BC17-F86F-2FEE-DB59-C2B7EC6AFCD2}"/>
              </a:ext>
            </a:extLst>
          </p:cNvPr>
          <p:cNvSpPr txBox="1">
            <a:spLocks/>
          </p:cNvSpPr>
          <p:nvPr/>
        </p:nvSpPr>
        <p:spPr bwMode="auto">
          <a:xfrm>
            <a:off x="177800" y="4437063"/>
            <a:ext cx="9505950"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spcBef>
                <a:spcPct val="20000"/>
              </a:spcBef>
              <a:buFont typeface="Wingdings" panose="05000000000000000000" pitchFamily="2" charset="2"/>
              <a:buChar char="n"/>
              <a:defRPr kumimoji="1" sz="2000">
                <a:solidFill>
                  <a:schemeClr val="tx1"/>
                </a:solidFill>
                <a:latin typeface="HG丸ｺﾞｼｯｸM-PRO" panose="020F0600000000000000" pitchFamily="50" charset="-128"/>
                <a:ea typeface="HG丸ｺﾞｼｯｸM-PRO" panose="020F0600000000000000" pitchFamily="50" charset="-128"/>
              </a:defRPr>
            </a:lvl1pPr>
            <a:lvl2pPr marL="742950" indent="-285750" eaLnBrk="0" hangingPunct="0">
              <a:spcBef>
                <a:spcPct val="20000"/>
              </a:spcBef>
              <a:buFont typeface="Wingdings" panose="05000000000000000000" pitchFamily="2" charset="2"/>
              <a:buChar char="Ø"/>
              <a:defRPr kumimoji="1" sz="1600">
                <a:solidFill>
                  <a:schemeClr val="tx1"/>
                </a:solidFill>
                <a:latin typeface="HG丸ｺﾞｼｯｸM-PRO" panose="020F0600000000000000" pitchFamily="50" charset="-128"/>
                <a:ea typeface="HG丸ｺﾞｼｯｸM-PRO" panose="020F0600000000000000" pitchFamily="50" charset="-128"/>
              </a:defRPr>
            </a:lvl2pPr>
            <a:lvl3pPr marL="1143000" indent="-228600" eaLnBrk="0" hangingPunct="0">
              <a:spcBef>
                <a:spcPct val="20000"/>
              </a:spcBef>
              <a:buChar char="•"/>
              <a:defRPr kumimoji="1" sz="1400">
                <a:solidFill>
                  <a:schemeClr val="tx1"/>
                </a:solidFill>
                <a:latin typeface="Arial" panose="020B0604020202020204" pitchFamily="34" charset="0"/>
                <a:ea typeface="ＭＳ Ｐゴシック" panose="020B0600070205080204" pitchFamily="50" charset="-128"/>
              </a:defRPr>
            </a:lvl3pPr>
            <a:lvl4pPr marL="1600200" indent="-228600" eaLnBrk="0" hangingPunct="0">
              <a:spcBef>
                <a:spcPct val="20000"/>
              </a:spcBef>
              <a:buChar char="–"/>
              <a:defRPr kumimoji="1" sz="1200">
                <a:solidFill>
                  <a:schemeClr val="tx1"/>
                </a:solidFill>
                <a:latin typeface="Arial" panose="020B0604020202020204" pitchFamily="34" charset="0"/>
                <a:ea typeface="ＭＳ Ｐゴシック" panose="020B0600070205080204" pitchFamily="50" charset="-128"/>
              </a:defRPr>
            </a:lvl4pPr>
            <a:lvl5pPr marL="2057400" indent="-228600" eaLnBrk="0" hangingPunct="0">
              <a:spcBef>
                <a:spcPct val="20000"/>
              </a:spcBef>
              <a:buChar char="»"/>
              <a:defRPr kumimoji="1" sz="2000">
                <a:solidFill>
                  <a:schemeClr val="tx1"/>
                </a:solidFill>
                <a:latin typeface="Arial" panose="020B0604020202020204" pitchFamily="34" charset="0"/>
                <a:ea typeface="ＭＳ Ｐゴシック" panose="020B0600070205080204" pitchFamily="50" charset="-128"/>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ＭＳ Ｐゴシック" panose="020B0600070205080204" pitchFamily="50" charset="-128"/>
              </a:defRPr>
            </a:lvl9pPr>
          </a:lstStyle>
          <a:p>
            <a:pPr algn="ctr">
              <a:buFontTx/>
              <a:buNone/>
            </a:pPr>
            <a:r>
              <a:rPr lang="ja-JP" altLang="en-US" sz="2800" b="0">
                <a:solidFill>
                  <a:srgbClr val="000000"/>
                </a:solidFill>
                <a:latin typeface="ＭＳ ゴシック" panose="020B0609070205080204" pitchFamily="49" charset="-128"/>
                <a:ea typeface="ＭＳ ゴシック" panose="020B0609070205080204" pitchFamily="49" charset="-128"/>
              </a:rPr>
              <a:t>ご意見、ご質問ございましたら</a:t>
            </a:r>
            <a:endParaRPr lang="en-US" altLang="ja-JP" sz="2800" b="0">
              <a:solidFill>
                <a:srgbClr val="000000"/>
              </a:solidFill>
              <a:latin typeface="ＭＳ ゴシック" panose="020B0609070205080204" pitchFamily="49" charset="-128"/>
              <a:ea typeface="ＭＳ ゴシック" panose="020B0609070205080204" pitchFamily="49" charset="-128"/>
            </a:endParaRPr>
          </a:p>
          <a:p>
            <a:pPr algn="ctr">
              <a:buFontTx/>
              <a:buNone/>
            </a:pPr>
            <a:r>
              <a:rPr lang="en-US" altLang="ja-JP" sz="2800" b="0">
                <a:solidFill>
                  <a:srgbClr val="000000"/>
                </a:solidFill>
                <a:latin typeface="ＭＳ ゴシック" panose="020B0609070205080204" pitchFamily="49" charset="-128"/>
                <a:ea typeface="ＭＳ ゴシック" panose="020B0609070205080204" pitchFamily="49" charset="-128"/>
                <a:hlinkClick r:id="rId3"/>
              </a:rPr>
              <a:t>wada-takashi@meti.go.jp</a:t>
            </a:r>
            <a:endParaRPr lang="en-US" altLang="ja-JP" sz="2800" b="0">
              <a:solidFill>
                <a:srgbClr val="000000"/>
              </a:solidFill>
              <a:latin typeface="ＭＳ ゴシック" panose="020B0609070205080204" pitchFamily="49" charset="-128"/>
              <a:ea typeface="ＭＳ ゴシック" panose="020B0609070205080204" pitchFamily="49" charset="-128"/>
            </a:endParaRPr>
          </a:p>
          <a:p>
            <a:pPr algn="ctr">
              <a:buFontTx/>
              <a:buNone/>
            </a:pPr>
            <a:r>
              <a:rPr lang="ja-JP" altLang="en-US" sz="2800" b="0">
                <a:solidFill>
                  <a:srgbClr val="000000"/>
                </a:solidFill>
                <a:latin typeface="ＭＳ ゴシック" panose="020B0609070205080204" pitchFamily="49" charset="-128"/>
                <a:ea typeface="ＭＳ ゴシック" panose="020B0609070205080204" pitchFamily="49" charset="-128"/>
              </a:rPr>
              <a:t>までお願いします。</a:t>
            </a:r>
            <a:endParaRPr lang="en-US" altLang="ja-JP" sz="2800" b="0">
              <a:solidFill>
                <a:srgbClr val="000000"/>
              </a:solidFill>
              <a:latin typeface="ＭＳ ゴシック" panose="020B0609070205080204" pitchFamily="49" charset="-128"/>
              <a:ea typeface="ＭＳ ゴシック" panose="020B0609070205080204" pitchFamily="49" charset="-128"/>
            </a:endParaRPr>
          </a:p>
        </p:txBody>
      </p:sp>
    </p:spTree>
  </p:cSld>
  <p:clrMapOvr>
    <a:masterClrMapping/>
  </p:clrMapOvr>
</p:sld>
</file>

<file path=ppt/theme/theme1.xml><?xml version="1.0" encoding="utf-8"?>
<a:theme xmlns:a="http://schemas.openxmlformats.org/drawingml/2006/main" name="標準デザイン">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標準デザイン">
      <a:majorFont>
        <a:latin typeface="Arial"/>
        <a:ea typeface="HG丸ｺﾞｼｯｸM-PRO"/>
        <a:cs typeface=""/>
      </a:majorFont>
      <a:minorFont>
        <a:latin typeface="HG丸ｺﾞｼｯｸM-PRO"/>
        <a:ea typeface="HG丸ｺﾞｼｯｸM-PRO"/>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標準デザイン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標準デザイン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標準デザイン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標準デザイン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標準デザイン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標準デザイン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標準デザイン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標準デザイン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デザインの設定">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デザインの設定">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標準デザイン">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標準デザイン">
      <a:majorFont>
        <a:latin typeface="Arial"/>
        <a:ea typeface="HG丸ｺﾞｼｯｸM-PRO"/>
        <a:cs typeface=""/>
      </a:majorFont>
      <a:minorFont>
        <a:latin typeface="HG丸ｺﾞｼｯｸM-PRO"/>
        <a:ea typeface="HG丸ｺﾞｼｯｸM-PRO"/>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標準デザイン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標準デザイン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標準デザイン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標準デザイン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標準デザイン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標準デザイン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標準デザイン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標準デザイン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7_標準デザイン">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標準デザイン">
      <a:majorFont>
        <a:latin typeface="Arial"/>
        <a:ea typeface="HG丸ｺﾞｼｯｸM-PRO"/>
        <a:cs typeface=""/>
      </a:majorFont>
      <a:minorFont>
        <a:latin typeface="HG丸ｺﾞｼｯｸM-PRO"/>
        <a:ea typeface="HG丸ｺﾞｼｯｸM-PRO"/>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標準デザイン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標準デザイン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標準デザイン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標準デザイン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標準デザイン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標準デザイン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標準デザイン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標準デザイン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1_標準デザイン">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標準デザイン">
      <a:majorFont>
        <a:latin typeface="Arial"/>
        <a:ea typeface="HG丸ｺﾞｼｯｸM-PRO"/>
        <a:cs typeface=""/>
      </a:majorFont>
      <a:minorFont>
        <a:latin typeface="HG丸ｺﾞｼｯｸM-PRO"/>
        <a:ea typeface="HG丸ｺﾞｼｯｸM-PRO"/>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標準デザイン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標準デザイン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標準デザイン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標準デザイン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標準デザイン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標準デザイン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標準デザイン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標準デザイン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2_標準デザイン">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標準デザイン">
      <a:majorFont>
        <a:latin typeface="Arial"/>
        <a:ea typeface="ＭＳ Ｐゴシック"/>
        <a:cs typeface=""/>
      </a:majorFont>
      <a:minorFont>
        <a:latin typeface="HG丸ｺﾞｼｯｸM-PRO"/>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med" len="med"/>
        </a:ln>
        <a:effectLst/>
      </a:spPr>
      <a:bodyPr vert="horz" wrap="squar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ja-JP" altLang="en-US" sz="1000" b="0" i="0" u="none" strike="noStrike" cap="none" normalizeH="0" baseline="0" smtClean="0">
            <a:ln>
              <a:noFill/>
            </a:ln>
            <a:solidFill>
              <a:schemeClr val="tx1"/>
            </a:solidFill>
            <a:effectLst/>
            <a:latin typeface="Arial" charset="0"/>
            <a:ea typeface="HG丸ｺﾞｼｯｸM-PRO" pitchFamily="49" charset="-128"/>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triangle" w="med" len="med"/>
        </a:ln>
        <a:effectLst/>
      </a:spPr>
      <a:bodyPr vert="horz" wrap="squar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ja-JP" altLang="en-US" sz="1000" b="0" i="0" u="none" strike="noStrike" cap="none" normalizeH="0" baseline="0" smtClean="0">
            <a:ln>
              <a:noFill/>
            </a:ln>
            <a:solidFill>
              <a:schemeClr val="tx1"/>
            </a:solidFill>
            <a:effectLst/>
            <a:latin typeface="Arial" charset="0"/>
            <a:ea typeface="HG丸ｺﾞｼｯｸM-PRO" pitchFamily="49" charset="-128"/>
          </a:defRPr>
        </a:defPPr>
      </a:lstStyle>
    </a:lnDef>
  </a:objectDefaults>
  <a:extraClrSchemeLst>
    <a:extraClrScheme>
      <a:clrScheme name="標準デザイン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標準デザイン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標準デザイン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標準デザイン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標準デザイン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標準デザイン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標準デザイン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標準デザイン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標準デザイン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標準デザイン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標準デザイン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標準デザイン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Office テーマ">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標準デザイン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標準デザイン">
    <a:majorFont>
      <a:latin typeface="Arial"/>
      <a:ea typeface="HG丸ｺﾞｼｯｸM-PRO"/>
      <a:cs typeface=""/>
    </a:majorFont>
    <a:minorFont>
      <a:latin typeface="HG丸ｺﾞｼｯｸM-PRO"/>
      <a:ea typeface="HG丸ｺﾞｼｯｸM-PRO"/>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docProps/app.xml><?xml version="1.0" encoding="utf-8"?>
<Properties xmlns="http://schemas.openxmlformats.org/officeDocument/2006/extended-properties" xmlns:vt="http://schemas.openxmlformats.org/officeDocument/2006/docPropsVTypes">
  <TotalTime>0</TotalTime>
  <Words>2027</Words>
  <Application>Microsoft Office PowerPoint</Application>
  <PresentationFormat>A4 210 x 297 mm</PresentationFormat>
  <Paragraphs>266</Paragraphs>
  <Slides>11</Slides>
  <Notes>2</Notes>
  <HiddenSlides>0</HiddenSlides>
  <MMClips>0</MMClips>
  <ScaleCrop>false</ScaleCrop>
  <HeadingPairs>
    <vt:vector size="6" baseType="variant">
      <vt:variant>
        <vt:lpstr>使用されているフォント</vt:lpstr>
      </vt:variant>
      <vt:variant>
        <vt:i4>9</vt:i4>
      </vt:variant>
      <vt:variant>
        <vt:lpstr>テーマ</vt:lpstr>
      </vt:variant>
      <vt:variant>
        <vt:i4>7</vt:i4>
      </vt:variant>
      <vt:variant>
        <vt:lpstr>スライド タイトル</vt:lpstr>
      </vt:variant>
      <vt:variant>
        <vt:i4>11</vt:i4>
      </vt:variant>
    </vt:vector>
  </HeadingPairs>
  <TitlesOfParts>
    <vt:vector size="27" baseType="lpstr">
      <vt:lpstr>Arial</vt:lpstr>
      <vt:lpstr>ＭＳ Ｐゴシック</vt:lpstr>
      <vt:lpstr>HG丸ｺﾞｼｯｸM-PRO</vt:lpstr>
      <vt:lpstr>Wingdings</vt:lpstr>
      <vt:lpstr>ＭＳ Ｐ明朝</vt:lpstr>
      <vt:lpstr>Calibri</vt:lpstr>
      <vt:lpstr>MS UI Gothic</vt:lpstr>
      <vt:lpstr>ＭＳ ゴシック</vt:lpstr>
      <vt:lpstr>Times New Roman</vt:lpstr>
      <vt:lpstr>標準デザイン</vt:lpstr>
      <vt:lpstr>1_デザインの設定</vt:lpstr>
      <vt:lpstr>デザインの設定</vt:lpstr>
      <vt:lpstr>3_標準デザイン</vt:lpstr>
      <vt:lpstr>7_標準デザイン</vt:lpstr>
      <vt:lpstr>1_標準デザイン</vt:lpstr>
      <vt:lpstr>2_標準デザイン</vt:lpstr>
      <vt:lpstr>オープンデータに関する経済産業省の取組</vt:lpstr>
      <vt:lpstr>経済産業省のこれまでの取組</vt:lpstr>
      <vt:lpstr>Open DATA METI構想とは</vt:lpstr>
      <vt:lpstr>Open DATA METIサイトの構築</vt:lpstr>
      <vt:lpstr>Open DATA METIアプリケーションプロファイルの公開</vt:lpstr>
      <vt:lpstr>共通語彙基盤（IMI：Infrastructure for Multi-layer Interoperability)）の概要</vt:lpstr>
      <vt:lpstr>PowerPoint プレゼンテーション</vt:lpstr>
      <vt:lpstr>PowerPoint プレゼンテーション</vt:lpstr>
      <vt:lpstr>PowerPoint プレゼンテーション</vt:lpstr>
      <vt:lpstr>経済産業省の今後のオープンデータへの取組</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2013-03-21T06:43:32Z</dcterms:created>
  <dcterms:modified xsi:type="dcterms:W3CDTF">2026-05-15T13:25:43Z</dcterms:modified>
</cp:coreProperties>
</file>